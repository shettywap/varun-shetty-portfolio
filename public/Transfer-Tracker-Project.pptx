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 Medium"/>
      <p:regular r:id="rId44"/>
      <p:bold r:id="rId45"/>
      <p:italic r:id="rId46"/>
      <p:boldItalic r:id="rId47"/>
    </p:embeddedFont>
    <p:embeddedFont>
      <p:font typeface="Roboto"/>
      <p:regular r:id="rId48"/>
      <p:bold r:id="rId49"/>
      <p:italic r:id="rId50"/>
      <p:boldItalic r:id="rId51"/>
    </p:embeddedFont>
    <p:embeddedFont>
      <p:font typeface="Montserrat"/>
      <p:regular r:id="rId52"/>
      <p:bold r:id="rId53"/>
      <p:italic r:id="rId54"/>
      <p:boldItalic r:id="rId55"/>
    </p:embeddedFont>
    <p:embeddedFont>
      <p:font typeface="Montserrat Medium"/>
      <p:regular r:id="rId56"/>
      <p:bold r:id="rId57"/>
      <p:italic r:id="rId58"/>
      <p:boldItalic r:id="rId59"/>
    </p:embeddedFont>
    <p:embeddedFont>
      <p:font typeface="Bebas Neue"/>
      <p:regular r:id="rId60"/>
    </p:embeddedFont>
    <p:embeddedFont>
      <p:font typeface="Alfa Slab One"/>
      <p:regular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7B032A-36C9-4244-BE85-54C9580419BF}">
  <a:tblStyle styleId="{A47B032A-36C9-4244-BE85-54C9580419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Medium-regular.fntdata"/><Relationship Id="rId43" Type="http://schemas.openxmlformats.org/officeDocument/2006/relationships/slide" Target="slides/slide38.xml"/><Relationship Id="rId46" Type="http://schemas.openxmlformats.org/officeDocument/2006/relationships/font" Target="fonts/RobotoMedium-italic.fntdata"/><Relationship Id="rId45" Type="http://schemas.openxmlformats.org/officeDocument/2006/relationships/font" Target="fonts/Roboto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font" Target="fonts/RobotoMedium-boldItalic.fntdata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AlfaSlabOne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BebasNeue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Medium-bold.fntdata"/><Relationship Id="rId12" Type="http://schemas.openxmlformats.org/officeDocument/2006/relationships/slide" Target="slides/slide7.xml"/><Relationship Id="rId56" Type="http://schemas.openxmlformats.org/officeDocument/2006/relationships/font" Target="fonts/MontserratMedium-regular.fntdata"/><Relationship Id="rId15" Type="http://schemas.openxmlformats.org/officeDocument/2006/relationships/slide" Target="slides/slide10.xml"/><Relationship Id="rId59" Type="http://schemas.openxmlformats.org/officeDocument/2006/relationships/font" Target="fonts/MontserratMedium-bold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d36a6fd9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d36a6fd9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ed4e78db4e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ed4e78db4e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ed4e78db4e_1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ed4e78db4e_1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1688e0d0a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1688e0d0a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1688e0d0a9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1688e0d0a9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1688e0d0a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1688e0d0a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eeb4aa5cf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eeb4aa5cf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1688e0d0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1688e0d0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1688e0d0a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1688e0d0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1688e0d0a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1688e0d0a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1688e0d0a9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1688e0d0a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1688e0d0a9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1688e0d0a9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1688e0d0a9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1688e0d0a9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ed6241f07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ed6241f07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1688e0d0a9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1688e0d0a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1688e0d0a9_2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1688e0d0a9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1688e0d0a9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1688e0d0a9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1688e0d0a9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1688e0d0a9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1688e0d0a9_1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1688e0d0a9_1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1688e0d0a9_2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1688e0d0a9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1688e0d0a9_1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1688e0d0a9_1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1688e0d0a9_2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31688e0d0a9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1688e0d0a9_1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1688e0d0a9_1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1688e0d0a9_2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31688e0d0a9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1688e0d0a9_1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31688e0d0a9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31688e0d0a9_2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31688e0d0a9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1688e0d0a9_1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31688e0d0a9_1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31688e0d0a9_2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31688e0d0a9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1688e0d0a9_1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1688e0d0a9_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31688e0d0a9_1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31688e0d0a9_1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31688e0d0a9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31688e0d0a9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31688e0d0a9_1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31688e0d0a9_1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31688e0d0a9_1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31688e0d0a9_1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31688e0d0a9_1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31688e0d0a9_1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31688e0d0a9_1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31688e0d0a9_1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31688e0d0a9_1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31688e0d0a9_1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gea84787a3d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4" name="Google Shape;2174;gea84787a3d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2342850" y="1285551"/>
            <a:ext cx="4458300" cy="2282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solidFill>
                  <a:srgbClr val="FFFAE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4150" y="3748063"/>
            <a:ext cx="2915700" cy="5589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3047475" y="695770"/>
            <a:ext cx="953100" cy="3528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fa Slab One"/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5143450" y="695770"/>
            <a:ext cx="953100" cy="3528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fa Slab One"/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4115800" y="1561863"/>
            <a:ext cx="43131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1209050" y="1595325"/>
            <a:ext cx="2134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732300" y="3069225"/>
            <a:ext cx="3080100" cy="512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 amt="51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30750"/>
            <a:ext cx="7704000" cy="483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003450"/>
            <a:ext cx="7704000" cy="3532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flipH="1"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1018575" y="1756475"/>
            <a:ext cx="2753400" cy="4542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5295875" y="1756475"/>
            <a:ext cx="2753400" cy="4542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1018575" y="2253888"/>
            <a:ext cx="2753400" cy="7134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5295875" y="2253888"/>
            <a:ext cx="2753400" cy="7134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720000" y="434175"/>
            <a:ext cx="7704000" cy="956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410300"/>
            <a:ext cx="7704000" cy="572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>
            <p:ph type="title"/>
          </p:nvPr>
        </p:nvSpPr>
        <p:spPr>
          <a:xfrm>
            <a:off x="720000" y="410300"/>
            <a:ext cx="7704000" cy="572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>
          <a:blip r:embed="rId2">
            <a:alphaModFix amt="52999"/>
          </a:blip>
          <a:stretch>
            <a:fillRect/>
          </a:stretch>
        </p:blipFill>
        <p:spPr>
          <a:xfrm rot="10800000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>
            <p:ph type="title"/>
          </p:nvPr>
        </p:nvSpPr>
        <p:spPr>
          <a:xfrm>
            <a:off x="2855700" y="430950"/>
            <a:ext cx="3432600" cy="916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/>
          <p:nvPr>
            <p:ph type="title"/>
          </p:nvPr>
        </p:nvSpPr>
        <p:spPr>
          <a:xfrm>
            <a:off x="947200" y="432600"/>
            <a:ext cx="4447800" cy="599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/>
          <p:nvPr>
            <p:ph type="title"/>
          </p:nvPr>
        </p:nvSpPr>
        <p:spPr>
          <a:xfrm>
            <a:off x="715100" y="2113350"/>
            <a:ext cx="2323500" cy="916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1397550" y="432600"/>
            <a:ext cx="6348900" cy="599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47" name="Google Shape;47;p11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 rot="10800000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_1_1_2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flipH="1"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/>
          <p:nvPr>
            <p:ph type="title"/>
          </p:nvPr>
        </p:nvSpPr>
        <p:spPr>
          <a:xfrm>
            <a:off x="1283850" y="434175"/>
            <a:ext cx="6576300" cy="552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1_1_1_2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2590950" y="4156025"/>
            <a:ext cx="3962100" cy="471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1_1_1_2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>
            <p:ph type="title"/>
          </p:nvPr>
        </p:nvSpPr>
        <p:spPr>
          <a:xfrm>
            <a:off x="1784750" y="742350"/>
            <a:ext cx="3962100" cy="471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 rot="10800000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>
            <p:ph type="title"/>
          </p:nvPr>
        </p:nvSpPr>
        <p:spPr>
          <a:xfrm>
            <a:off x="1239600" y="990232"/>
            <a:ext cx="3940200" cy="9150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1106400" y="2091588"/>
            <a:ext cx="4206600" cy="2099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238298" y="1935750"/>
            <a:ext cx="4667400" cy="1826700"/>
          </a:xfrm>
          <a:prstGeom prst="rect">
            <a:avLst/>
          </a:prstGeom>
          <a:noFill/>
        </p:spPr>
        <p:txBody>
          <a:bodyPr anchorCtr="0" anchor="t" bIns="36575" lIns="36575" spcFirstLastPara="1" rIns="36575" wrap="square" tIns="3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63" name="Google Shape;63;p16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>
            <p:ph type="title"/>
          </p:nvPr>
        </p:nvSpPr>
        <p:spPr>
          <a:xfrm>
            <a:off x="4783725" y="1448225"/>
            <a:ext cx="3495900" cy="1012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4848525" y="2593897"/>
            <a:ext cx="3366300" cy="1149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/>
          <p:nvPr>
            <p:ph type="title"/>
          </p:nvPr>
        </p:nvSpPr>
        <p:spPr>
          <a:xfrm>
            <a:off x="2085450" y="547100"/>
            <a:ext cx="4973100" cy="1481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9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 txBox="1"/>
          <p:nvPr>
            <p:ph hasCustomPrompt="1" type="title"/>
          </p:nvPr>
        </p:nvSpPr>
        <p:spPr>
          <a:xfrm>
            <a:off x="1284000" y="2528800"/>
            <a:ext cx="6576000" cy="15111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1284000" y="4039950"/>
            <a:ext cx="6576000" cy="390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accen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1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1"/>
          <p:cNvSpPr txBox="1"/>
          <p:nvPr>
            <p:ph type="title"/>
          </p:nvPr>
        </p:nvSpPr>
        <p:spPr>
          <a:xfrm>
            <a:off x="786175" y="1484213"/>
            <a:ext cx="4885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21"/>
          <p:cNvSpPr txBox="1"/>
          <p:nvPr>
            <p:ph hasCustomPrompt="1" idx="2" type="title"/>
          </p:nvPr>
        </p:nvSpPr>
        <p:spPr>
          <a:xfrm>
            <a:off x="6109313" y="1809200"/>
            <a:ext cx="2134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1688725" y="3108775"/>
            <a:ext cx="3080100" cy="512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2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2"/>
          <p:cNvSpPr txBox="1"/>
          <p:nvPr>
            <p:ph type="title"/>
          </p:nvPr>
        </p:nvSpPr>
        <p:spPr>
          <a:xfrm>
            <a:off x="786175" y="1484213"/>
            <a:ext cx="4885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22"/>
          <p:cNvSpPr txBox="1"/>
          <p:nvPr>
            <p:ph hasCustomPrompt="1" idx="2" type="title"/>
          </p:nvPr>
        </p:nvSpPr>
        <p:spPr>
          <a:xfrm>
            <a:off x="6109313" y="1809200"/>
            <a:ext cx="2134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1688725" y="3108775"/>
            <a:ext cx="3080100" cy="512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/>
          <p:nvPr/>
        </p:nvSpPr>
        <p:spPr>
          <a:xfrm>
            <a:off x="-19050" y="-9525"/>
            <a:ext cx="4591200" cy="515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23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 rot="10800000">
            <a:off x="0" y="-47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3"/>
          <p:cNvSpPr txBox="1"/>
          <p:nvPr>
            <p:ph type="title"/>
          </p:nvPr>
        </p:nvSpPr>
        <p:spPr>
          <a:xfrm>
            <a:off x="3642000" y="1977375"/>
            <a:ext cx="1860000" cy="501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subTitle"/>
          </p:nvPr>
        </p:nvSpPr>
        <p:spPr>
          <a:xfrm>
            <a:off x="1128913" y="3323838"/>
            <a:ext cx="2191500" cy="4542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4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2" type="subTitle"/>
          </p:nvPr>
        </p:nvSpPr>
        <p:spPr>
          <a:xfrm>
            <a:off x="5709263" y="3323850"/>
            <a:ext cx="2191500" cy="4542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4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92" name="Google Shape;92;p23"/>
          <p:cNvSpPr txBox="1"/>
          <p:nvPr>
            <p:ph idx="3" type="subTitle"/>
          </p:nvPr>
        </p:nvSpPr>
        <p:spPr>
          <a:xfrm>
            <a:off x="1238850" y="3778050"/>
            <a:ext cx="1971600" cy="454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3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23"/>
          <p:cNvSpPr txBox="1"/>
          <p:nvPr>
            <p:ph idx="4" type="subTitle"/>
          </p:nvPr>
        </p:nvSpPr>
        <p:spPr>
          <a:xfrm>
            <a:off x="5819213" y="3776538"/>
            <a:ext cx="1971600" cy="457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4"/>
          <p:cNvSpPr txBox="1"/>
          <p:nvPr>
            <p:ph type="title"/>
          </p:nvPr>
        </p:nvSpPr>
        <p:spPr>
          <a:xfrm>
            <a:off x="5520525" y="833438"/>
            <a:ext cx="2487300" cy="419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24"/>
          <p:cNvSpPr txBox="1"/>
          <p:nvPr>
            <p:ph hasCustomPrompt="1" idx="2" type="title"/>
          </p:nvPr>
        </p:nvSpPr>
        <p:spPr>
          <a:xfrm>
            <a:off x="4363575" y="833450"/>
            <a:ext cx="1133400" cy="781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/>
          <p:nvPr>
            <p:ph idx="1" type="subTitle"/>
          </p:nvPr>
        </p:nvSpPr>
        <p:spPr>
          <a:xfrm>
            <a:off x="5520525" y="1252838"/>
            <a:ext cx="2484900" cy="4848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3" type="title"/>
          </p:nvPr>
        </p:nvSpPr>
        <p:spPr>
          <a:xfrm>
            <a:off x="5520525" y="2129650"/>
            <a:ext cx="2487300" cy="419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24"/>
          <p:cNvSpPr txBox="1"/>
          <p:nvPr>
            <p:ph hasCustomPrompt="1" idx="4" type="title"/>
          </p:nvPr>
        </p:nvSpPr>
        <p:spPr>
          <a:xfrm>
            <a:off x="4363575" y="2105875"/>
            <a:ext cx="1133400" cy="781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24"/>
          <p:cNvSpPr txBox="1"/>
          <p:nvPr>
            <p:ph idx="5" type="subTitle"/>
          </p:nvPr>
        </p:nvSpPr>
        <p:spPr>
          <a:xfrm>
            <a:off x="5520525" y="2549050"/>
            <a:ext cx="2484900" cy="4848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6" type="title"/>
          </p:nvPr>
        </p:nvSpPr>
        <p:spPr>
          <a:xfrm>
            <a:off x="5520525" y="3425850"/>
            <a:ext cx="2484900" cy="419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24"/>
          <p:cNvSpPr txBox="1"/>
          <p:nvPr>
            <p:ph hasCustomPrompt="1" idx="7" type="title"/>
          </p:nvPr>
        </p:nvSpPr>
        <p:spPr>
          <a:xfrm>
            <a:off x="4363575" y="3402100"/>
            <a:ext cx="1133400" cy="781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24"/>
          <p:cNvSpPr txBox="1"/>
          <p:nvPr>
            <p:ph idx="8" type="subTitle"/>
          </p:nvPr>
        </p:nvSpPr>
        <p:spPr>
          <a:xfrm>
            <a:off x="5520525" y="3845250"/>
            <a:ext cx="2487300" cy="4848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9" type="title"/>
          </p:nvPr>
        </p:nvSpPr>
        <p:spPr>
          <a:xfrm>
            <a:off x="720000" y="833450"/>
            <a:ext cx="2972100" cy="937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5"/>
          <p:cNvPicPr preferRelativeResize="0"/>
          <p:nvPr/>
        </p:nvPicPr>
        <p:blipFill>
          <a:blip r:embed="rId2">
            <a:alphaModFix amt="49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5"/>
          <p:cNvSpPr txBox="1"/>
          <p:nvPr>
            <p:ph type="title"/>
          </p:nvPr>
        </p:nvSpPr>
        <p:spPr>
          <a:xfrm>
            <a:off x="4401475" y="3045413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25"/>
          <p:cNvSpPr txBox="1"/>
          <p:nvPr>
            <p:ph idx="1" type="subTitle"/>
          </p:nvPr>
        </p:nvSpPr>
        <p:spPr>
          <a:xfrm>
            <a:off x="4401475" y="163308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/>
          <p:nvPr>
            <p:ph idx="1" type="subTitle"/>
          </p:nvPr>
        </p:nvSpPr>
        <p:spPr>
          <a:xfrm>
            <a:off x="3225475" y="2684900"/>
            <a:ext cx="2666700" cy="914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2644825" y="1303800"/>
            <a:ext cx="3828000" cy="1243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>
            <p:ph idx="1" type="subTitle"/>
          </p:nvPr>
        </p:nvSpPr>
        <p:spPr>
          <a:xfrm>
            <a:off x="1228100" y="2681325"/>
            <a:ext cx="2802000" cy="914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type="title"/>
          </p:nvPr>
        </p:nvSpPr>
        <p:spPr>
          <a:xfrm>
            <a:off x="715100" y="1524875"/>
            <a:ext cx="3828000" cy="9873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8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8"/>
          <p:cNvSpPr txBox="1"/>
          <p:nvPr>
            <p:ph idx="1" type="subTitle"/>
          </p:nvPr>
        </p:nvSpPr>
        <p:spPr>
          <a:xfrm>
            <a:off x="4675250" y="2472300"/>
            <a:ext cx="2802000" cy="914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418750" y="1756775"/>
            <a:ext cx="3315000" cy="477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9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>
            <p:ph idx="1" type="subTitle"/>
          </p:nvPr>
        </p:nvSpPr>
        <p:spPr>
          <a:xfrm>
            <a:off x="2600850" y="3897200"/>
            <a:ext cx="3942300" cy="7113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type="title"/>
          </p:nvPr>
        </p:nvSpPr>
        <p:spPr>
          <a:xfrm>
            <a:off x="2049300" y="430450"/>
            <a:ext cx="5045400" cy="553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0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0"/>
          <p:cNvSpPr txBox="1"/>
          <p:nvPr>
            <p:ph idx="1" type="subTitle"/>
          </p:nvPr>
        </p:nvSpPr>
        <p:spPr>
          <a:xfrm>
            <a:off x="715100" y="2787800"/>
            <a:ext cx="2856900" cy="764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type="title"/>
          </p:nvPr>
        </p:nvSpPr>
        <p:spPr>
          <a:xfrm>
            <a:off x="796850" y="1613700"/>
            <a:ext cx="2693400" cy="1026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1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1"/>
          <p:cNvSpPr txBox="1"/>
          <p:nvPr>
            <p:ph idx="1" type="subTitle"/>
          </p:nvPr>
        </p:nvSpPr>
        <p:spPr>
          <a:xfrm>
            <a:off x="776963" y="999150"/>
            <a:ext cx="3657000" cy="34491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3" name="Google Shape;133;p31"/>
          <p:cNvSpPr txBox="1"/>
          <p:nvPr>
            <p:ph type="title"/>
          </p:nvPr>
        </p:nvSpPr>
        <p:spPr>
          <a:xfrm>
            <a:off x="715100" y="432025"/>
            <a:ext cx="7713900" cy="436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2" type="subTitle"/>
          </p:nvPr>
        </p:nvSpPr>
        <p:spPr>
          <a:xfrm>
            <a:off x="4710038" y="999150"/>
            <a:ext cx="3657000" cy="34491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_1_1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idx="1" type="subTitle"/>
          </p:nvPr>
        </p:nvSpPr>
        <p:spPr>
          <a:xfrm>
            <a:off x="776975" y="999150"/>
            <a:ext cx="3828300" cy="34491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type="title"/>
          </p:nvPr>
        </p:nvSpPr>
        <p:spPr>
          <a:xfrm>
            <a:off x="715100" y="432025"/>
            <a:ext cx="7713900" cy="436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38" name="Google Shape;138;p32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" y="-14"/>
            <a:ext cx="9143997" cy="514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3"/>
          <p:cNvSpPr txBox="1"/>
          <p:nvPr>
            <p:ph type="title"/>
          </p:nvPr>
        </p:nvSpPr>
        <p:spPr>
          <a:xfrm>
            <a:off x="837675" y="1523313"/>
            <a:ext cx="3940200" cy="572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" name="Google Shape;142;p33"/>
          <p:cNvSpPr txBox="1"/>
          <p:nvPr>
            <p:ph idx="1" type="subTitle"/>
          </p:nvPr>
        </p:nvSpPr>
        <p:spPr>
          <a:xfrm>
            <a:off x="898875" y="2215100"/>
            <a:ext cx="3817800" cy="1428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4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4"/>
          <p:cNvSpPr txBox="1"/>
          <p:nvPr>
            <p:ph idx="1" type="subTitle"/>
          </p:nvPr>
        </p:nvSpPr>
        <p:spPr>
          <a:xfrm>
            <a:off x="715100" y="1147050"/>
            <a:ext cx="3195000" cy="772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34"/>
          <p:cNvSpPr txBox="1"/>
          <p:nvPr>
            <p:ph idx="2" type="subTitle"/>
          </p:nvPr>
        </p:nvSpPr>
        <p:spPr>
          <a:xfrm>
            <a:off x="715100" y="3258025"/>
            <a:ext cx="3195000" cy="772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34"/>
          <p:cNvSpPr txBox="1"/>
          <p:nvPr>
            <p:ph idx="3" type="subTitle"/>
          </p:nvPr>
        </p:nvSpPr>
        <p:spPr>
          <a:xfrm>
            <a:off x="944600" y="1919538"/>
            <a:ext cx="2736000" cy="511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4" type="subTitle"/>
          </p:nvPr>
        </p:nvSpPr>
        <p:spPr>
          <a:xfrm>
            <a:off x="944600" y="4030513"/>
            <a:ext cx="2736000" cy="511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type="title"/>
          </p:nvPr>
        </p:nvSpPr>
        <p:spPr>
          <a:xfrm>
            <a:off x="5634400" y="722325"/>
            <a:ext cx="2794500" cy="12711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5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5"/>
          <p:cNvSpPr txBox="1"/>
          <p:nvPr>
            <p:ph type="title"/>
          </p:nvPr>
        </p:nvSpPr>
        <p:spPr>
          <a:xfrm>
            <a:off x="720000" y="1417575"/>
            <a:ext cx="2336400" cy="782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35"/>
          <p:cNvSpPr txBox="1"/>
          <p:nvPr>
            <p:ph idx="1" type="subTitle"/>
          </p:nvPr>
        </p:nvSpPr>
        <p:spPr>
          <a:xfrm>
            <a:off x="720000" y="2336355"/>
            <a:ext cx="2336400" cy="6759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2" type="title"/>
          </p:nvPr>
        </p:nvSpPr>
        <p:spPr>
          <a:xfrm>
            <a:off x="3403800" y="2784000"/>
            <a:ext cx="2336400" cy="782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5" name="Google Shape;155;p35"/>
          <p:cNvSpPr txBox="1"/>
          <p:nvPr>
            <p:ph idx="3" type="subTitle"/>
          </p:nvPr>
        </p:nvSpPr>
        <p:spPr>
          <a:xfrm>
            <a:off x="3403800" y="3701030"/>
            <a:ext cx="2336400" cy="6759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4" type="title"/>
          </p:nvPr>
        </p:nvSpPr>
        <p:spPr>
          <a:xfrm>
            <a:off x="6087600" y="1417575"/>
            <a:ext cx="2336400" cy="782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7" name="Google Shape;157;p35"/>
          <p:cNvSpPr txBox="1"/>
          <p:nvPr>
            <p:ph idx="5" type="subTitle"/>
          </p:nvPr>
        </p:nvSpPr>
        <p:spPr>
          <a:xfrm>
            <a:off x="6087600" y="2336356"/>
            <a:ext cx="2336400" cy="6759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5"/>
          <p:cNvSpPr txBox="1"/>
          <p:nvPr>
            <p:ph idx="6" type="title"/>
          </p:nvPr>
        </p:nvSpPr>
        <p:spPr>
          <a:xfrm>
            <a:off x="1935450" y="430725"/>
            <a:ext cx="5273100" cy="501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6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6"/>
          <p:cNvSpPr txBox="1"/>
          <p:nvPr>
            <p:ph type="title"/>
          </p:nvPr>
        </p:nvSpPr>
        <p:spPr>
          <a:xfrm>
            <a:off x="769050" y="2577825"/>
            <a:ext cx="2238300" cy="81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2" name="Google Shape;162;p36"/>
          <p:cNvSpPr txBox="1"/>
          <p:nvPr>
            <p:ph idx="1" type="subTitle"/>
          </p:nvPr>
        </p:nvSpPr>
        <p:spPr>
          <a:xfrm>
            <a:off x="1080750" y="3440475"/>
            <a:ext cx="1614900" cy="7275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6"/>
          <p:cNvSpPr txBox="1"/>
          <p:nvPr>
            <p:ph idx="2" type="title"/>
          </p:nvPr>
        </p:nvSpPr>
        <p:spPr>
          <a:xfrm>
            <a:off x="3452850" y="3093850"/>
            <a:ext cx="2238300" cy="81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36"/>
          <p:cNvSpPr txBox="1"/>
          <p:nvPr>
            <p:ph idx="3" type="subTitle"/>
          </p:nvPr>
        </p:nvSpPr>
        <p:spPr>
          <a:xfrm>
            <a:off x="3764550" y="3957200"/>
            <a:ext cx="1614900" cy="7275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6"/>
          <p:cNvSpPr txBox="1"/>
          <p:nvPr>
            <p:ph idx="4" type="title"/>
          </p:nvPr>
        </p:nvSpPr>
        <p:spPr>
          <a:xfrm>
            <a:off x="6136650" y="2577825"/>
            <a:ext cx="2238300" cy="81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" name="Google Shape;166;p36"/>
          <p:cNvSpPr txBox="1"/>
          <p:nvPr>
            <p:ph idx="5" type="subTitle"/>
          </p:nvPr>
        </p:nvSpPr>
        <p:spPr>
          <a:xfrm>
            <a:off x="6448350" y="3440475"/>
            <a:ext cx="1614900" cy="7275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6" type="title"/>
          </p:nvPr>
        </p:nvSpPr>
        <p:spPr>
          <a:xfrm>
            <a:off x="1854750" y="430800"/>
            <a:ext cx="5434500" cy="484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7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 txBox="1"/>
          <p:nvPr>
            <p:ph type="title"/>
          </p:nvPr>
        </p:nvSpPr>
        <p:spPr>
          <a:xfrm>
            <a:off x="4257547" y="13603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1" name="Google Shape;171;p37"/>
          <p:cNvSpPr txBox="1"/>
          <p:nvPr>
            <p:ph idx="1" type="subTitle"/>
          </p:nvPr>
        </p:nvSpPr>
        <p:spPr>
          <a:xfrm>
            <a:off x="4257550" y="1888013"/>
            <a:ext cx="1990200" cy="527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7"/>
          <p:cNvSpPr txBox="1"/>
          <p:nvPr>
            <p:ph idx="2" type="title"/>
          </p:nvPr>
        </p:nvSpPr>
        <p:spPr>
          <a:xfrm>
            <a:off x="4257547" y="34071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" name="Google Shape;173;p37"/>
          <p:cNvSpPr txBox="1"/>
          <p:nvPr>
            <p:ph idx="3" type="subTitle"/>
          </p:nvPr>
        </p:nvSpPr>
        <p:spPr>
          <a:xfrm>
            <a:off x="4257552" y="3927757"/>
            <a:ext cx="1990200" cy="530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7"/>
          <p:cNvSpPr txBox="1"/>
          <p:nvPr>
            <p:ph idx="4" type="title"/>
          </p:nvPr>
        </p:nvSpPr>
        <p:spPr>
          <a:xfrm>
            <a:off x="6438697" y="13603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5" name="Google Shape;175;p37"/>
          <p:cNvSpPr txBox="1"/>
          <p:nvPr>
            <p:ph idx="5" type="subTitle"/>
          </p:nvPr>
        </p:nvSpPr>
        <p:spPr>
          <a:xfrm>
            <a:off x="6438700" y="1888013"/>
            <a:ext cx="1990200" cy="527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7"/>
          <p:cNvSpPr txBox="1"/>
          <p:nvPr>
            <p:ph idx="6" type="title"/>
          </p:nvPr>
        </p:nvSpPr>
        <p:spPr>
          <a:xfrm>
            <a:off x="6438697" y="34071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7" name="Google Shape;177;p37"/>
          <p:cNvSpPr txBox="1"/>
          <p:nvPr>
            <p:ph idx="7" type="subTitle"/>
          </p:nvPr>
        </p:nvSpPr>
        <p:spPr>
          <a:xfrm>
            <a:off x="6438702" y="3927757"/>
            <a:ext cx="1990200" cy="530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7"/>
          <p:cNvSpPr txBox="1"/>
          <p:nvPr>
            <p:ph idx="8" type="title"/>
          </p:nvPr>
        </p:nvSpPr>
        <p:spPr>
          <a:xfrm>
            <a:off x="720000" y="1779900"/>
            <a:ext cx="3166200" cy="1583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8"/>
          <p:cNvPicPr preferRelativeResize="0"/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8"/>
          <p:cNvSpPr txBox="1"/>
          <p:nvPr>
            <p:ph type="title"/>
          </p:nvPr>
        </p:nvSpPr>
        <p:spPr>
          <a:xfrm>
            <a:off x="2099025" y="1227425"/>
            <a:ext cx="2490000" cy="4299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3" name="Google Shape;183;p38"/>
          <p:cNvSpPr txBox="1"/>
          <p:nvPr>
            <p:ph idx="1" type="subTitle"/>
          </p:nvPr>
        </p:nvSpPr>
        <p:spPr>
          <a:xfrm>
            <a:off x="2099025" y="1657325"/>
            <a:ext cx="2304300" cy="484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2" type="title"/>
          </p:nvPr>
        </p:nvSpPr>
        <p:spPr>
          <a:xfrm>
            <a:off x="2099025" y="2384100"/>
            <a:ext cx="2490000" cy="4299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5" name="Google Shape;185;p38"/>
          <p:cNvSpPr txBox="1"/>
          <p:nvPr>
            <p:ph idx="3" type="subTitle"/>
          </p:nvPr>
        </p:nvSpPr>
        <p:spPr>
          <a:xfrm>
            <a:off x="2099022" y="2813988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8"/>
          <p:cNvSpPr txBox="1"/>
          <p:nvPr>
            <p:ph idx="4" type="title"/>
          </p:nvPr>
        </p:nvSpPr>
        <p:spPr>
          <a:xfrm>
            <a:off x="5693263" y="1227413"/>
            <a:ext cx="2490000" cy="4299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38"/>
          <p:cNvSpPr txBox="1"/>
          <p:nvPr>
            <p:ph idx="5" type="subTitle"/>
          </p:nvPr>
        </p:nvSpPr>
        <p:spPr>
          <a:xfrm>
            <a:off x="5693263" y="1657313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8"/>
          <p:cNvSpPr txBox="1"/>
          <p:nvPr>
            <p:ph idx="6" type="title"/>
          </p:nvPr>
        </p:nvSpPr>
        <p:spPr>
          <a:xfrm>
            <a:off x="5693263" y="2384100"/>
            <a:ext cx="2490000" cy="4299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9" name="Google Shape;189;p38"/>
          <p:cNvSpPr txBox="1"/>
          <p:nvPr>
            <p:ph idx="7" type="subTitle"/>
          </p:nvPr>
        </p:nvSpPr>
        <p:spPr>
          <a:xfrm>
            <a:off x="5693260" y="2814000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8"/>
          <p:cNvSpPr txBox="1"/>
          <p:nvPr>
            <p:ph idx="8" type="title"/>
          </p:nvPr>
        </p:nvSpPr>
        <p:spPr>
          <a:xfrm>
            <a:off x="2099025" y="3540775"/>
            <a:ext cx="2490000" cy="4299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1" name="Google Shape;191;p38"/>
          <p:cNvSpPr txBox="1"/>
          <p:nvPr>
            <p:ph idx="9" type="subTitle"/>
          </p:nvPr>
        </p:nvSpPr>
        <p:spPr>
          <a:xfrm>
            <a:off x="2099023" y="39706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8"/>
          <p:cNvSpPr txBox="1"/>
          <p:nvPr>
            <p:ph idx="13" type="title"/>
          </p:nvPr>
        </p:nvSpPr>
        <p:spPr>
          <a:xfrm>
            <a:off x="5693263" y="3540775"/>
            <a:ext cx="2490000" cy="4299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3" name="Google Shape;193;p38"/>
          <p:cNvSpPr txBox="1"/>
          <p:nvPr>
            <p:ph idx="14" type="subTitle"/>
          </p:nvPr>
        </p:nvSpPr>
        <p:spPr>
          <a:xfrm>
            <a:off x="5693260" y="39706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5" type="title"/>
          </p:nvPr>
        </p:nvSpPr>
        <p:spPr>
          <a:xfrm>
            <a:off x="720000" y="430750"/>
            <a:ext cx="7704000" cy="572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9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9"/>
          <p:cNvSpPr txBox="1"/>
          <p:nvPr>
            <p:ph hasCustomPrompt="1" type="title"/>
          </p:nvPr>
        </p:nvSpPr>
        <p:spPr>
          <a:xfrm>
            <a:off x="4406400" y="620925"/>
            <a:ext cx="3031800" cy="51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8" name="Google Shape;198;p39"/>
          <p:cNvSpPr txBox="1"/>
          <p:nvPr>
            <p:ph idx="1" type="subTitle"/>
          </p:nvPr>
        </p:nvSpPr>
        <p:spPr>
          <a:xfrm>
            <a:off x="4406400" y="1310662"/>
            <a:ext cx="3031800" cy="51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9"/>
          <p:cNvSpPr txBox="1"/>
          <p:nvPr>
            <p:ph hasCustomPrompt="1" idx="2" type="title"/>
          </p:nvPr>
        </p:nvSpPr>
        <p:spPr>
          <a:xfrm>
            <a:off x="4406400" y="2000400"/>
            <a:ext cx="3031800" cy="51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0" name="Google Shape;200;p39"/>
          <p:cNvSpPr txBox="1"/>
          <p:nvPr>
            <p:ph idx="3" type="subTitle"/>
          </p:nvPr>
        </p:nvSpPr>
        <p:spPr>
          <a:xfrm>
            <a:off x="4406400" y="2687406"/>
            <a:ext cx="3031800" cy="51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9"/>
          <p:cNvSpPr txBox="1"/>
          <p:nvPr>
            <p:ph hasCustomPrompt="1" idx="4" type="title"/>
          </p:nvPr>
        </p:nvSpPr>
        <p:spPr>
          <a:xfrm>
            <a:off x="4406400" y="3379874"/>
            <a:ext cx="3031800" cy="51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2" name="Google Shape;202;p39"/>
          <p:cNvSpPr txBox="1"/>
          <p:nvPr>
            <p:ph idx="5" type="subTitle"/>
          </p:nvPr>
        </p:nvSpPr>
        <p:spPr>
          <a:xfrm>
            <a:off x="4406400" y="4064150"/>
            <a:ext cx="3031800" cy="51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>
            <p:ph type="title"/>
          </p:nvPr>
        </p:nvSpPr>
        <p:spPr>
          <a:xfrm>
            <a:off x="6282025" y="2696300"/>
            <a:ext cx="2069400" cy="393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205" name="Google Shape;205;p40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0"/>
          <p:cNvSpPr txBox="1"/>
          <p:nvPr>
            <p:ph hasCustomPrompt="1" idx="2" type="title"/>
          </p:nvPr>
        </p:nvSpPr>
        <p:spPr>
          <a:xfrm>
            <a:off x="2303300" y="2045150"/>
            <a:ext cx="1220700" cy="4836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7" name="Google Shape;207;p40"/>
          <p:cNvSpPr txBox="1"/>
          <p:nvPr>
            <p:ph idx="1" type="subTitle"/>
          </p:nvPr>
        </p:nvSpPr>
        <p:spPr>
          <a:xfrm>
            <a:off x="2303300" y="3079450"/>
            <a:ext cx="1933200" cy="9675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0"/>
          <p:cNvSpPr txBox="1"/>
          <p:nvPr>
            <p:ph hasCustomPrompt="1" idx="3" type="title"/>
          </p:nvPr>
        </p:nvSpPr>
        <p:spPr>
          <a:xfrm>
            <a:off x="6282025" y="2045150"/>
            <a:ext cx="1220700" cy="4836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9" name="Google Shape;209;p40"/>
          <p:cNvSpPr txBox="1"/>
          <p:nvPr>
            <p:ph idx="4" type="subTitle"/>
          </p:nvPr>
        </p:nvSpPr>
        <p:spPr>
          <a:xfrm>
            <a:off x="6282025" y="3079450"/>
            <a:ext cx="1933200" cy="9675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0"/>
          <p:cNvSpPr txBox="1"/>
          <p:nvPr>
            <p:ph idx="5" type="title"/>
          </p:nvPr>
        </p:nvSpPr>
        <p:spPr>
          <a:xfrm>
            <a:off x="1824150" y="430750"/>
            <a:ext cx="5495700" cy="967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40"/>
          <p:cNvSpPr txBox="1"/>
          <p:nvPr>
            <p:ph idx="6" type="title"/>
          </p:nvPr>
        </p:nvSpPr>
        <p:spPr>
          <a:xfrm>
            <a:off x="2303300" y="2696300"/>
            <a:ext cx="2069400" cy="393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accen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1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1"/>
          <p:cNvSpPr txBox="1"/>
          <p:nvPr>
            <p:ph type="ctrTitle"/>
          </p:nvPr>
        </p:nvSpPr>
        <p:spPr>
          <a:xfrm>
            <a:off x="701000" y="938350"/>
            <a:ext cx="4284000" cy="798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41"/>
          <p:cNvSpPr txBox="1"/>
          <p:nvPr>
            <p:ph idx="1" type="subTitle"/>
          </p:nvPr>
        </p:nvSpPr>
        <p:spPr>
          <a:xfrm>
            <a:off x="1052725" y="3059150"/>
            <a:ext cx="3570900" cy="745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41"/>
          <p:cNvSpPr txBox="1"/>
          <p:nvPr>
            <p:ph idx="2" type="subTitle"/>
          </p:nvPr>
        </p:nvSpPr>
        <p:spPr>
          <a:xfrm>
            <a:off x="1385150" y="2031988"/>
            <a:ext cx="2915700" cy="5589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41"/>
          <p:cNvSpPr txBox="1"/>
          <p:nvPr/>
        </p:nvSpPr>
        <p:spPr>
          <a:xfrm>
            <a:off x="906025" y="4122950"/>
            <a:ext cx="386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infographics &amp; images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2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42"/>
          <p:cNvGrpSpPr/>
          <p:nvPr/>
        </p:nvGrpSpPr>
        <p:grpSpPr>
          <a:xfrm>
            <a:off x="6215323" y="535000"/>
            <a:ext cx="2604902" cy="4608600"/>
            <a:chOff x="6215323" y="535000"/>
            <a:chExt cx="2604902" cy="4608600"/>
          </a:xfrm>
        </p:grpSpPr>
        <p:sp>
          <p:nvSpPr>
            <p:cNvPr id="221" name="Google Shape;221;p42"/>
            <p:cNvSpPr/>
            <p:nvPr/>
          </p:nvSpPr>
          <p:spPr>
            <a:xfrm rot="-5400000">
              <a:off x="7596075" y="1714575"/>
              <a:ext cx="123900" cy="230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2"/>
            <p:cNvSpPr/>
            <p:nvPr/>
          </p:nvSpPr>
          <p:spPr>
            <a:xfrm rot="-5400000">
              <a:off x="6555525" y="2755125"/>
              <a:ext cx="123900" cy="223800"/>
            </a:xfrm>
            <a:prstGeom prst="rect">
              <a:avLst/>
            </a:pr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2"/>
            <p:cNvSpPr/>
            <p:nvPr/>
          </p:nvSpPr>
          <p:spPr>
            <a:xfrm rot="-5400000">
              <a:off x="8646375" y="2755125"/>
              <a:ext cx="123900" cy="223800"/>
            </a:xfrm>
            <a:prstGeom prst="rect">
              <a:avLst/>
            </a:pr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2"/>
            <p:cNvSpPr/>
            <p:nvPr/>
          </p:nvSpPr>
          <p:spPr>
            <a:xfrm>
              <a:off x="8696325" y="543600"/>
              <a:ext cx="123900" cy="4599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2"/>
            <p:cNvSpPr/>
            <p:nvPr/>
          </p:nvSpPr>
          <p:spPr>
            <a:xfrm>
              <a:off x="6505575" y="535000"/>
              <a:ext cx="123900" cy="460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p42"/>
            <p:cNvGrpSpPr/>
            <p:nvPr/>
          </p:nvGrpSpPr>
          <p:grpSpPr>
            <a:xfrm>
              <a:off x="6215323" y="709602"/>
              <a:ext cx="1789400" cy="1681138"/>
              <a:chOff x="-1147275" y="833450"/>
              <a:chExt cx="1351000" cy="1269550"/>
            </a:xfrm>
          </p:grpSpPr>
          <p:sp>
            <p:nvSpPr>
              <p:cNvPr id="227" name="Google Shape;227;p42"/>
              <p:cNvSpPr/>
              <p:nvPr/>
            </p:nvSpPr>
            <p:spPr>
              <a:xfrm>
                <a:off x="-1147275" y="833450"/>
                <a:ext cx="1351000" cy="1269550"/>
              </a:xfrm>
              <a:custGeom>
                <a:rect b="b" l="l" r="r" t="t"/>
                <a:pathLst>
                  <a:path extrusionOk="0" h="50782" w="54040">
                    <a:moveTo>
                      <a:pt x="43150" y="1"/>
                    </a:moveTo>
                    <a:cubicBezTo>
                      <a:pt x="35114" y="1"/>
                      <a:pt x="22646" y="3136"/>
                      <a:pt x="13705" y="12119"/>
                    </a:cubicBezTo>
                    <a:cubicBezTo>
                      <a:pt x="627" y="25181"/>
                      <a:pt x="0" y="45708"/>
                      <a:pt x="3304" y="49088"/>
                    </a:cubicBezTo>
                    <a:cubicBezTo>
                      <a:pt x="4365" y="50130"/>
                      <a:pt x="7114" y="50781"/>
                      <a:pt x="10791" y="50781"/>
                    </a:cubicBezTo>
                    <a:cubicBezTo>
                      <a:pt x="18832" y="50781"/>
                      <a:pt x="31310" y="47666"/>
                      <a:pt x="40274" y="38703"/>
                    </a:cubicBezTo>
                    <a:cubicBezTo>
                      <a:pt x="53336" y="25640"/>
                      <a:pt x="54040" y="5052"/>
                      <a:pt x="50659" y="1733"/>
                    </a:cubicBezTo>
                    <a:cubicBezTo>
                      <a:pt x="49617" y="667"/>
                      <a:pt x="46854" y="1"/>
                      <a:pt x="431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2"/>
              <p:cNvSpPr/>
              <p:nvPr/>
            </p:nvSpPr>
            <p:spPr>
              <a:xfrm>
                <a:off x="-1147275" y="833450"/>
                <a:ext cx="1273000" cy="1231825"/>
              </a:xfrm>
              <a:custGeom>
                <a:rect b="b" l="l" r="r" t="t"/>
                <a:pathLst>
                  <a:path extrusionOk="0" h="49273" w="50920">
                    <a:moveTo>
                      <a:pt x="43150" y="1"/>
                    </a:moveTo>
                    <a:cubicBezTo>
                      <a:pt x="35114" y="1"/>
                      <a:pt x="22646" y="3136"/>
                      <a:pt x="13705" y="12119"/>
                    </a:cubicBezTo>
                    <a:cubicBezTo>
                      <a:pt x="627" y="25181"/>
                      <a:pt x="0" y="45708"/>
                      <a:pt x="3304" y="49088"/>
                    </a:cubicBezTo>
                    <a:cubicBezTo>
                      <a:pt x="3442" y="49150"/>
                      <a:pt x="3503" y="49211"/>
                      <a:pt x="3564" y="49272"/>
                    </a:cubicBezTo>
                    <a:cubicBezTo>
                      <a:pt x="1270" y="46029"/>
                      <a:pt x="4207" y="28179"/>
                      <a:pt x="17009" y="15377"/>
                    </a:cubicBezTo>
                    <a:cubicBezTo>
                      <a:pt x="27170" y="5216"/>
                      <a:pt x="40593" y="1256"/>
                      <a:pt x="47280" y="1256"/>
                    </a:cubicBezTo>
                    <a:cubicBezTo>
                      <a:pt x="48988" y="1256"/>
                      <a:pt x="50257" y="1514"/>
                      <a:pt x="50919" y="1993"/>
                    </a:cubicBezTo>
                    <a:cubicBezTo>
                      <a:pt x="50858" y="1856"/>
                      <a:pt x="50720" y="1794"/>
                      <a:pt x="50659" y="1733"/>
                    </a:cubicBezTo>
                    <a:cubicBezTo>
                      <a:pt x="49617" y="667"/>
                      <a:pt x="46854" y="1"/>
                      <a:pt x="43150" y="1"/>
                    </a:cubicBez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2"/>
              <p:cNvSpPr/>
              <p:nvPr/>
            </p:nvSpPr>
            <p:spPr>
              <a:xfrm>
                <a:off x="-376375" y="848100"/>
                <a:ext cx="524275" cy="524275"/>
              </a:xfrm>
              <a:custGeom>
                <a:rect b="b" l="l" r="r" t="t"/>
                <a:pathLst>
                  <a:path extrusionOk="0" h="20971" w="20971">
                    <a:moveTo>
                      <a:pt x="5935" y="0"/>
                    </a:moveTo>
                    <a:cubicBezTo>
                      <a:pt x="4023" y="321"/>
                      <a:pt x="2050" y="765"/>
                      <a:pt x="0" y="1407"/>
                    </a:cubicBezTo>
                    <a:lnTo>
                      <a:pt x="19579" y="20970"/>
                    </a:lnTo>
                    <a:cubicBezTo>
                      <a:pt x="20206" y="18936"/>
                      <a:pt x="20649" y="16948"/>
                      <a:pt x="20970" y="15036"/>
                    </a:cubicBezTo>
                    <a:lnTo>
                      <a:pt x="5935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2"/>
              <p:cNvSpPr/>
              <p:nvPr/>
            </p:nvSpPr>
            <p:spPr>
              <a:xfrm>
                <a:off x="-1091450" y="1565075"/>
                <a:ext cx="522375" cy="522750"/>
              </a:xfrm>
              <a:custGeom>
                <a:rect b="b" l="l" r="r" t="t"/>
                <a:pathLst>
                  <a:path extrusionOk="0" h="20910" w="20895">
                    <a:moveTo>
                      <a:pt x="1392" y="0"/>
                    </a:moveTo>
                    <a:cubicBezTo>
                      <a:pt x="765" y="2035"/>
                      <a:pt x="306" y="4023"/>
                      <a:pt x="0" y="5859"/>
                    </a:cubicBezTo>
                    <a:lnTo>
                      <a:pt x="14975" y="20909"/>
                    </a:lnTo>
                    <a:cubicBezTo>
                      <a:pt x="16887" y="20588"/>
                      <a:pt x="18860" y="20145"/>
                      <a:pt x="20894" y="19502"/>
                    </a:cubicBezTo>
                    <a:lnTo>
                      <a:pt x="1392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42"/>
              <p:cNvSpPr/>
              <p:nvPr/>
            </p:nvSpPr>
            <p:spPr>
              <a:xfrm>
                <a:off x="-1070800" y="1565075"/>
                <a:ext cx="501725" cy="502100"/>
              </a:xfrm>
              <a:custGeom>
                <a:rect b="b" l="l" r="r" t="t"/>
                <a:pathLst>
                  <a:path extrusionOk="0" h="20084" w="20069">
                    <a:moveTo>
                      <a:pt x="566" y="0"/>
                    </a:moveTo>
                    <a:cubicBezTo>
                      <a:pt x="322" y="643"/>
                      <a:pt x="123" y="1346"/>
                      <a:pt x="0" y="1973"/>
                    </a:cubicBezTo>
                    <a:lnTo>
                      <a:pt x="18034" y="20084"/>
                    </a:lnTo>
                    <a:cubicBezTo>
                      <a:pt x="18737" y="19885"/>
                      <a:pt x="19441" y="19762"/>
                      <a:pt x="20068" y="19502"/>
                    </a:cubicBez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2"/>
              <p:cNvSpPr/>
              <p:nvPr/>
            </p:nvSpPr>
            <p:spPr>
              <a:xfrm>
                <a:off x="-376375" y="868750"/>
                <a:ext cx="503625" cy="503625"/>
              </a:xfrm>
              <a:custGeom>
                <a:rect b="b" l="l" r="r" t="t"/>
                <a:pathLst>
                  <a:path extrusionOk="0" h="20145" w="20145">
                    <a:moveTo>
                      <a:pt x="2050" y="0"/>
                    </a:moveTo>
                    <a:cubicBezTo>
                      <a:pt x="1407" y="199"/>
                      <a:pt x="704" y="382"/>
                      <a:pt x="0" y="581"/>
                    </a:cubicBezTo>
                    <a:lnTo>
                      <a:pt x="19579" y="20144"/>
                    </a:lnTo>
                    <a:cubicBezTo>
                      <a:pt x="19762" y="19441"/>
                      <a:pt x="19961" y="18737"/>
                      <a:pt x="20145" y="18110"/>
                    </a:cubicBezTo>
                    <a:lnTo>
                      <a:pt x="2050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42"/>
              <p:cNvSpPr/>
              <p:nvPr/>
            </p:nvSpPr>
            <p:spPr>
              <a:xfrm>
                <a:off x="-722075" y="1220625"/>
                <a:ext cx="500575" cy="495025"/>
              </a:xfrm>
              <a:custGeom>
                <a:rect b="b" l="l" r="r" t="t"/>
                <a:pathLst>
                  <a:path extrusionOk="0" h="19801" w="20023">
                    <a:moveTo>
                      <a:pt x="18776" y="1"/>
                    </a:moveTo>
                    <a:cubicBezTo>
                      <a:pt x="18497" y="1"/>
                      <a:pt x="18226" y="112"/>
                      <a:pt x="18034" y="333"/>
                    </a:cubicBezTo>
                    <a:lnTo>
                      <a:pt x="16383" y="1985"/>
                    </a:lnTo>
                    <a:lnTo>
                      <a:pt x="15235" y="838"/>
                    </a:lnTo>
                    <a:cubicBezTo>
                      <a:pt x="15014" y="616"/>
                      <a:pt x="14727" y="506"/>
                      <a:pt x="14440" y="506"/>
                    </a:cubicBezTo>
                    <a:cubicBezTo>
                      <a:pt x="14153" y="506"/>
                      <a:pt x="13866" y="616"/>
                      <a:pt x="13645" y="838"/>
                    </a:cubicBezTo>
                    <a:cubicBezTo>
                      <a:pt x="13201" y="1282"/>
                      <a:pt x="13201" y="1985"/>
                      <a:pt x="13645" y="2368"/>
                    </a:cubicBezTo>
                    <a:lnTo>
                      <a:pt x="14792" y="3515"/>
                    </a:lnTo>
                    <a:lnTo>
                      <a:pt x="12115" y="6192"/>
                    </a:lnTo>
                    <a:lnTo>
                      <a:pt x="10968" y="5045"/>
                    </a:lnTo>
                    <a:cubicBezTo>
                      <a:pt x="10746" y="4853"/>
                      <a:pt x="10459" y="4758"/>
                      <a:pt x="10180" y="4758"/>
                    </a:cubicBezTo>
                    <a:cubicBezTo>
                      <a:pt x="9901" y="4758"/>
                      <a:pt x="9630" y="4853"/>
                      <a:pt x="9438" y="5045"/>
                    </a:cubicBezTo>
                    <a:cubicBezTo>
                      <a:pt x="8995" y="5488"/>
                      <a:pt x="8995" y="6192"/>
                      <a:pt x="9438" y="6635"/>
                    </a:cubicBezTo>
                    <a:lnTo>
                      <a:pt x="10524" y="7782"/>
                    </a:lnTo>
                    <a:lnTo>
                      <a:pt x="7848" y="10459"/>
                    </a:lnTo>
                    <a:lnTo>
                      <a:pt x="6762" y="9312"/>
                    </a:lnTo>
                    <a:cubicBezTo>
                      <a:pt x="6540" y="9090"/>
                      <a:pt x="6253" y="8979"/>
                      <a:pt x="5966" y="8979"/>
                    </a:cubicBezTo>
                    <a:cubicBezTo>
                      <a:pt x="5679" y="8979"/>
                      <a:pt x="5393" y="9090"/>
                      <a:pt x="5171" y="9312"/>
                    </a:cubicBezTo>
                    <a:cubicBezTo>
                      <a:pt x="4727" y="9771"/>
                      <a:pt x="4727" y="10459"/>
                      <a:pt x="5171" y="10918"/>
                    </a:cubicBezTo>
                    <a:lnTo>
                      <a:pt x="6318" y="11989"/>
                    </a:lnTo>
                    <a:lnTo>
                      <a:pt x="3641" y="14665"/>
                    </a:lnTo>
                    <a:lnTo>
                      <a:pt x="2494" y="13595"/>
                    </a:lnTo>
                    <a:cubicBezTo>
                      <a:pt x="2272" y="13365"/>
                      <a:pt x="1986" y="13251"/>
                      <a:pt x="1699" y="13251"/>
                    </a:cubicBezTo>
                    <a:cubicBezTo>
                      <a:pt x="1412" y="13251"/>
                      <a:pt x="1125" y="13365"/>
                      <a:pt x="903" y="13595"/>
                    </a:cubicBezTo>
                    <a:cubicBezTo>
                      <a:pt x="521" y="13977"/>
                      <a:pt x="521" y="14665"/>
                      <a:pt x="903" y="15124"/>
                    </a:cubicBezTo>
                    <a:lnTo>
                      <a:pt x="2051" y="16272"/>
                    </a:lnTo>
                    <a:lnTo>
                      <a:pt x="383" y="17923"/>
                    </a:lnTo>
                    <a:cubicBezTo>
                      <a:pt x="1" y="18367"/>
                      <a:pt x="1" y="19071"/>
                      <a:pt x="383" y="19514"/>
                    </a:cubicBezTo>
                    <a:cubicBezTo>
                      <a:pt x="605" y="19705"/>
                      <a:pt x="892" y="19801"/>
                      <a:pt x="1179" y="19801"/>
                    </a:cubicBezTo>
                    <a:cubicBezTo>
                      <a:pt x="1466" y="19801"/>
                      <a:pt x="1752" y="19705"/>
                      <a:pt x="1974" y="19514"/>
                    </a:cubicBezTo>
                    <a:lnTo>
                      <a:pt x="3641" y="17862"/>
                    </a:lnTo>
                    <a:lnTo>
                      <a:pt x="4911" y="19132"/>
                    </a:lnTo>
                    <a:cubicBezTo>
                      <a:pt x="5133" y="19354"/>
                      <a:pt x="5419" y="19464"/>
                      <a:pt x="5706" y="19464"/>
                    </a:cubicBezTo>
                    <a:cubicBezTo>
                      <a:pt x="5993" y="19464"/>
                      <a:pt x="6280" y="19354"/>
                      <a:pt x="6502" y="19132"/>
                    </a:cubicBezTo>
                    <a:cubicBezTo>
                      <a:pt x="6884" y="18688"/>
                      <a:pt x="6884" y="17985"/>
                      <a:pt x="6502" y="17541"/>
                    </a:cubicBezTo>
                    <a:lnTo>
                      <a:pt x="5232" y="16272"/>
                    </a:lnTo>
                    <a:lnTo>
                      <a:pt x="7848" y="13595"/>
                    </a:lnTo>
                    <a:lnTo>
                      <a:pt x="9178" y="14864"/>
                    </a:lnTo>
                    <a:cubicBezTo>
                      <a:pt x="9370" y="15086"/>
                      <a:pt x="9641" y="15197"/>
                      <a:pt x="9920" y="15197"/>
                    </a:cubicBezTo>
                    <a:cubicBezTo>
                      <a:pt x="10199" y="15197"/>
                      <a:pt x="10486" y="15086"/>
                      <a:pt x="10708" y="14864"/>
                    </a:cubicBezTo>
                    <a:cubicBezTo>
                      <a:pt x="11151" y="14421"/>
                      <a:pt x="11151" y="13717"/>
                      <a:pt x="10708" y="13335"/>
                    </a:cubicBezTo>
                    <a:lnTo>
                      <a:pt x="9438" y="11989"/>
                    </a:lnTo>
                    <a:lnTo>
                      <a:pt x="12115" y="9389"/>
                    </a:lnTo>
                    <a:lnTo>
                      <a:pt x="13385" y="10658"/>
                    </a:lnTo>
                    <a:cubicBezTo>
                      <a:pt x="13606" y="10849"/>
                      <a:pt x="13893" y="10945"/>
                      <a:pt x="14180" y="10945"/>
                    </a:cubicBezTo>
                    <a:cubicBezTo>
                      <a:pt x="14467" y="10945"/>
                      <a:pt x="14754" y="10849"/>
                      <a:pt x="14975" y="10658"/>
                    </a:cubicBezTo>
                    <a:cubicBezTo>
                      <a:pt x="15434" y="10214"/>
                      <a:pt x="15434" y="9511"/>
                      <a:pt x="14975" y="9067"/>
                    </a:cubicBezTo>
                    <a:lnTo>
                      <a:pt x="13706" y="7782"/>
                    </a:lnTo>
                    <a:lnTo>
                      <a:pt x="16383" y="5106"/>
                    </a:lnTo>
                    <a:lnTo>
                      <a:pt x="17652" y="6391"/>
                    </a:lnTo>
                    <a:cubicBezTo>
                      <a:pt x="17882" y="6612"/>
                      <a:pt x="18168" y="6723"/>
                      <a:pt x="18446" y="6723"/>
                    </a:cubicBezTo>
                    <a:cubicBezTo>
                      <a:pt x="18723" y="6723"/>
                      <a:pt x="18990" y="6612"/>
                      <a:pt x="19182" y="6391"/>
                    </a:cubicBezTo>
                    <a:cubicBezTo>
                      <a:pt x="19641" y="5947"/>
                      <a:pt x="19641" y="5243"/>
                      <a:pt x="19182" y="4800"/>
                    </a:cubicBezTo>
                    <a:lnTo>
                      <a:pt x="17912" y="3515"/>
                    </a:lnTo>
                    <a:lnTo>
                      <a:pt x="19564" y="1863"/>
                    </a:lnTo>
                    <a:cubicBezTo>
                      <a:pt x="20023" y="1481"/>
                      <a:pt x="20023" y="777"/>
                      <a:pt x="19564" y="333"/>
                    </a:cubicBezTo>
                    <a:cubicBezTo>
                      <a:pt x="19342" y="112"/>
                      <a:pt x="19055" y="1"/>
                      <a:pt x="18776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3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3"/>
          <p:cNvSpPr/>
          <p:nvPr/>
        </p:nvSpPr>
        <p:spPr>
          <a:xfrm>
            <a:off x="2060042" y="2073851"/>
            <a:ext cx="526465" cy="581773"/>
          </a:xfrm>
          <a:custGeom>
            <a:rect b="b" l="l" r="r" t="t"/>
            <a:pathLst>
              <a:path extrusionOk="0" h="3681" w="3331">
                <a:moveTo>
                  <a:pt x="1478" y="1"/>
                </a:moveTo>
                <a:cubicBezTo>
                  <a:pt x="1478" y="1"/>
                  <a:pt x="45" y="1548"/>
                  <a:pt x="14" y="1602"/>
                </a:cubicBezTo>
                <a:cubicBezTo>
                  <a:pt x="1" y="1646"/>
                  <a:pt x="662" y="3345"/>
                  <a:pt x="1322" y="3655"/>
                </a:cubicBezTo>
                <a:cubicBezTo>
                  <a:pt x="1357" y="3673"/>
                  <a:pt x="1394" y="3681"/>
                  <a:pt x="1432" y="3681"/>
                </a:cubicBezTo>
                <a:cubicBezTo>
                  <a:pt x="2121" y="3681"/>
                  <a:pt x="3330" y="1066"/>
                  <a:pt x="3301" y="999"/>
                </a:cubicBezTo>
                <a:lnTo>
                  <a:pt x="1478" y="1"/>
                </a:ln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3"/>
          <p:cNvSpPr/>
          <p:nvPr/>
        </p:nvSpPr>
        <p:spPr>
          <a:xfrm>
            <a:off x="727997" y="3004276"/>
            <a:ext cx="603593" cy="1061131"/>
          </a:xfrm>
          <a:custGeom>
            <a:rect b="b" l="l" r="r" t="t"/>
            <a:pathLst>
              <a:path extrusionOk="0" h="6714" w="3819">
                <a:moveTo>
                  <a:pt x="617" y="0"/>
                </a:moveTo>
                <a:lnTo>
                  <a:pt x="0" y="1393"/>
                </a:lnTo>
                <a:cubicBezTo>
                  <a:pt x="0" y="1393"/>
                  <a:pt x="971" y="2782"/>
                  <a:pt x="1180" y="3203"/>
                </a:cubicBezTo>
                <a:cubicBezTo>
                  <a:pt x="1393" y="3625"/>
                  <a:pt x="1531" y="4454"/>
                  <a:pt x="1531" y="4454"/>
                </a:cubicBezTo>
                <a:cubicBezTo>
                  <a:pt x="1393" y="4734"/>
                  <a:pt x="1939" y="5563"/>
                  <a:pt x="2010" y="5705"/>
                </a:cubicBezTo>
                <a:cubicBezTo>
                  <a:pt x="2080" y="5846"/>
                  <a:pt x="2151" y="6197"/>
                  <a:pt x="2151" y="6197"/>
                </a:cubicBezTo>
                <a:cubicBezTo>
                  <a:pt x="2129" y="6153"/>
                  <a:pt x="2094" y="6136"/>
                  <a:pt x="2057" y="6136"/>
                </a:cubicBezTo>
                <a:cubicBezTo>
                  <a:pt x="1976" y="6136"/>
                  <a:pt x="1890" y="6219"/>
                  <a:pt x="1939" y="6268"/>
                </a:cubicBezTo>
                <a:cubicBezTo>
                  <a:pt x="2010" y="6335"/>
                  <a:pt x="2010" y="6548"/>
                  <a:pt x="2290" y="6689"/>
                </a:cubicBezTo>
                <a:cubicBezTo>
                  <a:pt x="2324" y="6706"/>
                  <a:pt x="2357" y="6714"/>
                  <a:pt x="2388" y="6714"/>
                </a:cubicBezTo>
                <a:cubicBezTo>
                  <a:pt x="2605" y="6714"/>
                  <a:pt x="2711" y="6335"/>
                  <a:pt x="2711" y="6335"/>
                </a:cubicBezTo>
                <a:cubicBezTo>
                  <a:pt x="2805" y="6406"/>
                  <a:pt x="2898" y="6430"/>
                  <a:pt x="2979" y="6430"/>
                </a:cubicBezTo>
                <a:cubicBezTo>
                  <a:pt x="3142" y="6430"/>
                  <a:pt x="3260" y="6335"/>
                  <a:pt x="3260" y="6335"/>
                </a:cubicBezTo>
                <a:cubicBezTo>
                  <a:pt x="3343" y="6366"/>
                  <a:pt x="3413" y="6381"/>
                  <a:pt x="3473" y="6381"/>
                </a:cubicBezTo>
                <a:cubicBezTo>
                  <a:pt x="3819" y="6381"/>
                  <a:pt x="3810" y="5894"/>
                  <a:pt x="3753" y="5368"/>
                </a:cubicBezTo>
                <a:cubicBezTo>
                  <a:pt x="3682" y="4734"/>
                  <a:pt x="3399" y="4174"/>
                  <a:pt x="2782" y="3345"/>
                </a:cubicBezTo>
                <a:cubicBezTo>
                  <a:pt x="2151" y="2502"/>
                  <a:pt x="1868" y="634"/>
                  <a:pt x="1868" y="351"/>
                </a:cubicBezTo>
                <a:lnTo>
                  <a:pt x="617" y="0"/>
                </a:ln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3"/>
          <p:cNvSpPr/>
          <p:nvPr/>
        </p:nvSpPr>
        <p:spPr>
          <a:xfrm>
            <a:off x="1651325" y="1419060"/>
            <a:ext cx="1072843" cy="970412"/>
          </a:xfrm>
          <a:custGeom>
            <a:rect b="b" l="l" r="r" t="t"/>
            <a:pathLst>
              <a:path extrusionOk="0" h="6140" w="6788">
                <a:moveTo>
                  <a:pt x="2995" y="0"/>
                </a:moveTo>
                <a:cubicBezTo>
                  <a:pt x="1744" y="0"/>
                  <a:pt x="662" y="803"/>
                  <a:pt x="213" y="1912"/>
                </a:cubicBezTo>
                <a:cubicBezTo>
                  <a:pt x="213" y="1912"/>
                  <a:pt x="254" y="1996"/>
                  <a:pt x="186" y="2023"/>
                </a:cubicBezTo>
                <a:cubicBezTo>
                  <a:pt x="170" y="2037"/>
                  <a:pt x="170" y="2037"/>
                  <a:pt x="170" y="2054"/>
                </a:cubicBezTo>
                <a:cubicBezTo>
                  <a:pt x="58" y="2374"/>
                  <a:pt x="1" y="2711"/>
                  <a:pt x="1" y="3065"/>
                </a:cubicBezTo>
                <a:cubicBezTo>
                  <a:pt x="1" y="3190"/>
                  <a:pt x="1" y="3318"/>
                  <a:pt x="18" y="3429"/>
                </a:cubicBezTo>
                <a:cubicBezTo>
                  <a:pt x="200" y="4946"/>
                  <a:pt x="1464" y="6140"/>
                  <a:pt x="2995" y="6140"/>
                </a:cubicBezTo>
                <a:cubicBezTo>
                  <a:pt x="3234" y="6140"/>
                  <a:pt x="3474" y="6099"/>
                  <a:pt x="3696" y="6042"/>
                </a:cubicBezTo>
                <a:lnTo>
                  <a:pt x="4033" y="5155"/>
                </a:lnTo>
                <a:lnTo>
                  <a:pt x="5355" y="4946"/>
                </a:lnTo>
                <a:lnTo>
                  <a:pt x="6198" y="5368"/>
                </a:lnTo>
                <a:cubicBezTo>
                  <a:pt x="6198" y="5368"/>
                  <a:pt x="6788" y="284"/>
                  <a:pt x="324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3"/>
          <p:cNvSpPr/>
          <p:nvPr/>
        </p:nvSpPr>
        <p:spPr>
          <a:xfrm>
            <a:off x="1593794" y="1721247"/>
            <a:ext cx="169113" cy="403969"/>
          </a:xfrm>
          <a:custGeom>
            <a:rect b="b" l="l" r="r" t="t"/>
            <a:pathLst>
              <a:path extrusionOk="0" h="2556" w="1070">
                <a:moveTo>
                  <a:pt x="422" y="0"/>
                </a:moveTo>
                <a:lnTo>
                  <a:pt x="1" y="745"/>
                </a:lnTo>
                <a:cubicBezTo>
                  <a:pt x="1" y="745"/>
                  <a:pt x="196" y="1136"/>
                  <a:pt x="382" y="1517"/>
                </a:cubicBezTo>
                <a:cubicBezTo>
                  <a:pt x="550" y="1854"/>
                  <a:pt x="689" y="2191"/>
                  <a:pt x="702" y="2262"/>
                </a:cubicBezTo>
                <a:cubicBezTo>
                  <a:pt x="719" y="2417"/>
                  <a:pt x="689" y="2485"/>
                  <a:pt x="689" y="2485"/>
                </a:cubicBezTo>
                <a:lnTo>
                  <a:pt x="888" y="2556"/>
                </a:lnTo>
                <a:lnTo>
                  <a:pt x="1070" y="1881"/>
                </a:lnTo>
                <a:cubicBezTo>
                  <a:pt x="1070" y="1881"/>
                  <a:pt x="564" y="337"/>
                  <a:pt x="534" y="142"/>
                </a:cubicBezTo>
                <a:lnTo>
                  <a:pt x="534" y="111"/>
                </a:lnTo>
                <a:lnTo>
                  <a:pt x="550" y="111"/>
                </a:lnTo>
                <a:cubicBezTo>
                  <a:pt x="564" y="71"/>
                  <a:pt x="564" y="41"/>
                  <a:pt x="5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3"/>
          <p:cNvSpPr/>
          <p:nvPr/>
        </p:nvSpPr>
        <p:spPr>
          <a:xfrm>
            <a:off x="-273250" y="1805328"/>
            <a:ext cx="2222657" cy="1555345"/>
          </a:xfrm>
          <a:custGeom>
            <a:rect b="b" l="l" r="r" t="t"/>
            <a:pathLst>
              <a:path extrusionOk="0" h="9841" w="14063">
                <a:moveTo>
                  <a:pt x="9397" y="1"/>
                </a:moveTo>
                <a:lnTo>
                  <a:pt x="8837" y="351"/>
                </a:lnTo>
                <a:lnTo>
                  <a:pt x="8274" y="351"/>
                </a:lnTo>
                <a:lnTo>
                  <a:pt x="7994" y="564"/>
                </a:lnTo>
                <a:lnTo>
                  <a:pt x="7866" y="493"/>
                </a:lnTo>
                <a:lnTo>
                  <a:pt x="7445" y="830"/>
                </a:lnTo>
                <a:lnTo>
                  <a:pt x="7165" y="830"/>
                </a:lnTo>
                <a:lnTo>
                  <a:pt x="7023" y="1042"/>
                </a:lnTo>
                <a:lnTo>
                  <a:pt x="6265" y="1110"/>
                </a:lnTo>
                <a:lnTo>
                  <a:pt x="6126" y="1393"/>
                </a:lnTo>
                <a:lnTo>
                  <a:pt x="5985" y="1322"/>
                </a:lnTo>
                <a:lnTo>
                  <a:pt x="5843" y="1531"/>
                </a:lnTo>
                <a:lnTo>
                  <a:pt x="5351" y="1744"/>
                </a:lnTo>
                <a:lnTo>
                  <a:pt x="5142" y="1602"/>
                </a:lnTo>
                <a:lnTo>
                  <a:pt x="4929" y="1815"/>
                </a:lnTo>
                <a:lnTo>
                  <a:pt x="4734" y="1602"/>
                </a:lnTo>
                <a:lnTo>
                  <a:pt x="2640" y="1953"/>
                </a:lnTo>
                <a:lnTo>
                  <a:pt x="759" y="1953"/>
                </a:lnTo>
                <a:cubicBezTo>
                  <a:pt x="759" y="1953"/>
                  <a:pt x="0" y="3962"/>
                  <a:pt x="142" y="5705"/>
                </a:cubicBezTo>
                <a:cubicBezTo>
                  <a:pt x="261" y="7366"/>
                  <a:pt x="4131" y="9840"/>
                  <a:pt x="5395" y="9840"/>
                </a:cubicBezTo>
                <a:cubicBezTo>
                  <a:pt x="5458" y="9840"/>
                  <a:pt x="5514" y="9834"/>
                  <a:pt x="5563" y="9822"/>
                </a:cubicBezTo>
                <a:cubicBezTo>
                  <a:pt x="6602" y="9538"/>
                  <a:pt x="7994" y="8696"/>
                  <a:pt x="7994" y="8696"/>
                </a:cubicBezTo>
                <a:cubicBezTo>
                  <a:pt x="8238" y="8730"/>
                  <a:pt x="8477" y="8746"/>
                  <a:pt x="8711" y="8746"/>
                </a:cubicBezTo>
                <a:cubicBezTo>
                  <a:pt x="11826" y="8746"/>
                  <a:pt x="14063" y="5914"/>
                  <a:pt x="14063" y="5914"/>
                </a:cubicBezTo>
                <a:cubicBezTo>
                  <a:pt x="14063" y="5914"/>
                  <a:pt x="12040" y="1"/>
                  <a:pt x="1196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3"/>
          <p:cNvSpPr/>
          <p:nvPr/>
        </p:nvSpPr>
        <p:spPr>
          <a:xfrm>
            <a:off x="995101" y="2564272"/>
            <a:ext cx="1007569" cy="2640183"/>
          </a:xfrm>
          <a:custGeom>
            <a:rect b="b" l="l" r="r" t="t"/>
            <a:pathLst>
              <a:path extrusionOk="0" h="16705" w="6375">
                <a:moveTo>
                  <a:pt x="784" y="1"/>
                </a:moveTo>
                <a:cubicBezTo>
                  <a:pt x="15" y="1"/>
                  <a:pt x="0" y="786"/>
                  <a:pt x="40" y="1112"/>
                </a:cubicBezTo>
                <a:cubicBezTo>
                  <a:pt x="107" y="1604"/>
                  <a:pt x="1163" y="2434"/>
                  <a:pt x="1163" y="2434"/>
                </a:cubicBezTo>
                <a:cubicBezTo>
                  <a:pt x="741" y="4177"/>
                  <a:pt x="1513" y="6409"/>
                  <a:pt x="1780" y="7167"/>
                </a:cubicBezTo>
                <a:cubicBezTo>
                  <a:pt x="2063" y="7939"/>
                  <a:pt x="2063" y="8769"/>
                  <a:pt x="2063" y="8769"/>
                </a:cubicBezTo>
                <a:cubicBezTo>
                  <a:pt x="2130" y="9878"/>
                  <a:pt x="4224" y="14544"/>
                  <a:pt x="4224" y="14544"/>
                </a:cubicBezTo>
                <a:cubicBezTo>
                  <a:pt x="4015" y="15036"/>
                  <a:pt x="4507" y="16705"/>
                  <a:pt x="4507" y="16705"/>
                </a:cubicBezTo>
                <a:lnTo>
                  <a:pt x="6375" y="16705"/>
                </a:lnTo>
                <a:lnTo>
                  <a:pt x="4844" y="11621"/>
                </a:lnTo>
                <a:cubicBezTo>
                  <a:pt x="4982" y="10653"/>
                  <a:pt x="3944" y="7238"/>
                  <a:pt x="3944" y="7238"/>
                </a:cubicBezTo>
                <a:cubicBezTo>
                  <a:pt x="4295" y="6692"/>
                  <a:pt x="4015" y="4035"/>
                  <a:pt x="4015" y="4035"/>
                </a:cubicBezTo>
                <a:cubicBezTo>
                  <a:pt x="4055" y="3978"/>
                  <a:pt x="4099" y="3910"/>
                  <a:pt x="4126" y="3853"/>
                </a:cubicBezTo>
                <a:cubicBezTo>
                  <a:pt x="5080" y="2225"/>
                  <a:pt x="3523" y="1254"/>
                  <a:pt x="3523" y="1254"/>
                </a:cubicBezTo>
                <a:lnTo>
                  <a:pt x="2413" y="623"/>
                </a:lnTo>
                <a:cubicBezTo>
                  <a:pt x="2400" y="623"/>
                  <a:pt x="2383" y="606"/>
                  <a:pt x="2370" y="606"/>
                </a:cubicBezTo>
                <a:cubicBezTo>
                  <a:pt x="1641" y="163"/>
                  <a:pt x="1134" y="1"/>
                  <a:pt x="784" y="1"/>
                </a:cubicBez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3"/>
          <p:cNvSpPr/>
          <p:nvPr/>
        </p:nvSpPr>
        <p:spPr>
          <a:xfrm>
            <a:off x="1358300" y="2660049"/>
            <a:ext cx="439853" cy="513338"/>
          </a:xfrm>
          <a:custGeom>
            <a:rect b="b" l="l" r="r" t="t"/>
            <a:pathLst>
              <a:path extrusionOk="0" h="3248" w="2783">
                <a:moveTo>
                  <a:pt x="72" y="0"/>
                </a:moveTo>
                <a:cubicBezTo>
                  <a:pt x="1" y="803"/>
                  <a:pt x="156" y="1757"/>
                  <a:pt x="985" y="2559"/>
                </a:cubicBezTo>
                <a:cubicBezTo>
                  <a:pt x="1282" y="2853"/>
                  <a:pt x="1575" y="3079"/>
                  <a:pt x="1828" y="3247"/>
                </a:cubicBezTo>
                <a:cubicBezTo>
                  <a:pt x="2782" y="1619"/>
                  <a:pt x="1225" y="648"/>
                  <a:pt x="1225" y="648"/>
                </a:cubicBezTo>
                <a:lnTo>
                  <a:pt x="115" y="17"/>
                </a:lnTo>
                <a:cubicBezTo>
                  <a:pt x="102" y="17"/>
                  <a:pt x="85" y="0"/>
                  <a:pt x="72" y="0"/>
                </a:cubicBezTo>
                <a:close/>
              </a:path>
            </a:pathLst>
          </a:custGeom>
          <a:solidFill>
            <a:srgbClr val="000000">
              <a:alpha val="16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3"/>
          <p:cNvSpPr/>
          <p:nvPr/>
        </p:nvSpPr>
        <p:spPr>
          <a:xfrm>
            <a:off x="-373454" y="3577041"/>
            <a:ext cx="1177314" cy="1341349"/>
          </a:xfrm>
          <a:custGeom>
            <a:rect b="b" l="l" r="r" t="t"/>
            <a:pathLst>
              <a:path extrusionOk="0" h="8487" w="7449">
                <a:moveTo>
                  <a:pt x="5368" y="1"/>
                </a:moveTo>
                <a:lnTo>
                  <a:pt x="3908" y="1393"/>
                </a:lnTo>
                <a:cubicBezTo>
                  <a:pt x="3908" y="1393"/>
                  <a:pt x="1814" y="3133"/>
                  <a:pt x="1251" y="4383"/>
                </a:cubicBezTo>
                <a:cubicBezTo>
                  <a:pt x="705" y="5634"/>
                  <a:pt x="1" y="6477"/>
                  <a:pt x="1" y="6477"/>
                </a:cubicBezTo>
                <a:lnTo>
                  <a:pt x="1535" y="8486"/>
                </a:lnTo>
                <a:cubicBezTo>
                  <a:pt x="1535" y="8486"/>
                  <a:pt x="2431" y="6605"/>
                  <a:pt x="2715" y="6335"/>
                </a:cubicBezTo>
                <a:cubicBezTo>
                  <a:pt x="2994" y="6056"/>
                  <a:pt x="6477" y="4033"/>
                  <a:pt x="6969" y="3203"/>
                </a:cubicBezTo>
                <a:cubicBezTo>
                  <a:pt x="7448" y="2361"/>
                  <a:pt x="7165" y="1464"/>
                  <a:pt x="7165" y="1464"/>
                </a:cubicBezTo>
                <a:lnTo>
                  <a:pt x="5368" y="1"/>
                </a:ln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3"/>
          <p:cNvSpPr/>
          <p:nvPr/>
        </p:nvSpPr>
        <p:spPr>
          <a:xfrm>
            <a:off x="-290794" y="2609474"/>
            <a:ext cx="1138750" cy="1444554"/>
          </a:xfrm>
          <a:custGeom>
            <a:rect b="b" l="l" r="r" t="t"/>
            <a:pathLst>
              <a:path extrusionOk="0" h="9140" w="7205">
                <a:moveTo>
                  <a:pt x="1908" y="0"/>
                </a:moveTo>
                <a:lnTo>
                  <a:pt x="1908" y="68"/>
                </a:lnTo>
                <a:lnTo>
                  <a:pt x="41" y="4619"/>
                </a:lnTo>
                <a:cubicBezTo>
                  <a:pt x="0" y="4734"/>
                  <a:pt x="0" y="4858"/>
                  <a:pt x="54" y="4973"/>
                </a:cubicBezTo>
                <a:lnTo>
                  <a:pt x="1544" y="8034"/>
                </a:lnTo>
                <a:cubicBezTo>
                  <a:pt x="1627" y="8177"/>
                  <a:pt x="1780" y="8269"/>
                  <a:pt x="1946" y="8269"/>
                </a:cubicBezTo>
                <a:cubicBezTo>
                  <a:pt x="1976" y="8269"/>
                  <a:pt x="2006" y="8266"/>
                  <a:pt x="2037" y="8260"/>
                </a:cubicBezTo>
                <a:cubicBezTo>
                  <a:pt x="2428" y="8176"/>
                  <a:pt x="3132" y="8048"/>
                  <a:pt x="4073" y="7990"/>
                </a:cubicBezTo>
                <a:cubicBezTo>
                  <a:pt x="4102" y="7989"/>
                  <a:pt x="4132" y="7988"/>
                  <a:pt x="4161" y="7988"/>
                </a:cubicBezTo>
                <a:cubicBezTo>
                  <a:pt x="5065" y="7988"/>
                  <a:pt x="5857" y="8581"/>
                  <a:pt x="6305" y="9019"/>
                </a:cubicBezTo>
                <a:cubicBezTo>
                  <a:pt x="6393" y="9101"/>
                  <a:pt x="6502" y="9140"/>
                  <a:pt x="6607" y="9140"/>
                </a:cubicBezTo>
                <a:cubicBezTo>
                  <a:pt x="6788" y="9140"/>
                  <a:pt x="6961" y="9028"/>
                  <a:pt x="7023" y="8833"/>
                </a:cubicBezTo>
                <a:cubicBezTo>
                  <a:pt x="7121" y="8526"/>
                  <a:pt x="7205" y="8091"/>
                  <a:pt x="7205" y="7515"/>
                </a:cubicBezTo>
                <a:cubicBezTo>
                  <a:pt x="7205" y="6123"/>
                  <a:pt x="1908" y="0"/>
                  <a:pt x="19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3"/>
          <p:cNvSpPr/>
          <p:nvPr/>
        </p:nvSpPr>
        <p:spPr>
          <a:xfrm>
            <a:off x="2060042" y="2188593"/>
            <a:ext cx="584153" cy="571026"/>
          </a:xfrm>
          <a:custGeom>
            <a:rect b="b" l="l" r="r" t="t"/>
            <a:pathLst>
              <a:path extrusionOk="0" h="3613" w="3696">
                <a:moveTo>
                  <a:pt x="1966" y="246"/>
                </a:moveTo>
                <a:lnTo>
                  <a:pt x="1966" y="246"/>
                </a:lnTo>
                <a:cubicBezTo>
                  <a:pt x="1744" y="556"/>
                  <a:pt x="1504" y="849"/>
                  <a:pt x="1252" y="1146"/>
                </a:cubicBezTo>
                <a:cubicBezTo>
                  <a:pt x="1238" y="1116"/>
                  <a:pt x="1208" y="1089"/>
                  <a:pt x="1181" y="1062"/>
                </a:cubicBezTo>
                <a:cubicBezTo>
                  <a:pt x="1208" y="1045"/>
                  <a:pt x="1225" y="1018"/>
                  <a:pt x="1238" y="991"/>
                </a:cubicBezTo>
                <a:cubicBezTo>
                  <a:pt x="1279" y="907"/>
                  <a:pt x="1309" y="822"/>
                  <a:pt x="1349" y="738"/>
                </a:cubicBezTo>
                <a:cubicBezTo>
                  <a:pt x="1393" y="667"/>
                  <a:pt x="1434" y="583"/>
                  <a:pt x="1447" y="499"/>
                </a:cubicBezTo>
                <a:cubicBezTo>
                  <a:pt x="1447" y="428"/>
                  <a:pt x="1447" y="357"/>
                  <a:pt x="1420" y="286"/>
                </a:cubicBezTo>
                <a:cubicBezTo>
                  <a:pt x="1602" y="273"/>
                  <a:pt x="1784" y="259"/>
                  <a:pt x="1966" y="246"/>
                </a:cubicBezTo>
                <a:close/>
                <a:moveTo>
                  <a:pt x="2755" y="162"/>
                </a:moveTo>
                <a:cubicBezTo>
                  <a:pt x="2769" y="175"/>
                  <a:pt x="2796" y="189"/>
                  <a:pt x="2809" y="189"/>
                </a:cubicBezTo>
                <a:cubicBezTo>
                  <a:pt x="2880" y="232"/>
                  <a:pt x="2951" y="259"/>
                  <a:pt x="3035" y="303"/>
                </a:cubicBezTo>
                <a:cubicBezTo>
                  <a:pt x="2867" y="681"/>
                  <a:pt x="2587" y="1004"/>
                  <a:pt x="2304" y="1298"/>
                </a:cubicBezTo>
                <a:cubicBezTo>
                  <a:pt x="2165" y="1453"/>
                  <a:pt x="2010" y="1608"/>
                  <a:pt x="1855" y="1763"/>
                </a:cubicBezTo>
                <a:cubicBezTo>
                  <a:pt x="1687" y="1594"/>
                  <a:pt x="1531" y="1426"/>
                  <a:pt x="1376" y="1257"/>
                </a:cubicBezTo>
                <a:cubicBezTo>
                  <a:pt x="1646" y="947"/>
                  <a:pt x="1899" y="623"/>
                  <a:pt x="2152" y="286"/>
                </a:cubicBezTo>
                <a:cubicBezTo>
                  <a:pt x="2165" y="259"/>
                  <a:pt x="2165" y="246"/>
                  <a:pt x="2165" y="219"/>
                </a:cubicBezTo>
                <a:cubicBezTo>
                  <a:pt x="2219" y="219"/>
                  <a:pt x="2277" y="219"/>
                  <a:pt x="2334" y="202"/>
                </a:cubicBezTo>
                <a:cubicBezTo>
                  <a:pt x="2432" y="202"/>
                  <a:pt x="2529" y="189"/>
                  <a:pt x="2614" y="175"/>
                </a:cubicBezTo>
                <a:cubicBezTo>
                  <a:pt x="2658" y="175"/>
                  <a:pt x="2711" y="175"/>
                  <a:pt x="2755" y="162"/>
                </a:cubicBezTo>
                <a:close/>
                <a:moveTo>
                  <a:pt x="1056" y="1173"/>
                </a:moveTo>
                <a:cubicBezTo>
                  <a:pt x="1083" y="1200"/>
                  <a:pt x="1110" y="1244"/>
                  <a:pt x="1140" y="1271"/>
                </a:cubicBezTo>
                <a:cubicBezTo>
                  <a:pt x="901" y="1551"/>
                  <a:pt x="635" y="1820"/>
                  <a:pt x="365" y="2087"/>
                </a:cubicBezTo>
                <a:cubicBezTo>
                  <a:pt x="365" y="2073"/>
                  <a:pt x="351" y="2073"/>
                  <a:pt x="351" y="2056"/>
                </a:cubicBezTo>
                <a:cubicBezTo>
                  <a:pt x="311" y="1945"/>
                  <a:pt x="227" y="1834"/>
                  <a:pt x="240" y="1692"/>
                </a:cubicBezTo>
                <a:cubicBezTo>
                  <a:pt x="254" y="1537"/>
                  <a:pt x="365" y="1439"/>
                  <a:pt x="507" y="1399"/>
                </a:cubicBezTo>
                <a:cubicBezTo>
                  <a:pt x="635" y="1355"/>
                  <a:pt x="759" y="1315"/>
                  <a:pt x="888" y="1257"/>
                </a:cubicBezTo>
                <a:cubicBezTo>
                  <a:pt x="941" y="1244"/>
                  <a:pt x="999" y="1213"/>
                  <a:pt x="1056" y="1173"/>
                </a:cubicBezTo>
                <a:close/>
                <a:moveTo>
                  <a:pt x="3177" y="371"/>
                </a:moveTo>
                <a:cubicBezTo>
                  <a:pt x="3288" y="428"/>
                  <a:pt x="3386" y="485"/>
                  <a:pt x="3484" y="539"/>
                </a:cubicBezTo>
                <a:cubicBezTo>
                  <a:pt x="3301" y="849"/>
                  <a:pt x="3119" y="1173"/>
                  <a:pt x="2937" y="1483"/>
                </a:cubicBezTo>
                <a:cubicBezTo>
                  <a:pt x="2755" y="1776"/>
                  <a:pt x="2573" y="2073"/>
                  <a:pt x="2374" y="2353"/>
                </a:cubicBezTo>
                <a:cubicBezTo>
                  <a:pt x="2374" y="2340"/>
                  <a:pt x="2374" y="2340"/>
                  <a:pt x="2361" y="2326"/>
                </a:cubicBezTo>
                <a:cubicBezTo>
                  <a:pt x="2334" y="2269"/>
                  <a:pt x="2277" y="2211"/>
                  <a:pt x="2219" y="2157"/>
                </a:cubicBezTo>
                <a:cubicBezTo>
                  <a:pt x="2135" y="2073"/>
                  <a:pt x="2051" y="1972"/>
                  <a:pt x="1966" y="1888"/>
                </a:cubicBezTo>
                <a:cubicBezTo>
                  <a:pt x="2277" y="1594"/>
                  <a:pt x="2587" y="1284"/>
                  <a:pt x="2840" y="947"/>
                </a:cubicBezTo>
                <a:cubicBezTo>
                  <a:pt x="2978" y="765"/>
                  <a:pt x="3092" y="583"/>
                  <a:pt x="3177" y="371"/>
                </a:cubicBezTo>
                <a:close/>
                <a:moveTo>
                  <a:pt x="1265" y="1382"/>
                </a:moveTo>
                <a:cubicBezTo>
                  <a:pt x="1420" y="1551"/>
                  <a:pt x="1575" y="1719"/>
                  <a:pt x="1730" y="1874"/>
                </a:cubicBezTo>
                <a:cubicBezTo>
                  <a:pt x="1575" y="2016"/>
                  <a:pt x="1420" y="2141"/>
                  <a:pt x="1238" y="2255"/>
                </a:cubicBezTo>
                <a:cubicBezTo>
                  <a:pt x="1039" y="2380"/>
                  <a:pt x="817" y="2508"/>
                  <a:pt x="604" y="2619"/>
                </a:cubicBezTo>
                <a:cubicBezTo>
                  <a:pt x="550" y="2495"/>
                  <a:pt x="493" y="2380"/>
                  <a:pt x="436" y="2255"/>
                </a:cubicBezTo>
                <a:lnTo>
                  <a:pt x="436" y="2242"/>
                </a:lnTo>
                <a:cubicBezTo>
                  <a:pt x="719" y="1972"/>
                  <a:pt x="999" y="1679"/>
                  <a:pt x="1265" y="1382"/>
                </a:cubicBezTo>
                <a:close/>
                <a:moveTo>
                  <a:pt x="1842" y="2002"/>
                </a:moveTo>
                <a:lnTo>
                  <a:pt x="1966" y="2127"/>
                </a:lnTo>
                <a:cubicBezTo>
                  <a:pt x="2081" y="2255"/>
                  <a:pt x="2277" y="2393"/>
                  <a:pt x="2277" y="2592"/>
                </a:cubicBezTo>
                <a:cubicBezTo>
                  <a:pt x="2263" y="2731"/>
                  <a:pt x="2192" y="2832"/>
                  <a:pt x="2081" y="2899"/>
                </a:cubicBezTo>
                <a:cubicBezTo>
                  <a:pt x="1983" y="2970"/>
                  <a:pt x="1882" y="3041"/>
                  <a:pt x="1784" y="3112"/>
                </a:cubicBezTo>
                <a:cubicBezTo>
                  <a:pt x="1673" y="3182"/>
                  <a:pt x="1575" y="3253"/>
                  <a:pt x="1461" y="3337"/>
                </a:cubicBezTo>
                <a:cubicBezTo>
                  <a:pt x="1385" y="3386"/>
                  <a:pt x="1298" y="3437"/>
                  <a:pt x="1201" y="3437"/>
                </a:cubicBezTo>
                <a:cubicBezTo>
                  <a:pt x="1190" y="3437"/>
                  <a:pt x="1179" y="3437"/>
                  <a:pt x="1167" y="3435"/>
                </a:cubicBezTo>
                <a:cubicBezTo>
                  <a:pt x="914" y="3405"/>
                  <a:pt x="830" y="3139"/>
                  <a:pt x="746" y="2943"/>
                </a:cubicBezTo>
                <a:cubicBezTo>
                  <a:pt x="732" y="2886"/>
                  <a:pt x="702" y="2832"/>
                  <a:pt x="675" y="2774"/>
                </a:cubicBezTo>
                <a:cubicBezTo>
                  <a:pt x="871" y="2663"/>
                  <a:pt x="1083" y="2549"/>
                  <a:pt x="1265" y="2437"/>
                </a:cubicBezTo>
                <a:cubicBezTo>
                  <a:pt x="1478" y="2309"/>
                  <a:pt x="1660" y="2157"/>
                  <a:pt x="1842" y="2002"/>
                </a:cubicBezTo>
                <a:close/>
                <a:moveTo>
                  <a:pt x="2755" y="1"/>
                </a:moveTo>
                <a:cubicBezTo>
                  <a:pt x="2728" y="1"/>
                  <a:pt x="2702" y="7"/>
                  <a:pt x="2684" y="7"/>
                </a:cubicBezTo>
                <a:cubicBezTo>
                  <a:pt x="2600" y="7"/>
                  <a:pt x="2516" y="20"/>
                  <a:pt x="2432" y="33"/>
                </a:cubicBezTo>
                <a:cubicBezTo>
                  <a:pt x="2206" y="50"/>
                  <a:pt x="1983" y="77"/>
                  <a:pt x="1744" y="91"/>
                </a:cubicBezTo>
                <a:cubicBezTo>
                  <a:pt x="1602" y="104"/>
                  <a:pt x="1461" y="118"/>
                  <a:pt x="1309" y="135"/>
                </a:cubicBezTo>
                <a:cubicBezTo>
                  <a:pt x="1265" y="148"/>
                  <a:pt x="1208" y="189"/>
                  <a:pt x="1238" y="246"/>
                </a:cubicBezTo>
                <a:cubicBezTo>
                  <a:pt x="1265" y="330"/>
                  <a:pt x="1292" y="428"/>
                  <a:pt x="1265" y="526"/>
                </a:cubicBezTo>
                <a:cubicBezTo>
                  <a:pt x="1238" y="623"/>
                  <a:pt x="1181" y="708"/>
                  <a:pt x="1140" y="809"/>
                </a:cubicBezTo>
                <a:cubicBezTo>
                  <a:pt x="1097" y="876"/>
                  <a:pt x="1070" y="961"/>
                  <a:pt x="985" y="1031"/>
                </a:cubicBezTo>
                <a:cubicBezTo>
                  <a:pt x="941" y="1062"/>
                  <a:pt x="901" y="1075"/>
                  <a:pt x="844" y="1102"/>
                </a:cubicBezTo>
                <a:lnTo>
                  <a:pt x="466" y="1230"/>
                </a:lnTo>
                <a:cubicBezTo>
                  <a:pt x="298" y="1284"/>
                  <a:pt x="169" y="1382"/>
                  <a:pt x="112" y="1551"/>
                </a:cubicBezTo>
                <a:cubicBezTo>
                  <a:pt x="1" y="1820"/>
                  <a:pt x="183" y="2073"/>
                  <a:pt x="281" y="2309"/>
                </a:cubicBezTo>
                <a:cubicBezTo>
                  <a:pt x="338" y="2437"/>
                  <a:pt x="409" y="2579"/>
                  <a:pt x="466" y="2717"/>
                </a:cubicBezTo>
                <a:lnTo>
                  <a:pt x="466" y="2761"/>
                </a:lnTo>
                <a:cubicBezTo>
                  <a:pt x="466" y="2788"/>
                  <a:pt x="493" y="2815"/>
                  <a:pt x="520" y="2832"/>
                </a:cubicBezTo>
                <a:cubicBezTo>
                  <a:pt x="534" y="2872"/>
                  <a:pt x="550" y="2899"/>
                  <a:pt x="564" y="2943"/>
                </a:cubicBezTo>
                <a:cubicBezTo>
                  <a:pt x="662" y="3152"/>
                  <a:pt x="732" y="3435"/>
                  <a:pt x="955" y="3546"/>
                </a:cubicBezTo>
                <a:cubicBezTo>
                  <a:pt x="1031" y="3591"/>
                  <a:pt x="1116" y="3612"/>
                  <a:pt x="1201" y="3612"/>
                </a:cubicBezTo>
                <a:cubicBezTo>
                  <a:pt x="1304" y="3612"/>
                  <a:pt x="1406" y="3580"/>
                  <a:pt x="1491" y="3519"/>
                </a:cubicBezTo>
                <a:cubicBezTo>
                  <a:pt x="1562" y="3462"/>
                  <a:pt x="1646" y="3405"/>
                  <a:pt x="1714" y="3364"/>
                </a:cubicBezTo>
                <a:cubicBezTo>
                  <a:pt x="1842" y="3280"/>
                  <a:pt x="1953" y="3196"/>
                  <a:pt x="2081" y="3112"/>
                </a:cubicBezTo>
                <a:cubicBezTo>
                  <a:pt x="2165" y="3054"/>
                  <a:pt x="2263" y="3000"/>
                  <a:pt x="2320" y="2916"/>
                </a:cubicBezTo>
                <a:cubicBezTo>
                  <a:pt x="2405" y="2815"/>
                  <a:pt x="2445" y="2677"/>
                  <a:pt x="2432" y="2549"/>
                </a:cubicBezTo>
                <a:cubicBezTo>
                  <a:pt x="2671" y="2242"/>
                  <a:pt x="2880" y="1905"/>
                  <a:pt x="3079" y="1567"/>
                </a:cubicBezTo>
                <a:cubicBezTo>
                  <a:pt x="3288" y="1230"/>
                  <a:pt x="3484" y="876"/>
                  <a:pt x="3682" y="539"/>
                </a:cubicBezTo>
                <a:cubicBezTo>
                  <a:pt x="3696" y="526"/>
                  <a:pt x="3696" y="512"/>
                  <a:pt x="3696" y="499"/>
                </a:cubicBezTo>
                <a:cubicBezTo>
                  <a:pt x="3696" y="472"/>
                  <a:pt x="3682" y="441"/>
                  <a:pt x="3652" y="428"/>
                </a:cubicBezTo>
                <a:cubicBezTo>
                  <a:pt x="3514" y="357"/>
                  <a:pt x="3372" y="286"/>
                  <a:pt x="3231" y="219"/>
                </a:cubicBezTo>
                <a:cubicBezTo>
                  <a:pt x="3217" y="175"/>
                  <a:pt x="3177" y="162"/>
                  <a:pt x="3133" y="162"/>
                </a:cubicBezTo>
                <a:cubicBezTo>
                  <a:pt x="3062" y="135"/>
                  <a:pt x="3008" y="104"/>
                  <a:pt x="2937" y="77"/>
                </a:cubicBezTo>
                <a:cubicBezTo>
                  <a:pt x="2894" y="50"/>
                  <a:pt x="2853" y="7"/>
                  <a:pt x="2796" y="7"/>
                </a:cubicBezTo>
                <a:cubicBezTo>
                  <a:pt x="2782" y="2"/>
                  <a:pt x="2768" y="1"/>
                  <a:pt x="275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3"/>
          <p:cNvSpPr/>
          <p:nvPr/>
        </p:nvSpPr>
        <p:spPr>
          <a:xfrm>
            <a:off x="1331748" y="2204240"/>
            <a:ext cx="788670" cy="753412"/>
          </a:xfrm>
          <a:custGeom>
            <a:rect b="b" l="l" r="r" t="t"/>
            <a:pathLst>
              <a:path extrusionOk="0" h="4767" w="4990">
                <a:moveTo>
                  <a:pt x="2182" y="1"/>
                </a:moveTo>
                <a:cubicBezTo>
                  <a:pt x="1859" y="1"/>
                  <a:pt x="1541" y="80"/>
                  <a:pt x="1251" y="245"/>
                </a:cubicBezTo>
                <a:cubicBezTo>
                  <a:pt x="253" y="821"/>
                  <a:pt x="0" y="2241"/>
                  <a:pt x="674" y="3434"/>
                </a:cubicBezTo>
                <a:cubicBezTo>
                  <a:pt x="1167" y="4275"/>
                  <a:pt x="1999" y="4766"/>
                  <a:pt x="2799" y="4766"/>
                </a:cubicBezTo>
                <a:cubicBezTo>
                  <a:pt x="3121" y="4766"/>
                  <a:pt x="3438" y="4686"/>
                  <a:pt x="3726" y="4516"/>
                </a:cubicBezTo>
                <a:cubicBezTo>
                  <a:pt x="4737" y="3940"/>
                  <a:pt x="4990" y="2520"/>
                  <a:pt x="4299" y="1340"/>
                </a:cubicBezTo>
                <a:cubicBezTo>
                  <a:pt x="3818" y="489"/>
                  <a:pt x="2986" y="1"/>
                  <a:pt x="21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3"/>
          <p:cNvSpPr/>
          <p:nvPr/>
        </p:nvSpPr>
        <p:spPr>
          <a:xfrm>
            <a:off x="2018001" y="1881033"/>
            <a:ext cx="477627" cy="312934"/>
          </a:xfrm>
          <a:custGeom>
            <a:rect b="b" l="l" r="r" t="t"/>
            <a:pathLst>
              <a:path extrusionOk="0" h="1980" w="3022">
                <a:moveTo>
                  <a:pt x="1" y="0"/>
                </a:moveTo>
                <a:lnTo>
                  <a:pt x="914" y="533"/>
                </a:lnTo>
                <a:lnTo>
                  <a:pt x="493" y="968"/>
                </a:lnTo>
                <a:lnTo>
                  <a:pt x="1265" y="1153"/>
                </a:lnTo>
                <a:lnTo>
                  <a:pt x="1167" y="1797"/>
                </a:lnTo>
                <a:lnTo>
                  <a:pt x="3021" y="1979"/>
                </a:lnTo>
                <a:lnTo>
                  <a:pt x="2334" y="928"/>
                </a:lnTo>
                <a:cubicBezTo>
                  <a:pt x="2050" y="520"/>
                  <a:pt x="1615" y="240"/>
                  <a:pt x="1123" y="169"/>
                </a:cubicBez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" name="Google Shape;248;p43"/>
          <p:cNvGrpSpPr/>
          <p:nvPr/>
        </p:nvGrpSpPr>
        <p:grpSpPr>
          <a:xfrm rot="-1890518">
            <a:off x="2346015" y="4103469"/>
            <a:ext cx="919125" cy="1010052"/>
            <a:chOff x="5569983" y="1677880"/>
            <a:chExt cx="1820232" cy="2000305"/>
          </a:xfrm>
        </p:grpSpPr>
        <p:sp>
          <p:nvSpPr>
            <p:cNvPr id="249" name="Google Shape;249;p43"/>
            <p:cNvSpPr/>
            <p:nvPr/>
          </p:nvSpPr>
          <p:spPr>
            <a:xfrm>
              <a:off x="5569983" y="1677880"/>
              <a:ext cx="1820232" cy="1999877"/>
            </a:xfrm>
            <a:custGeom>
              <a:rect b="b" l="l" r="r" t="t"/>
              <a:pathLst>
                <a:path extrusionOk="0" h="9339" w="850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3" y="9312"/>
                    <a:pt x="1670" y="9339"/>
                    <a:pt x="1872" y="9339"/>
                  </a:cubicBezTo>
                  <a:cubicBezTo>
                    <a:pt x="3008" y="9339"/>
                    <a:pt x="5604" y="8497"/>
                    <a:pt x="6928" y="6351"/>
                  </a:cubicBezTo>
                  <a:cubicBezTo>
                    <a:pt x="8499" y="3809"/>
                    <a:pt x="7657" y="50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3"/>
            <p:cNvSpPr/>
            <p:nvPr/>
          </p:nvSpPr>
          <p:spPr>
            <a:xfrm>
              <a:off x="5569983" y="1677880"/>
              <a:ext cx="1612940" cy="2000305"/>
            </a:xfrm>
            <a:custGeom>
              <a:rect b="b" l="l" r="r" t="t"/>
              <a:pathLst>
                <a:path extrusionOk="0" h="9341" w="7532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4" y="9311"/>
                    <a:pt x="1683" y="9340"/>
                    <a:pt x="1901" y="9340"/>
                  </a:cubicBezTo>
                  <a:cubicBezTo>
                    <a:pt x="1978" y="9340"/>
                    <a:pt x="2062" y="9336"/>
                    <a:pt x="2151" y="9328"/>
                  </a:cubicBezTo>
                  <a:cubicBezTo>
                    <a:pt x="1757" y="8094"/>
                    <a:pt x="1632" y="5761"/>
                    <a:pt x="2781" y="3894"/>
                  </a:cubicBezTo>
                  <a:cubicBezTo>
                    <a:pt x="3992" y="1955"/>
                    <a:pt x="6281" y="1028"/>
                    <a:pt x="7532" y="886"/>
                  </a:cubicBezTo>
                  <a:cubicBezTo>
                    <a:pt x="7390" y="495"/>
                    <a:pt x="7235" y="19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3"/>
            <p:cNvSpPr/>
            <p:nvPr/>
          </p:nvSpPr>
          <p:spPr>
            <a:xfrm>
              <a:off x="6355462" y="1783881"/>
              <a:ext cx="893199" cy="643498"/>
            </a:xfrm>
            <a:custGeom>
              <a:rect b="b" l="l" r="r" t="t"/>
              <a:pathLst>
                <a:path extrusionOk="0" h="3005" w="4171">
                  <a:moveTo>
                    <a:pt x="985" y="0"/>
                  </a:moveTo>
                  <a:cubicBezTo>
                    <a:pt x="661" y="125"/>
                    <a:pt x="324" y="307"/>
                    <a:pt x="0" y="506"/>
                  </a:cubicBezTo>
                  <a:cubicBezTo>
                    <a:pt x="1420" y="1265"/>
                    <a:pt x="2809" y="2107"/>
                    <a:pt x="4144" y="3004"/>
                  </a:cubicBezTo>
                  <a:cubicBezTo>
                    <a:pt x="4171" y="2627"/>
                    <a:pt x="4171" y="2259"/>
                    <a:pt x="4144" y="1922"/>
                  </a:cubicBezTo>
                  <a:cubicBezTo>
                    <a:pt x="3581" y="1517"/>
                    <a:pt x="2991" y="1137"/>
                    <a:pt x="2401" y="786"/>
                  </a:cubicBezTo>
                  <a:cubicBezTo>
                    <a:pt x="1939" y="506"/>
                    <a:pt x="1460" y="236"/>
                    <a:pt x="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3"/>
            <p:cNvSpPr/>
            <p:nvPr/>
          </p:nvSpPr>
          <p:spPr>
            <a:xfrm>
              <a:off x="5708534" y="3007498"/>
              <a:ext cx="806684" cy="608165"/>
            </a:xfrm>
            <a:custGeom>
              <a:rect b="b" l="l" r="r" t="t"/>
              <a:pathLst>
                <a:path extrusionOk="0" h="2840" w="3767">
                  <a:moveTo>
                    <a:pt x="14" y="1"/>
                  </a:moveTo>
                  <a:lnTo>
                    <a:pt x="14" y="1"/>
                  </a:lnTo>
                  <a:cubicBezTo>
                    <a:pt x="0" y="409"/>
                    <a:pt x="14" y="803"/>
                    <a:pt x="71" y="1167"/>
                  </a:cubicBezTo>
                  <a:cubicBezTo>
                    <a:pt x="422" y="1420"/>
                    <a:pt x="803" y="1673"/>
                    <a:pt x="1167" y="1912"/>
                  </a:cubicBezTo>
                  <a:cubicBezTo>
                    <a:pt x="1673" y="2236"/>
                    <a:pt x="2192" y="2546"/>
                    <a:pt x="2711" y="2840"/>
                  </a:cubicBezTo>
                  <a:cubicBezTo>
                    <a:pt x="3048" y="2728"/>
                    <a:pt x="3416" y="2573"/>
                    <a:pt x="3766" y="2391"/>
                  </a:cubicBezTo>
                  <a:cubicBezTo>
                    <a:pt x="2472" y="1660"/>
                    <a:pt x="1224" y="861"/>
                    <a:pt x="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3"/>
            <p:cNvSpPr/>
            <p:nvPr/>
          </p:nvSpPr>
          <p:spPr>
            <a:xfrm>
              <a:off x="6087568" y="2251571"/>
              <a:ext cx="662136" cy="937516"/>
            </a:xfrm>
            <a:custGeom>
              <a:rect b="b" l="l" r="r" t="t"/>
              <a:pathLst>
                <a:path extrusionOk="0" h="4378" w="3092">
                  <a:moveTo>
                    <a:pt x="2805" y="0"/>
                  </a:moveTo>
                  <a:cubicBezTo>
                    <a:pt x="2725" y="0"/>
                    <a:pt x="2647" y="45"/>
                    <a:pt x="2600" y="119"/>
                  </a:cubicBezTo>
                  <a:lnTo>
                    <a:pt x="2360" y="470"/>
                  </a:lnTo>
                  <a:lnTo>
                    <a:pt x="2050" y="288"/>
                  </a:lnTo>
                  <a:cubicBezTo>
                    <a:pt x="2030" y="271"/>
                    <a:pt x="2006" y="263"/>
                    <a:pt x="1982" y="263"/>
                  </a:cubicBezTo>
                  <a:cubicBezTo>
                    <a:pt x="1941" y="263"/>
                    <a:pt x="1901" y="286"/>
                    <a:pt x="1882" y="328"/>
                  </a:cubicBezTo>
                  <a:cubicBezTo>
                    <a:pt x="1841" y="385"/>
                    <a:pt x="1855" y="470"/>
                    <a:pt x="1925" y="497"/>
                  </a:cubicBezTo>
                  <a:lnTo>
                    <a:pt x="2219" y="696"/>
                  </a:lnTo>
                  <a:lnTo>
                    <a:pt x="1898" y="1201"/>
                  </a:lnTo>
                  <a:lnTo>
                    <a:pt x="1588" y="1019"/>
                  </a:lnTo>
                  <a:cubicBezTo>
                    <a:pt x="1568" y="1009"/>
                    <a:pt x="1547" y="1003"/>
                    <a:pt x="1526" y="1003"/>
                  </a:cubicBezTo>
                  <a:cubicBezTo>
                    <a:pt x="1486" y="1003"/>
                    <a:pt x="1446" y="1022"/>
                    <a:pt x="1420" y="1060"/>
                  </a:cubicBezTo>
                  <a:cubicBezTo>
                    <a:pt x="1376" y="1130"/>
                    <a:pt x="1406" y="1201"/>
                    <a:pt x="1460" y="1242"/>
                  </a:cubicBezTo>
                  <a:lnTo>
                    <a:pt x="1757" y="1424"/>
                  </a:lnTo>
                  <a:lnTo>
                    <a:pt x="1420" y="1946"/>
                  </a:lnTo>
                  <a:lnTo>
                    <a:pt x="1140" y="1761"/>
                  </a:lnTo>
                  <a:cubicBezTo>
                    <a:pt x="1117" y="1752"/>
                    <a:pt x="1093" y="1748"/>
                    <a:pt x="1071" y="1748"/>
                  </a:cubicBezTo>
                  <a:cubicBezTo>
                    <a:pt x="1025" y="1748"/>
                    <a:pt x="984" y="1766"/>
                    <a:pt x="954" y="1805"/>
                  </a:cubicBezTo>
                  <a:cubicBezTo>
                    <a:pt x="928" y="1862"/>
                    <a:pt x="941" y="1946"/>
                    <a:pt x="998" y="1987"/>
                  </a:cubicBezTo>
                  <a:lnTo>
                    <a:pt x="1278" y="2155"/>
                  </a:lnTo>
                  <a:lnTo>
                    <a:pt x="941" y="2675"/>
                  </a:lnTo>
                  <a:lnTo>
                    <a:pt x="675" y="2506"/>
                  </a:lnTo>
                  <a:cubicBezTo>
                    <a:pt x="656" y="2493"/>
                    <a:pt x="634" y="2487"/>
                    <a:pt x="612" y="2487"/>
                  </a:cubicBezTo>
                  <a:cubicBezTo>
                    <a:pt x="567" y="2487"/>
                    <a:pt x="520" y="2511"/>
                    <a:pt x="493" y="2550"/>
                  </a:cubicBezTo>
                  <a:cubicBezTo>
                    <a:pt x="466" y="2604"/>
                    <a:pt x="479" y="2688"/>
                    <a:pt x="533" y="2732"/>
                  </a:cubicBezTo>
                  <a:lnTo>
                    <a:pt x="803" y="2887"/>
                  </a:lnTo>
                  <a:lnTo>
                    <a:pt x="479" y="3406"/>
                  </a:lnTo>
                  <a:lnTo>
                    <a:pt x="213" y="3251"/>
                  </a:lnTo>
                  <a:cubicBezTo>
                    <a:pt x="192" y="3236"/>
                    <a:pt x="167" y="3228"/>
                    <a:pt x="142" y="3228"/>
                  </a:cubicBezTo>
                  <a:cubicBezTo>
                    <a:pt x="101" y="3228"/>
                    <a:pt x="61" y="3250"/>
                    <a:pt x="44" y="3295"/>
                  </a:cubicBezTo>
                  <a:cubicBezTo>
                    <a:pt x="0" y="3349"/>
                    <a:pt x="14" y="3433"/>
                    <a:pt x="85" y="3463"/>
                  </a:cubicBezTo>
                  <a:lnTo>
                    <a:pt x="338" y="3632"/>
                  </a:lnTo>
                  <a:lnTo>
                    <a:pt x="85" y="4010"/>
                  </a:lnTo>
                  <a:cubicBezTo>
                    <a:pt x="14" y="4121"/>
                    <a:pt x="44" y="4262"/>
                    <a:pt x="155" y="4333"/>
                  </a:cubicBezTo>
                  <a:cubicBezTo>
                    <a:pt x="195" y="4364"/>
                    <a:pt x="241" y="4377"/>
                    <a:pt x="287" y="4377"/>
                  </a:cubicBezTo>
                  <a:cubicBezTo>
                    <a:pt x="367" y="4377"/>
                    <a:pt x="447" y="4334"/>
                    <a:pt x="493" y="4262"/>
                  </a:cubicBezTo>
                  <a:lnTo>
                    <a:pt x="745" y="3885"/>
                  </a:lnTo>
                  <a:lnTo>
                    <a:pt x="1039" y="4067"/>
                  </a:lnTo>
                  <a:cubicBezTo>
                    <a:pt x="1058" y="4076"/>
                    <a:pt x="1079" y="4080"/>
                    <a:pt x="1102" y="4080"/>
                  </a:cubicBezTo>
                  <a:cubicBezTo>
                    <a:pt x="1147" y="4080"/>
                    <a:pt x="1195" y="4062"/>
                    <a:pt x="1224" y="4023"/>
                  </a:cubicBezTo>
                  <a:cubicBezTo>
                    <a:pt x="1251" y="3969"/>
                    <a:pt x="1238" y="3885"/>
                    <a:pt x="1180" y="3841"/>
                  </a:cubicBezTo>
                  <a:lnTo>
                    <a:pt x="887" y="3659"/>
                  </a:lnTo>
                  <a:lnTo>
                    <a:pt x="1224" y="3140"/>
                  </a:lnTo>
                  <a:lnTo>
                    <a:pt x="1504" y="3322"/>
                  </a:lnTo>
                  <a:cubicBezTo>
                    <a:pt x="1523" y="3335"/>
                    <a:pt x="1545" y="3341"/>
                    <a:pt x="1567" y="3341"/>
                  </a:cubicBezTo>
                  <a:cubicBezTo>
                    <a:pt x="1611" y="3341"/>
                    <a:pt x="1655" y="3316"/>
                    <a:pt x="1673" y="3278"/>
                  </a:cubicBezTo>
                  <a:cubicBezTo>
                    <a:pt x="1713" y="3224"/>
                    <a:pt x="1700" y="3140"/>
                    <a:pt x="1629" y="3096"/>
                  </a:cubicBezTo>
                  <a:lnTo>
                    <a:pt x="1349" y="2927"/>
                  </a:lnTo>
                  <a:lnTo>
                    <a:pt x="1686" y="2408"/>
                  </a:lnTo>
                  <a:lnTo>
                    <a:pt x="1952" y="2577"/>
                  </a:lnTo>
                  <a:cubicBezTo>
                    <a:pt x="1976" y="2591"/>
                    <a:pt x="2000" y="2598"/>
                    <a:pt x="2022" y="2598"/>
                  </a:cubicBezTo>
                  <a:cubicBezTo>
                    <a:pt x="2067" y="2598"/>
                    <a:pt x="2108" y="2572"/>
                    <a:pt x="2134" y="2536"/>
                  </a:cubicBezTo>
                  <a:cubicBezTo>
                    <a:pt x="2178" y="2479"/>
                    <a:pt x="2151" y="2395"/>
                    <a:pt x="2094" y="2368"/>
                  </a:cubicBezTo>
                  <a:lnTo>
                    <a:pt x="1828" y="2199"/>
                  </a:lnTo>
                  <a:lnTo>
                    <a:pt x="2165" y="1677"/>
                  </a:lnTo>
                  <a:lnTo>
                    <a:pt x="2418" y="1832"/>
                  </a:lnTo>
                  <a:cubicBezTo>
                    <a:pt x="2438" y="1848"/>
                    <a:pt x="2463" y="1857"/>
                    <a:pt x="2489" y="1857"/>
                  </a:cubicBezTo>
                  <a:cubicBezTo>
                    <a:pt x="2530" y="1857"/>
                    <a:pt x="2573" y="1835"/>
                    <a:pt x="2600" y="1791"/>
                  </a:cubicBezTo>
                  <a:cubicBezTo>
                    <a:pt x="2627" y="1734"/>
                    <a:pt x="2613" y="1650"/>
                    <a:pt x="2556" y="1623"/>
                  </a:cubicBezTo>
                  <a:lnTo>
                    <a:pt x="2303" y="1468"/>
                  </a:lnTo>
                  <a:lnTo>
                    <a:pt x="2627" y="948"/>
                  </a:lnTo>
                  <a:lnTo>
                    <a:pt x="2880" y="1103"/>
                  </a:lnTo>
                  <a:cubicBezTo>
                    <a:pt x="2898" y="1112"/>
                    <a:pt x="2920" y="1117"/>
                    <a:pt x="2942" y="1117"/>
                  </a:cubicBezTo>
                  <a:cubicBezTo>
                    <a:pt x="2988" y="1117"/>
                    <a:pt x="3034" y="1098"/>
                    <a:pt x="3062" y="1060"/>
                  </a:cubicBezTo>
                  <a:cubicBezTo>
                    <a:pt x="3092" y="989"/>
                    <a:pt x="3078" y="918"/>
                    <a:pt x="3021" y="878"/>
                  </a:cubicBezTo>
                  <a:lnTo>
                    <a:pt x="2768" y="722"/>
                  </a:lnTo>
                  <a:lnTo>
                    <a:pt x="3008" y="372"/>
                  </a:lnTo>
                  <a:cubicBezTo>
                    <a:pt x="3078" y="261"/>
                    <a:pt x="3035" y="106"/>
                    <a:pt x="2923" y="35"/>
                  </a:cubicBezTo>
                  <a:cubicBezTo>
                    <a:pt x="2885" y="11"/>
                    <a:pt x="2845" y="0"/>
                    <a:pt x="2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500"/>
              <a:buFont typeface="Alfa Slab One"/>
              <a:buNone/>
              <a:defRPr sz="35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/>
          <p:nvPr>
            <p:ph type="ctrTitle"/>
          </p:nvPr>
        </p:nvSpPr>
        <p:spPr>
          <a:xfrm>
            <a:off x="2342850" y="1547788"/>
            <a:ext cx="4458300" cy="2282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Tracker</a:t>
            </a:r>
            <a:endParaRPr/>
          </a:p>
        </p:txBody>
      </p:sp>
      <p:sp>
        <p:nvSpPr>
          <p:cNvPr id="259" name="Google Shape;259;p44"/>
          <p:cNvSpPr txBox="1"/>
          <p:nvPr>
            <p:ph idx="1" type="subTitle"/>
          </p:nvPr>
        </p:nvSpPr>
        <p:spPr>
          <a:xfrm>
            <a:off x="2741125" y="3972850"/>
            <a:ext cx="3640200" cy="5589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Hopkins, Cole Parker, James Reilly, Varun Shetty, Abhinav Tayal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60" name="Google Shape;260;p44"/>
          <p:cNvGrpSpPr/>
          <p:nvPr/>
        </p:nvGrpSpPr>
        <p:grpSpPr>
          <a:xfrm>
            <a:off x="6881161" y="1932683"/>
            <a:ext cx="1926228" cy="3216757"/>
            <a:chOff x="6358528" y="1302182"/>
            <a:chExt cx="2300248" cy="3841362"/>
          </a:xfrm>
        </p:grpSpPr>
        <p:sp>
          <p:nvSpPr>
            <p:cNvPr id="261" name="Google Shape;261;p44"/>
            <p:cNvSpPr/>
            <p:nvPr/>
          </p:nvSpPr>
          <p:spPr>
            <a:xfrm>
              <a:off x="8261350" y="3156776"/>
              <a:ext cx="397426" cy="944431"/>
            </a:xfrm>
            <a:custGeom>
              <a:rect b="b" l="l" r="r" t="t"/>
              <a:pathLst>
                <a:path extrusionOk="0" h="5209" w="2192">
                  <a:moveTo>
                    <a:pt x="1265" y="0"/>
                  </a:moveTo>
                  <a:lnTo>
                    <a:pt x="435" y="644"/>
                  </a:lnTo>
                  <a:lnTo>
                    <a:pt x="294" y="1180"/>
                  </a:lnTo>
                  <a:cubicBezTo>
                    <a:pt x="294" y="1180"/>
                    <a:pt x="310" y="1318"/>
                    <a:pt x="280" y="1588"/>
                  </a:cubicBezTo>
                  <a:cubicBezTo>
                    <a:pt x="280" y="1686"/>
                    <a:pt x="267" y="1811"/>
                    <a:pt x="253" y="1952"/>
                  </a:cubicBezTo>
                  <a:cubicBezTo>
                    <a:pt x="182" y="2431"/>
                    <a:pt x="337" y="2697"/>
                    <a:pt x="337" y="3088"/>
                  </a:cubicBezTo>
                  <a:cubicBezTo>
                    <a:pt x="351" y="3314"/>
                    <a:pt x="310" y="3510"/>
                    <a:pt x="253" y="3722"/>
                  </a:cubicBezTo>
                  <a:cubicBezTo>
                    <a:pt x="209" y="3864"/>
                    <a:pt x="169" y="4002"/>
                    <a:pt x="125" y="4157"/>
                  </a:cubicBezTo>
                  <a:cubicBezTo>
                    <a:pt x="0" y="4521"/>
                    <a:pt x="745" y="5196"/>
                    <a:pt x="745" y="5196"/>
                  </a:cubicBezTo>
                  <a:cubicBezTo>
                    <a:pt x="745" y="5196"/>
                    <a:pt x="773" y="5208"/>
                    <a:pt x="819" y="5208"/>
                  </a:cubicBezTo>
                  <a:cubicBezTo>
                    <a:pt x="926" y="5208"/>
                    <a:pt x="1133" y="5139"/>
                    <a:pt x="1322" y="4676"/>
                  </a:cubicBezTo>
                  <a:cubicBezTo>
                    <a:pt x="1389" y="4481"/>
                    <a:pt x="1447" y="4299"/>
                    <a:pt x="1504" y="4117"/>
                  </a:cubicBezTo>
                  <a:cubicBezTo>
                    <a:pt x="1629" y="3709"/>
                    <a:pt x="1699" y="3358"/>
                    <a:pt x="1841" y="3088"/>
                  </a:cubicBezTo>
                  <a:cubicBezTo>
                    <a:pt x="2050" y="2711"/>
                    <a:pt x="2192" y="1672"/>
                    <a:pt x="2107" y="1305"/>
                  </a:cubicBezTo>
                  <a:lnTo>
                    <a:pt x="2037" y="941"/>
                  </a:lnTo>
                  <a:cubicBezTo>
                    <a:pt x="2037" y="941"/>
                    <a:pt x="1996" y="661"/>
                    <a:pt x="1855" y="435"/>
                  </a:cubicBezTo>
                  <a:cubicBezTo>
                    <a:pt x="1841" y="408"/>
                    <a:pt x="1811" y="364"/>
                    <a:pt x="1784" y="337"/>
                  </a:cubicBezTo>
                  <a:cubicBezTo>
                    <a:pt x="1602" y="98"/>
                    <a:pt x="1265" y="0"/>
                    <a:pt x="1265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8261350" y="3831421"/>
              <a:ext cx="272686" cy="269786"/>
            </a:xfrm>
            <a:custGeom>
              <a:rect b="b" l="l" r="r" t="t"/>
              <a:pathLst>
                <a:path extrusionOk="0" h="1488" w="1504">
                  <a:moveTo>
                    <a:pt x="307" y="1"/>
                  </a:moveTo>
                  <a:cubicBezTo>
                    <a:pt x="290" y="1"/>
                    <a:pt x="271" y="1"/>
                    <a:pt x="253" y="1"/>
                  </a:cubicBezTo>
                  <a:cubicBezTo>
                    <a:pt x="209" y="143"/>
                    <a:pt x="169" y="281"/>
                    <a:pt x="125" y="436"/>
                  </a:cubicBezTo>
                  <a:cubicBezTo>
                    <a:pt x="0" y="800"/>
                    <a:pt x="745" y="1475"/>
                    <a:pt x="745" y="1475"/>
                  </a:cubicBezTo>
                  <a:cubicBezTo>
                    <a:pt x="745" y="1475"/>
                    <a:pt x="773" y="1487"/>
                    <a:pt x="819" y="1487"/>
                  </a:cubicBezTo>
                  <a:cubicBezTo>
                    <a:pt x="926" y="1487"/>
                    <a:pt x="1133" y="1418"/>
                    <a:pt x="1322" y="955"/>
                  </a:cubicBezTo>
                  <a:cubicBezTo>
                    <a:pt x="1389" y="760"/>
                    <a:pt x="1447" y="578"/>
                    <a:pt x="1504" y="396"/>
                  </a:cubicBezTo>
                  <a:cubicBezTo>
                    <a:pt x="1285" y="216"/>
                    <a:pt x="906" y="1"/>
                    <a:pt x="30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8312116" y="3156776"/>
              <a:ext cx="285559" cy="288098"/>
            </a:xfrm>
            <a:custGeom>
              <a:rect b="b" l="l" r="r" t="t"/>
              <a:pathLst>
                <a:path extrusionOk="0" h="1589" w="1575">
                  <a:moveTo>
                    <a:pt x="985" y="0"/>
                  </a:moveTo>
                  <a:lnTo>
                    <a:pt x="155" y="644"/>
                  </a:lnTo>
                  <a:lnTo>
                    <a:pt x="14" y="1180"/>
                  </a:lnTo>
                  <a:cubicBezTo>
                    <a:pt x="14" y="1180"/>
                    <a:pt x="30" y="1318"/>
                    <a:pt x="0" y="1588"/>
                  </a:cubicBezTo>
                  <a:cubicBezTo>
                    <a:pt x="155" y="1571"/>
                    <a:pt x="324" y="1531"/>
                    <a:pt x="550" y="1420"/>
                  </a:cubicBezTo>
                  <a:cubicBezTo>
                    <a:pt x="1011" y="1207"/>
                    <a:pt x="1392" y="702"/>
                    <a:pt x="1575" y="435"/>
                  </a:cubicBezTo>
                  <a:cubicBezTo>
                    <a:pt x="1561" y="408"/>
                    <a:pt x="1531" y="364"/>
                    <a:pt x="1504" y="337"/>
                  </a:cubicBezTo>
                  <a:cubicBezTo>
                    <a:pt x="1322" y="98"/>
                    <a:pt x="985" y="0"/>
                    <a:pt x="98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8164713" y="2662169"/>
              <a:ext cx="420089" cy="716527"/>
            </a:xfrm>
            <a:custGeom>
              <a:rect b="b" l="l" r="r" t="t"/>
              <a:pathLst>
                <a:path extrusionOk="0" h="3952" w="2317">
                  <a:moveTo>
                    <a:pt x="1403" y="1"/>
                  </a:moveTo>
                  <a:lnTo>
                    <a:pt x="41" y="200"/>
                  </a:lnTo>
                  <a:cubicBezTo>
                    <a:pt x="41" y="200"/>
                    <a:pt x="1" y="2236"/>
                    <a:pt x="139" y="2671"/>
                  </a:cubicBezTo>
                  <a:cubicBezTo>
                    <a:pt x="237" y="2937"/>
                    <a:pt x="365" y="3106"/>
                    <a:pt x="462" y="3234"/>
                  </a:cubicBezTo>
                  <a:cubicBezTo>
                    <a:pt x="520" y="3318"/>
                    <a:pt x="591" y="3372"/>
                    <a:pt x="618" y="3430"/>
                  </a:cubicBezTo>
                  <a:cubicBezTo>
                    <a:pt x="715" y="3585"/>
                    <a:pt x="827" y="3908"/>
                    <a:pt x="827" y="3908"/>
                  </a:cubicBezTo>
                  <a:cubicBezTo>
                    <a:pt x="827" y="3908"/>
                    <a:pt x="846" y="3952"/>
                    <a:pt x="963" y="3952"/>
                  </a:cubicBezTo>
                  <a:cubicBezTo>
                    <a:pt x="1021" y="3952"/>
                    <a:pt x="1104" y="3941"/>
                    <a:pt x="1221" y="3908"/>
                  </a:cubicBezTo>
                  <a:cubicBezTo>
                    <a:pt x="1585" y="3824"/>
                    <a:pt x="2317" y="3065"/>
                    <a:pt x="2317" y="3065"/>
                  </a:cubicBezTo>
                  <a:cubicBezTo>
                    <a:pt x="2290" y="2782"/>
                    <a:pt x="2108" y="2334"/>
                    <a:pt x="1966" y="2041"/>
                  </a:cubicBezTo>
                  <a:cubicBezTo>
                    <a:pt x="1811" y="1744"/>
                    <a:pt x="1713" y="1477"/>
                    <a:pt x="1642" y="1056"/>
                  </a:cubicBezTo>
                  <a:cubicBezTo>
                    <a:pt x="1615" y="874"/>
                    <a:pt x="1572" y="675"/>
                    <a:pt x="1531" y="493"/>
                  </a:cubicBezTo>
                  <a:cubicBezTo>
                    <a:pt x="1474" y="240"/>
                    <a:pt x="1417" y="31"/>
                    <a:pt x="140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8164713" y="2662169"/>
              <a:ext cx="277763" cy="586348"/>
            </a:xfrm>
            <a:custGeom>
              <a:rect b="b" l="l" r="r" t="t"/>
              <a:pathLst>
                <a:path extrusionOk="0" h="3234" w="1532">
                  <a:moveTo>
                    <a:pt x="1403" y="1"/>
                  </a:moveTo>
                  <a:lnTo>
                    <a:pt x="41" y="200"/>
                  </a:lnTo>
                  <a:cubicBezTo>
                    <a:pt x="41" y="200"/>
                    <a:pt x="1" y="2236"/>
                    <a:pt x="139" y="2671"/>
                  </a:cubicBezTo>
                  <a:cubicBezTo>
                    <a:pt x="237" y="2937"/>
                    <a:pt x="365" y="3106"/>
                    <a:pt x="462" y="3234"/>
                  </a:cubicBezTo>
                  <a:cubicBezTo>
                    <a:pt x="506" y="2910"/>
                    <a:pt x="644" y="2728"/>
                    <a:pt x="928" y="2152"/>
                  </a:cubicBezTo>
                  <a:cubicBezTo>
                    <a:pt x="1265" y="1464"/>
                    <a:pt x="1137" y="985"/>
                    <a:pt x="1137" y="985"/>
                  </a:cubicBezTo>
                  <a:cubicBezTo>
                    <a:pt x="1221" y="803"/>
                    <a:pt x="1390" y="621"/>
                    <a:pt x="1531" y="493"/>
                  </a:cubicBezTo>
                  <a:cubicBezTo>
                    <a:pt x="1474" y="240"/>
                    <a:pt x="1417" y="31"/>
                    <a:pt x="140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8071521" y="2155233"/>
              <a:ext cx="441846" cy="685705"/>
            </a:xfrm>
            <a:custGeom>
              <a:rect b="b" l="l" r="r" t="t"/>
              <a:pathLst>
                <a:path extrusionOk="0" h="3782" w="2437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243" y="2628"/>
                  </a:lnTo>
                  <a:lnTo>
                    <a:pt x="1314" y="3781"/>
                  </a:lnTo>
                  <a:cubicBezTo>
                    <a:pt x="1411" y="3586"/>
                    <a:pt x="1610" y="3431"/>
                    <a:pt x="1779" y="3303"/>
                  </a:cubicBezTo>
                  <a:cubicBezTo>
                    <a:pt x="1988" y="3151"/>
                    <a:pt x="2183" y="3067"/>
                    <a:pt x="2183" y="3067"/>
                  </a:cubicBezTo>
                  <a:cubicBezTo>
                    <a:pt x="2436" y="2207"/>
                    <a:pt x="2285" y="1465"/>
                    <a:pt x="1974" y="943"/>
                  </a:cubicBezTo>
                  <a:cubicBezTo>
                    <a:pt x="1748" y="551"/>
                    <a:pt x="1442" y="268"/>
                    <a:pt x="1158" y="157"/>
                  </a:cubicBezTo>
                  <a:cubicBezTo>
                    <a:pt x="1003" y="86"/>
                    <a:pt x="865" y="46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4"/>
            <p:cNvSpPr/>
            <p:nvPr/>
          </p:nvSpPr>
          <p:spPr>
            <a:xfrm>
              <a:off x="8071521" y="2155233"/>
              <a:ext cx="441846" cy="685705"/>
            </a:xfrm>
            <a:custGeom>
              <a:rect b="b" l="l" r="r" t="t"/>
              <a:pathLst>
                <a:path extrusionOk="0" h="3782" w="2437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243" y="2628"/>
                  </a:lnTo>
                  <a:lnTo>
                    <a:pt x="1314" y="3781"/>
                  </a:lnTo>
                  <a:cubicBezTo>
                    <a:pt x="1411" y="3586"/>
                    <a:pt x="1610" y="3431"/>
                    <a:pt x="1779" y="3303"/>
                  </a:cubicBezTo>
                  <a:cubicBezTo>
                    <a:pt x="1988" y="3151"/>
                    <a:pt x="2183" y="3067"/>
                    <a:pt x="2183" y="3067"/>
                  </a:cubicBezTo>
                  <a:cubicBezTo>
                    <a:pt x="2436" y="2207"/>
                    <a:pt x="2285" y="1465"/>
                    <a:pt x="1974" y="943"/>
                  </a:cubicBezTo>
                  <a:cubicBezTo>
                    <a:pt x="1748" y="551"/>
                    <a:pt x="1442" y="268"/>
                    <a:pt x="1158" y="157"/>
                  </a:cubicBezTo>
                  <a:cubicBezTo>
                    <a:pt x="1003" y="86"/>
                    <a:pt x="865" y="46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4"/>
            <p:cNvSpPr/>
            <p:nvPr/>
          </p:nvSpPr>
          <p:spPr>
            <a:xfrm>
              <a:off x="8071521" y="2155233"/>
              <a:ext cx="358082" cy="476657"/>
            </a:xfrm>
            <a:custGeom>
              <a:rect b="b" l="l" r="r" t="t"/>
              <a:pathLst>
                <a:path extrusionOk="0" h="2629" w="1975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243" y="2628"/>
                  </a:lnTo>
                  <a:cubicBezTo>
                    <a:pt x="1708" y="2446"/>
                    <a:pt x="1904" y="1465"/>
                    <a:pt x="1974" y="943"/>
                  </a:cubicBezTo>
                  <a:cubicBezTo>
                    <a:pt x="1748" y="551"/>
                    <a:pt x="1442" y="268"/>
                    <a:pt x="1158" y="157"/>
                  </a:cubicBezTo>
                  <a:cubicBezTo>
                    <a:pt x="1003" y="86"/>
                    <a:pt x="865" y="46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4"/>
            <p:cNvSpPr/>
            <p:nvPr/>
          </p:nvSpPr>
          <p:spPr>
            <a:xfrm>
              <a:off x="8071521" y="2155233"/>
              <a:ext cx="325084" cy="685705"/>
            </a:xfrm>
            <a:custGeom>
              <a:rect b="b" l="l" r="r" t="t"/>
              <a:pathLst>
                <a:path extrusionOk="0" h="3782" w="1793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314" y="3781"/>
                  </a:lnTo>
                  <a:cubicBezTo>
                    <a:pt x="1411" y="3586"/>
                    <a:pt x="1610" y="3431"/>
                    <a:pt x="1779" y="3303"/>
                  </a:cubicBezTo>
                  <a:cubicBezTo>
                    <a:pt x="1792" y="2868"/>
                    <a:pt x="1792" y="2278"/>
                    <a:pt x="1678" y="1576"/>
                  </a:cubicBezTo>
                  <a:cubicBezTo>
                    <a:pt x="1539" y="663"/>
                    <a:pt x="1088" y="228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7130535" y="3808395"/>
              <a:ext cx="1214760" cy="1335148"/>
            </a:xfrm>
            <a:custGeom>
              <a:rect b="b" l="l" r="r" t="t"/>
              <a:pathLst>
                <a:path extrusionOk="0" h="7364" w="6700">
                  <a:moveTo>
                    <a:pt x="900" y="0"/>
                  </a:moveTo>
                  <a:cubicBezTo>
                    <a:pt x="900" y="0"/>
                    <a:pt x="843" y="57"/>
                    <a:pt x="759" y="169"/>
                  </a:cubicBezTo>
                  <a:cubicBezTo>
                    <a:pt x="647" y="297"/>
                    <a:pt x="519" y="506"/>
                    <a:pt x="395" y="789"/>
                  </a:cubicBezTo>
                  <a:cubicBezTo>
                    <a:pt x="310" y="958"/>
                    <a:pt x="240" y="1140"/>
                    <a:pt x="182" y="1349"/>
                  </a:cubicBezTo>
                  <a:cubicBezTo>
                    <a:pt x="84" y="1757"/>
                    <a:pt x="0" y="2249"/>
                    <a:pt x="27" y="2839"/>
                  </a:cubicBezTo>
                  <a:cubicBezTo>
                    <a:pt x="27" y="2839"/>
                    <a:pt x="71" y="3513"/>
                    <a:pt x="196" y="4019"/>
                  </a:cubicBezTo>
                  <a:cubicBezTo>
                    <a:pt x="196" y="4019"/>
                    <a:pt x="84" y="5425"/>
                    <a:pt x="125" y="6055"/>
                  </a:cubicBezTo>
                  <a:cubicBezTo>
                    <a:pt x="155" y="6676"/>
                    <a:pt x="182" y="7363"/>
                    <a:pt x="182" y="7363"/>
                  </a:cubicBezTo>
                  <a:lnTo>
                    <a:pt x="6561" y="7363"/>
                  </a:lnTo>
                  <a:cubicBezTo>
                    <a:pt x="6561" y="7363"/>
                    <a:pt x="6699" y="6827"/>
                    <a:pt x="6561" y="5620"/>
                  </a:cubicBezTo>
                  <a:cubicBezTo>
                    <a:pt x="6477" y="4720"/>
                    <a:pt x="6362" y="3810"/>
                    <a:pt x="6295" y="3190"/>
                  </a:cubicBezTo>
                  <a:cubicBezTo>
                    <a:pt x="6264" y="2950"/>
                    <a:pt x="6237" y="2768"/>
                    <a:pt x="6210" y="2643"/>
                  </a:cubicBezTo>
                  <a:cubicBezTo>
                    <a:pt x="6153" y="2306"/>
                    <a:pt x="6153" y="1490"/>
                    <a:pt x="6153" y="1055"/>
                  </a:cubicBezTo>
                  <a:lnTo>
                    <a:pt x="6153" y="914"/>
                  </a:lnTo>
                  <a:lnTo>
                    <a:pt x="6153" y="745"/>
                  </a:lnTo>
                  <a:cubicBezTo>
                    <a:pt x="6153" y="745"/>
                    <a:pt x="5782" y="820"/>
                    <a:pt x="5115" y="820"/>
                  </a:cubicBezTo>
                  <a:cubicBezTo>
                    <a:pt x="4343" y="820"/>
                    <a:pt x="3174" y="719"/>
                    <a:pt x="1726" y="283"/>
                  </a:cubicBezTo>
                  <a:cubicBezTo>
                    <a:pt x="1672" y="270"/>
                    <a:pt x="1615" y="240"/>
                    <a:pt x="1558" y="226"/>
                  </a:cubicBezTo>
                  <a:cubicBezTo>
                    <a:pt x="1406" y="186"/>
                    <a:pt x="1264" y="128"/>
                    <a:pt x="1109" y="71"/>
                  </a:cubicBezTo>
                  <a:cubicBezTo>
                    <a:pt x="1052" y="57"/>
                    <a:pt x="998" y="44"/>
                    <a:pt x="941" y="17"/>
                  </a:cubicBezTo>
                  <a:cubicBezTo>
                    <a:pt x="927" y="17"/>
                    <a:pt x="914" y="0"/>
                    <a:pt x="90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4"/>
            <p:cNvSpPr/>
            <p:nvPr/>
          </p:nvSpPr>
          <p:spPr>
            <a:xfrm>
              <a:off x="8095635" y="3973929"/>
              <a:ext cx="176231" cy="413381"/>
            </a:xfrm>
            <a:custGeom>
              <a:rect b="b" l="l" r="r" t="t"/>
              <a:pathLst>
                <a:path extrusionOk="0" h="2280" w="972">
                  <a:moveTo>
                    <a:pt x="830" y="1"/>
                  </a:moveTo>
                  <a:cubicBezTo>
                    <a:pt x="803" y="14"/>
                    <a:pt x="759" y="14"/>
                    <a:pt x="732" y="31"/>
                  </a:cubicBezTo>
                  <a:cubicBezTo>
                    <a:pt x="634" y="85"/>
                    <a:pt x="533" y="156"/>
                    <a:pt x="435" y="213"/>
                  </a:cubicBezTo>
                  <a:cubicBezTo>
                    <a:pt x="338" y="267"/>
                    <a:pt x="280" y="395"/>
                    <a:pt x="213" y="493"/>
                  </a:cubicBezTo>
                  <a:cubicBezTo>
                    <a:pt x="142" y="591"/>
                    <a:pt x="71" y="705"/>
                    <a:pt x="44" y="830"/>
                  </a:cubicBezTo>
                  <a:cubicBezTo>
                    <a:pt x="14" y="958"/>
                    <a:pt x="44" y="1097"/>
                    <a:pt x="142" y="1181"/>
                  </a:cubicBezTo>
                  <a:cubicBezTo>
                    <a:pt x="71" y="1252"/>
                    <a:pt x="14" y="1349"/>
                    <a:pt x="1" y="1464"/>
                  </a:cubicBezTo>
                  <a:cubicBezTo>
                    <a:pt x="1" y="1491"/>
                    <a:pt x="1" y="1531"/>
                    <a:pt x="14" y="1562"/>
                  </a:cubicBezTo>
                  <a:cubicBezTo>
                    <a:pt x="28" y="1589"/>
                    <a:pt x="58" y="1602"/>
                    <a:pt x="85" y="1616"/>
                  </a:cubicBezTo>
                  <a:cubicBezTo>
                    <a:pt x="142" y="1660"/>
                    <a:pt x="196" y="1687"/>
                    <a:pt x="253" y="1730"/>
                  </a:cubicBezTo>
                  <a:cubicBezTo>
                    <a:pt x="196" y="1801"/>
                    <a:pt x="196" y="1912"/>
                    <a:pt x="240" y="1997"/>
                  </a:cubicBezTo>
                  <a:cubicBezTo>
                    <a:pt x="276" y="2071"/>
                    <a:pt x="359" y="2124"/>
                    <a:pt x="445" y="2124"/>
                  </a:cubicBezTo>
                  <a:cubicBezTo>
                    <a:pt x="456" y="2124"/>
                    <a:pt x="468" y="2123"/>
                    <a:pt x="479" y="2121"/>
                  </a:cubicBezTo>
                  <a:cubicBezTo>
                    <a:pt x="498" y="2121"/>
                    <a:pt x="518" y="2118"/>
                    <a:pt x="538" y="2118"/>
                  </a:cubicBezTo>
                  <a:cubicBezTo>
                    <a:pt x="560" y="2118"/>
                    <a:pt x="583" y="2122"/>
                    <a:pt x="604" y="2138"/>
                  </a:cubicBezTo>
                  <a:cubicBezTo>
                    <a:pt x="634" y="2138"/>
                    <a:pt x="648" y="2165"/>
                    <a:pt x="661" y="2179"/>
                  </a:cubicBezTo>
                  <a:cubicBezTo>
                    <a:pt x="735" y="2240"/>
                    <a:pt x="829" y="2279"/>
                    <a:pt x="928" y="2279"/>
                  </a:cubicBezTo>
                  <a:cubicBezTo>
                    <a:pt x="942" y="2279"/>
                    <a:pt x="957" y="2278"/>
                    <a:pt x="972" y="2277"/>
                  </a:cubicBezTo>
                  <a:cubicBezTo>
                    <a:pt x="928" y="2037"/>
                    <a:pt x="914" y="1855"/>
                    <a:pt x="887" y="1730"/>
                  </a:cubicBezTo>
                  <a:cubicBezTo>
                    <a:pt x="830" y="1393"/>
                    <a:pt x="830" y="577"/>
                    <a:pt x="830" y="142"/>
                  </a:cubicBezTo>
                  <a:lnTo>
                    <a:pt x="83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4"/>
            <p:cNvSpPr/>
            <p:nvPr/>
          </p:nvSpPr>
          <p:spPr>
            <a:xfrm>
              <a:off x="7176225" y="3811477"/>
              <a:ext cx="267429" cy="1332066"/>
            </a:xfrm>
            <a:custGeom>
              <a:rect b="b" l="l" r="r" t="t"/>
              <a:pathLst>
                <a:path extrusionOk="0" h="7347" w="1475">
                  <a:moveTo>
                    <a:pt x="689" y="0"/>
                  </a:moveTo>
                  <a:cubicBezTo>
                    <a:pt x="493" y="573"/>
                    <a:pt x="143" y="1669"/>
                    <a:pt x="72" y="2640"/>
                  </a:cubicBezTo>
                  <a:cubicBezTo>
                    <a:pt x="1" y="3722"/>
                    <a:pt x="41" y="6291"/>
                    <a:pt x="72" y="7346"/>
                  </a:cubicBezTo>
                  <a:lnTo>
                    <a:pt x="871" y="7346"/>
                  </a:lnTo>
                  <a:cubicBezTo>
                    <a:pt x="857" y="6490"/>
                    <a:pt x="830" y="4352"/>
                    <a:pt x="884" y="2933"/>
                  </a:cubicBezTo>
                  <a:cubicBezTo>
                    <a:pt x="928" y="1726"/>
                    <a:pt x="1265" y="742"/>
                    <a:pt x="1461" y="280"/>
                  </a:cubicBezTo>
                  <a:lnTo>
                    <a:pt x="1474" y="266"/>
                  </a:lnTo>
                  <a:cubicBezTo>
                    <a:pt x="1420" y="253"/>
                    <a:pt x="1363" y="223"/>
                    <a:pt x="1306" y="209"/>
                  </a:cubicBezTo>
                  <a:cubicBezTo>
                    <a:pt x="1154" y="169"/>
                    <a:pt x="1012" y="111"/>
                    <a:pt x="857" y="54"/>
                  </a:cubicBezTo>
                  <a:cubicBezTo>
                    <a:pt x="800" y="40"/>
                    <a:pt x="746" y="27"/>
                    <a:pt x="6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7206866" y="3821087"/>
              <a:ext cx="206147" cy="1322457"/>
            </a:xfrm>
            <a:custGeom>
              <a:rect b="b" l="l" r="r" t="t"/>
              <a:pathLst>
                <a:path extrusionOk="0" h="7294" w="1137">
                  <a:moveTo>
                    <a:pt x="675" y="1"/>
                  </a:moveTo>
                  <a:cubicBezTo>
                    <a:pt x="493" y="537"/>
                    <a:pt x="142" y="1646"/>
                    <a:pt x="71" y="2600"/>
                  </a:cubicBezTo>
                  <a:cubicBezTo>
                    <a:pt x="1" y="3683"/>
                    <a:pt x="41" y="6336"/>
                    <a:pt x="71" y="7293"/>
                  </a:cubicBezTo>
                  <a:lnTo>
                    <a:pt x="533" y="7293"/>
                  </a:lnTo>
                  <a:cubicBezTo>
                    <a:pt x="520" y="6450"/>
                    <a:pt x="493" y="4299"/>
                    <a:pt x="547" y="2880"/>
                  </a:cubicBezTo>
                  <a:cubicBezTo>
                    <a:pt x="591" y="1646"/>
                    <a:pt x="928" y="648"/>
                    <a:pt x="1137" y="156"/>
                  </a:cubicBezTo>
                  <a:cubicBezTo>
                    <a:pt x="985" y="116"/>
                    <a:pt x="843" y="58"/>
                    <a:pt x="675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7163533" y="3838855"/>
              <a:ext cx="797209" cy="324540"/>
            </a:xfrm>
            <a:custGeom>
              <a:rect b="b" l="l" r="r" t="t"/>
              <a:pathLst>
                <a:path extrusionOk="0" h="1790" w="4397">
                  <a:moveTo>
                    <a:pt x="577" y="1"/>
                  </a:moveTo>
                  <a:cubicBezTo>
                    <a:pt x="465" y="129"/>
                    <a:pt x="337" y="338"/>
                    <a:pt x="213" y="621"/>
                  </a:cubicBezTo>
                  <a:cubicBezTo>
                    <a:pt x="128" y="790"/>
                    <a:pt x="58" y="972"/>
                    <a:pt x="0" y="1181"/>
                  </a:cubicBezTo>
                  <a:cubicBezTo>
                    <a:pt x="465" y="1450"/>
                    <a:pt x="954" y="1686"/>
                    <a:pt x="1477" y="1686"/>
                  </a:cubicBezTo>
                  <a:cubicBezTo>
                    <a:pt x="1615" y="1686"/>
                    <a:pt x="1757" y="1673"/>
                    <a:pt x="1898" y="1659"/>
                  </a:cubicBezTo>
                  <a:cubicBezTo>
                    <a:pt x="2069" y="1638"/>
                    <a:pt x="2244" y="1619"/>
                    <a:pt x="2418" y="1619"/>
                  </a:cubicBezTo>
                  <a:cubicBezTo>
                    <a:pt x="2570" y="1619"/>
                    <a:pt x="2721" y="1634"/>
                    <a:pt x="2866" y="1673"/>
                  </a:cubicBezTo>
                  <a:cubicBezTo>
                    <a:pt x="3021" y="1703"/>
                    <a:pt x="3146" y="1771"/>
                    <a:pt x="3301" y="1788"/>
                  </a:cubicBezTo>
                  <a:cubicBezTo>
                    <a:pt x="3318" y="1789"/>
                    <a:pt x="3336" y="1790"/>
                    <a:pt x="3353" y="1790"/>
                  </a:cubicBezTo>
                  <a:cubicBezTo>
                    <a:pt x="3490" y="1790"/>
                    <a:pt x="3621" y="1742"/>
                    <a:pt x="3695" y="1619"/>
                  </a:cubicBezTo>
                  <a:cubicBezTo>
                    <a:pt x="3723" y="1622"/>
                    <a:pt x="3751" y="1624"/>
                    <a:pt x="3780" y="1624"/>
                  </a:cubicBezTo>
                  <a:cubicBezTo>
                    <a:pt x="3869" y="1624"/>
                    <a:pt x="3962" y="1608"/>
                    <a:pt x="4046" y="1575"/>
                  </a:cubicBezTo>
                  <a:cubicBezTo>
                    <a:pt x="4157" y="1518"/>
                    <a:pt x="4258" y="1407"/>
                    <a:pt x="4272" y="1295"/>
                  </a:cubicBezTo>
                  <a:cubicBezTo>
                    <a:pt x="4272" y="1252"/>
                    <a:pt x="4272" y="1198"/>
                    <a:pt x="4285" y="1154"/>
                  </a:cubicBezTo>
                  <a:cubicBezTo>
                    <a:pt x="4299" y="1127"/>
                    <a:pt x="4326" y="1096"/>
                    <a:pt x="4343" y="1056"/>
                  </a:cubicBezTo>
                  <a:cubicBezTo>
                    <a:pt x="4396" y="972"/>
                    <a:pt x="4396" y="874"/>
                    <a:pt x="4326" y="790"/>
                  </a:cubicBezTo>
                  <a:cubicBezTo>
                    <a:pt x="4283" y="747"/>
                    <a:pt x="4248" y="731"/>
                    <a:pt x="4215" y="731"/>
                  </a:cubicBezTo>
                  <a:cubicBezTo>
                    <a:pt x="4172" y="731"/>
                    <a:pt x="4130" y="757"/>
                    <a:pt x="4073" y="790"/>
                  </a:cubicBezTo>
                  <a:cubicBezTo>
                    <a:pt x="3850" y="914"/>
                    <a:pt x="3611" y="1012"/>
                    <a:pt x="3358" y="1042"/>
                  </a:cubicBezTo>
                  <a:cubicBezTo>
                    <a:pt x="3291" y="1052"/>
                    <a:pt x="3223" y="1056"/>
                    <a:pt x="3155" y="1056"/>
                  </a:cubicBezTo>
                  <a:cubicBezTo>
                    <a:pt x="2923" y="1056"/>
                    <a:pt x="2690" y="1006"/>
                    <a:pt x="2471" y="928"/>
                  </a:cubicBezTo>
                  <a:cubicBezTo>
                    <a:pt x="2192" y="844"/>
                    <a:pt x="1925" y="705"/>
                    <a:pt x="1659" y="564"/>
                  </a:cubicBezTo>
                  <a:cubicBezTo>
                    <a:pt x="1291" y="382"/>
                    <a:pt x="927" y="186"/>
                    <a:pt x="57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7201971" y="3808395"/>
              <a:ext cx="1044150" cy="271417"/>
            </a:xfrm>
            <a:custGeom>
              <a:rect b="b" l="l" r="r" t="t"/>
              <a:pathLst>
                <a:path extrusionOk="0" h="1497" w="5759">
                  <a:moveTo>
                    <a:pt x="506" y="0"/>
                  </a:moveTo>
                  <a:cubicBezTo>
                    <a:pt x="506" y="0"/>
                    <a:pt x="237" y="253"/>
                    <a:pt x="1" y="789"/>
                  </a:cubicBezTo>
                  <a:cubicBezTo>
                    <a:pt x="435" y="998"/>
                    <a:pt x="1012" y="1197"/>
                    <a:pt x="1771" y="1335"/>
                  </a:cubicBezTo>
                  <a:cubicBezTo>
                    <a:pt x="2390" y="1451"/>
                    <a:pt x="2941" y="1497"/>
                    <a:pt x="3424" y="1497"/>
                  </a:cubicBezTo>
                  <a:cubicBezTo>
                    <a:pt x="4587" y="1497"/>
                    <a:pt x="5361" y="1234"/>
                    <a:pt x="5759" y="1055"/>
                  </a:cubicBezTo>
                  <a:lnTo>
                    <a:pt x="5759" y="745"/>
                  </a:lnTo>
                  <a:cubicBezTo>
                    <a:pt x="5759" y="745"/>
                    <a:pt x="5393" y="819"/>
                    <a:pt x="4734" y="819"/>
                  </a:cubicBezTo>
                  <a:cubicBezTo>
                    <a:pt x="3822" y="819"/>
                    <a:pt x="2348" y="677"/>
                    <a:pt x="50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6898824" y="2058959"/>
              <a:ext cx="1449372" cy="1946336"/>
            </a:xfrm>
            <a:custGeom>
              <a:rect b="b" l="l" r="r" t="t"/>
              <a:pathLst>
                <a:path extrusionOk="0" h="10735" w="7994">
                  <a:moveTo>
                    <a:pt x="2583" y="0"/>
                  </a:moveTo>
                  <a:cubicBezTo>
                    <a:pt x="2542" y="0"/>
                    <a:pt x="2485" y="14"/>
                    <a:pt x="2431" y="14"/>
                  </a:cubicBezTo>
                  <a:cubicBezTo>
                    <a:pt x="1740" y="125"/>
                    <a:pt x="223" y="661"/>
                    <a:pt x="98" y="1123"/>
                  </a:cubicBezTo>
                  <a:cubicBezTo>
                    <a:pt x="0" y="1490"/>
                    <a:pt x="71" y="2822"/>
                    <a:pt x="240" y="4117"/>
                  </a:cubicBezTo>
                  <a:cubicBezTo>
                    <a:pt x="267" y="4299"/>
                    <a:pt x="280" y="4467"/>
                    <a:pt x="307" y="4636"/>
                  </a:cubicBezTo>
                  <a:cubicBezTo>
                    <a:pt x="351" y="4929"/>
                    <a:pt x="408" y="5212"/>
                    <a:pt x="462" y="5479"/>
                  </a:cubicBezTo>
                  <a:cubicBezTo>
                    <a:pt x="560" y="5958"/>
                    <a:pt x="715" y="6335"/>
                    <a:pt x="884" y="6632"/>
                  </a:cubicBezTo>
                  <a:cubicBezTo>
                    <a:pt x="1265" y="7276"/>
                    <a:pt x="1727" y="7559"/>
                    <a:pt x="1841" y="7741"/>
                  </a:cubicBezTo>
                  <a:cubicBezTo>
                    <a:pt x="2010" y="7994"/>
                    <a:pt x="2401" y="8877"/>
                    <a:pt x="2330" y="9076"/>
                  </a:cubicBezTo>
                  <a:cubicBezTo>
                    <a:pt x="2246" y="9272"/>
                    <a:pt x="2134" y="9889"/>
                    <a:pt x="2134" y="9889"/>
                  </a:cubicBezTo>
                  <a:cubicBezTo>
                    <a:pt x="3662" y="10573"/>
                    <a:pt x="5041" y="10734"/>
                    <a:pt x="5996" y="10734"/>
                  </a:cubicBezTo>
                  <a:cubicBezTo>
                    <a:pt x="6824" y="10734"/>
                    <a:pt x="7334" y="10613"/>
                    <a:pt x="7347" y="10607"/>
                  </a:cubicBezTo>
                  <a:cubicBezTo>
                    <a:pt x="7360" y="10593"/>
                    <a:pt x="7471" y="10003"/>
                    <a:pt x="7303" y="9187"/>
                  </a:cubicBezTo>
                  <a:cubicBezTo>
                    <a:pt x="7219" y="8779"/>
                    <a:pt x="7219" y="8317"/>
                    <a:pt x="7249" y="7839"/>
                  </a:cubicBezTo>
                  <a:cubicBezTo>
                    <a:pt x="7276" y="7360"/>
                    <a:pt x="7333" y="6868"/>
                    <a:pt x="7360" y="6419"/>
                  </a:cubicBezTo>
                  <a:cubicBezTo>
                    <a:pt x="7417" y="5829"/>
                    <a:pt x="7640" y="5536"/>
                    <a:pt x="7795" y="5169"/>
                  </a:cubicBezTo>
                  <a:cubicBezTo>
                    <a:pt x="7866" y="4973"/>
                    <a:pt x="7923" y="4747"/>
                    <a:pt x="7910" y="4454"/>
                  </a:cubicBezTo>
                  <a:cubicBezTo>
                    <a:pt x="7893" y="4171"/>
                    <a:pt x="7893" y="3962"/>
                    <a:pt x="7910" y="3780"/>
                  </a:cubicBezTo>
                  <a:cubicBezTo>
                    <a:pt x="7923" y="3598"/>
                    <a:pt x="7937" y="3456"/>
                    <a:pt x="7950" y="3287"/>
                  </a:cubicBezTo>
                  <a:cubicBezTo>
                    <a:pt x="7950" y="3230"/>
                    <a:pt x="7950" y="3190"/>
                    <a:pt x="7964" y="3132"/>
                  </a:cubicBezTo>
                  <a:cubicBezTo>
                    <a:pt x="7964" y="3092"/>
                    <a:pt x="7964" y="3035"/>
                    <a:pt x="7977" y="2964"/>
                  </a:cubicBezTo>
                  <a:lnTo>
                    <a:pt x="7977" y="2670"/>
                  </a:lnTo>
                  <a:cubicBezTo>
                    <a:pt x="7994" y="1895"/>
                    <a:pt x="7852" y="1136"/>
                    <a:pt x="7165" y="688"/>
                  </a:cubicBezTo>
                  <a:cubicBezTo>
                    <a:pt x="6898" y="506"/>
                    <a:pt x="6490" y="395"/>
                    <a:pt x="6109" y="324"/>
                  </a:cubicBezTo>
                  <a:cubicBezTo>
                    <a:pt x="6069" y="310"/>
                    <a:pt x="6012" y="310"/>
                    <a:pt x="5954" y="294"/>
                  </a:cubicBezTo>
                  <a:lnTo>
                    <a:pt x="5914" y="294"/>
                  </a:lnTo>
                  <a:cubicBezTo>
                    <a:pt x="5449" y="226"/>
                    <a:pt x="5071" y="209"/>
                    <a:pt x="5071" y="209"/>
                  </a:cubicBezTo>
                  <a:cubicBezTo>
                    <a:pt x="5071" y="209"/>
                    <a:pt x="3412" y="0"/>
                    <a:pt x="2724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7662854" y="2807759"/>
              <a:ext cx="300245" cy="679903"/>
            </a:xfrm>
            <a:custGeom>
              <a:rect b="b" l="l" r="r" t="t"/>
              <a:pathLst>
                <a:path extrusionOk="0" h="3750" w="1656">
                  <a:moveTo>
                    <a:pt x="813" y="1881"/>
                  </a:moveTo>
                  <a:cubicBezTo>
                    <a:pt x="884" y="1881"/>
                    <a:pt x="928" y="1895"/>
                    <a:pt x="968" y="1925"/>
                  </a:cubicBezTo>
                  <a:cubicBezTo>
                    <a:pt x="1053" y="1996"/>
                    <a:pt x="1083" y="2094"/>
                    <a:pt x="1083" y="2192"/>
                  </a:cubicBezTo>
                  <a:lnTo>
                    <a:pt x="1083" y="2866"/>
                  </a:lnTo>
                  <a:cubicBezTo>
                    <a:pt x="1083" y="2964"/>
                    <a:pt x="1066" y="3034"/>
                    <a:pt x="1012" y="3092"/>
                  </a:cubicBezTo>
                  <a:cubicBezTo>
                    <a:pt x="968" y="3159"/>
                    <a:pt x="897" y="3190"/>
                    <a:pt x="813" y="3190"/>
                  </a:cubicBezTo>
                  <a:cubicBezTo>
                    <a:pt x="715" y="3190"/>
                    <a:pt x="645" y="3159"/>
                    <a:pt x="604" y="3092"/>
                  </a:cubicBezTo>
                  <a:cubicBezTo>
                    <a:pt x="560" y="3034"/>
                    <a:pt x="533" y="2964"/>
                    <a:pt x="533" y="2866"/>
                  </a:cubicBezTo>
                  <a:lnTo>
                    <a:pt x="533" y="2205"/>
                  </a:lnTo>
                  <a:cubicBezTo>
                    <a:pt x="533" y="2121"/>
                    <a:pt x="560" y="2050"/>
                    <a:pt x="591" y="1996"/>
                  </a:cubicBezTo>
                  <a:cubicBezTo>
                    <a:pt x="645" y="1925"/>
                    <a:pt x="715" y="1881"/>
                    <a:pt x="813" y="1881"/>
                  </a:cubicBezTo>
                  <a:close/>
                  <a:moveTo>
                    <a:pt x="830" y="0"/>
                  </a:moveTo>
                  <a:cubicBezTo>
                    <a:pt x="702" y="0"/>
                    <a:pt x="591" y="27"/>
                    <a:pt x="493" y="71"/>
                  </a:cubicBezTo>
                  <a:cubicBezTo>
                    <a:pt x="338" y="142"/>
                    <a:pt x="210" y="253"/>
                    <a:pt x="125" y="395"/>
                  </a:cubicBezTo>
                  <a:cubicBezTo>
                    <a:pt x="41" y="533"/>
                    <a:pt x="1" y="701"/>
                    <a:pt x="1" y="884"/>
                  </a:cubicBezTo>
                  <a:lnTo>
                    <a:pt x="1" y="2879"/>
                  </a:lnTo>
                  <a:cubicBezTo>
                    <a:pt x="1" y="3119"/>
                    <a:pt x="71" y="3328"/>
                    <a:pt x="223" y="3496"/>
                  </a:cubicBezTo>
                  <a:cubicBezTo>
                    <a:pt x="378" y="3665"/>
                    <a:pt x="591" y="3749"/>
                    <a:pt x="830" y="3749"/>
                  </a:cubicBezTo>
                  <a:cubicBezTo>
                    <a:pt x="1053" y="3749"/>
                    <a:pt x="1251" y="3682"/>
                    <a:pt x="1403" y="3527"/>
                  </a:cubicBezTo>
                  <a:cubicBezTo>
                    <a:pt x="1558" y="3358"/>
                    <a:pt x="1642" y="3159"/>
                    <a:pt x="1656" y="2937"/>
                  </a:cubicBezTo>
                  <a:lnTo>
                    <a:pt x="1656" y="2303"/>
                  </a:lnTo>
                  <a:cubicBezTo>
                    <a:pt x="1656" y="2037"/>
                    <a:pt x="1616" y="1828"/>
                    <a:pt x="1504" y="1686"/>
                  </a:cubicBezTo>
                  <a:cubicBezTo>
                    <a:pt x="1376" y="1517"/>
                    <a:pt x="1194" y="1433"/>
                    <a:pt x="955" y="1433"/>
                  </a:cubicBezTo>
                  <a:cubicBezTo>
                    <a:pt x="800" y="1433"/>
                    <a:pt x="661" y="1490"/>
                    <a:pt x="533" y="1602"/>
                  </a:cubicBezTo>
                  <a:lnTo>
                    <a:pt x="533" y="870"/>
                  </a:lnTo>
                  <a:cubicBezTo>
                    <a:pt x="533" y="772"/>
                    <a:pt x="560" y="701"/>
                    <a:pt x="604" y="648"/>
                  </a:cubicBezTo>
                  <a:cubicBezTo>
                    <a:pt x="661" y="577"/>
                    <a:pt x="715" y="546"/>
                    <a:pt x="813" y="546"/>
                  </a:cubicBezTo>
                  <a:cubicBezTo>
                    <a:pt x="897" y="546"/>
                    <a:pt x="968" y="577"/>
                    <a:pt x="1012" y="648"/>
                  </a:cubicBezTo>
                  <a:cubicBezTo>
                    <a:pt x="1066" y="701"/>
                    <a:pt x="1083" y="772"/>
                    <a:pt x="1083" y="870"/>
                  </a:cubicBezTo>
                  <a:lnTo>
                    <a:pt x="1083" y="954"/>
                  </a:lnTo>
                  <a:lnTo>
                    <a:pt x="1656" y="954"/>
                  </a:lnTo>
                  <a:lnTo>
                    <a:pt x="1656" y="884"/>
                  </a:lnTo>
                  <a:cubicBezTo>
                    <a:pt x="1656" y="631"/>
                    <a:pt x="1589" y="435"/>
                    <a:pt x="1433" y="267"/>
                  </a:cubicBezTo>
                  <a:cubicBezTo>
                    <a:pt x="1278" y="85"/>
                    <a:pt x="1066" y="0"/>
                    <a:pt x="830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8008789" y="2807759"/>
              <a:ext cx="303509" cy="679903"/>
            </a:xfrm>
            <a:custGeom>
              <a:rect b="b" l="l" r="r" t="t"/>
              <a:pathLst>
                <a:path extrusionOk="0" h="3750" w="1674">
                  <a:moveTo>
                    <a:pt x="844" y="563"/>
                  </a:moveTo>
                  <a:cubicBezTo>
                    <a:pt x="945" y="563"/>
                    <a:pt x="999" y="590"/>
                    <a:pt x="1056" y="661"/>
                  </a:cubicBezTo>
                  <a:cubicBezTo>
                    <a:pt x="1097" y="715"/>
                    <a:pt x="1127" y="799"/>
                    <a:pt x="1127" y="884"/>
                  </a:cubicBezTo>
                  <a:lnTo>
                    <a:pt x="1127" y="1558"/>
                  </a:lnTo>
                  <a:cubicBezTo>
                    <a:pt x="1127" y="1575"/>
                    <a:pt x="1127" y="1615"/>
                    <a:pt x="1113" y="1659"/>
                  </a:cubicBezTo>
                  <a:cubicBezTo>
                    <a:pt x="1070" y="1811"/>
                    <a:pt x="985" y="1881"/>
                    <a:pt x="844" y="1881"/>
                  </a:cubicBezTo>
                  <a:cubicBezTo>
                    <a:pt x="776" y="1881"/>
                    <a:pt x="732" y="1868"/>
                    <a:pt x="692" y="1828"/>
                  </a:cubicBezTo>
                  <a:cubicBezTo>
                    <a:pt x="608" y="1757"/>
                    <a:pt x="577" y="1672"/>
                    <a:pt x="577" y="1558"/>
                  </a:cubicBezTo>
                  <a:lnTo>
                    <a:pt x="577" y="884"/>
                  </a:lnTo>
                  <a:cubicBezTo>
                    <a:pt x="577" y="799"/>
                    <a:pt x="591" y="715"/>
                    <a:pt x="648" y="661"/>
                  </a:cubicBezTo>
                  <a:cubicBezTo>
                    <a:pt x="692" y="590"/>
                    <a:pt x="759" y="563"/>
                    <a:pt x="844" y="563"/>
                  </a:cubicBezTo>
                  <a:close/>
                  <a:moveTo>
                    <a:pt x="830" y="0"/>
                  </a:moveTo>
                  <a:cubicBezTo>
                    <a:pt x="719" y="0"/>
                    <a:pt x="608" y="14"/>
                    <a:pt x="507" y="71"/>
                  </a:cubicBezTo>
                  <a:cubicBezTo>
                    <a:pt x="355" y="125"/>
                    <a:pt x="240" y="226"/>
                    <a:pt x="142" y="364"/>
                  </a:cubicBezTo>
                  <a:cubicBezTo>
                    <a:pt x="58" y="506"/>
                    <a:pt x="18" y="661"/>
                    <a:pt x="1" y="830"/>
                  </a:cubicBezTo>
                  <a:lnTo>
                    <a:pt x="1" y="1460"/>
                  </a:lnTo>
                  <a:cubicBezTo>
                    <a:pt x="1" y="1713"/>
                    <a:pt x="58" y="1925"/>
                    <a:pt x="156" y="2080"/>
                  </a:cubicBezTo>
                  <a:cubicBezTo>
                    <a:pt x="284" y="2249"/>
                    <a:pt x="466" y="2333"/>
                    <a:pt x="705" y="2333"/>
                  </a:cubicBezTo>
                  <a:cubicBezTo>
                    <a:pt x="861" y="2333"/>
                    <a:pt x="999" y="2276"/>
                    <a:pt x="1127" y="2165"/>
                  </a:cubicBezTo>
                  <a:lnTo>
                    <a:pt x="1127" y="2893"/>
                  </a:lnTo>
                  <a:cubicBezTo>
                    <a:pt x="1127" y="2977"/>
                    <a:pt x="1097" y="3061"/>
                    <a:pt x="1056" y="3119"/>
                  </a:cubicBezTo>
                  <a:cubicBezTo>
                    <a:pt x="999" y="3176"/>
                    <a:pt x="945" y="3203"/>
                    <a:pt x="844" y="3203"/>
                  </a:cubicBezTo>
                  <a:cubicBezTo>
                    <a:pt x="759" y="3203"/>
                    <a:pt x="692" y="3176"/>
                    <a:pt x="648" y="3119"/>
                  </a:cubicBezTo>
                  <a:cubicBezTo>
                    <a:pt x="591" y="3061"/>
                    <a:pt x="577" y="2977"/>
                    <a:pt x="577" y="2893"/>
                  </a:cubicBezTo>
                  <a:lnTo>
                    <a:pt x="577" y="2795"/>
                  </a:lnTo>
                  <a:lnTo>
                    <a:pt x="1" y="2795"/>
                  </a:lnTo>
                  <a:lnTo>
                    <a:pt x="1" y="2879"/>
                  </a:lnTo>
                  <a:cubicBezTo>
                    <a:pt x="1" y="3119"/>
                    <a:pt x="72" y="3328"/>
                    <a:pt x="227" y="3496"/>
                  </a:cubicBezTo>
                  <a:cubicBezTo>
                    <a:pt x="395" y="3665"/>
                    <a:pt x="591" y="3749"/>
                    <a:pt x="830" y="3749"/>
                  </a:cubicBezTo>
                  <a:cubicBezTo>
                    <a:pt x="945" y="3749"/>
                    <a:pt x="1029" y="3736"/>
                    <a:pt x="1127" y="3709"/>
                  </a:cubicBezTo>
                  <a:cubicBezTo>
                    <a:pt x="1154" y="3230"/>
                    <a:pt x="1211" y="2738"/>
                    <a:pt x="1238" y="2289"/>
                  </a:cubicBezTo>
                  <a:cubicBezTo>
                    <a:pt x="1295" y="1699"/>
                    <a:pt x="1518" y="1406"/>
                    <a:pt x="1673" y="1039"/>
                  </a:cubicBezTo>
                  <a:lnTo>
                    <a:pt x="1673" y="884"/>
                  </a:lnTo>
                  <a:cubicBezTo>
                    <a:pt x="1673" y="631"/>
                    <a:pt x="1589" y="435"/>
                    <a:pt x="1434" y="267"/>
                  </a:cubicBezTo>
                  <a:cubicBezTo>
                    <a:pt x="1282" y="85"/>
                    <a:pt x="1070" y="0"/>
                    <a:pt x="830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6942157" y="2621194"/>
              <a:ext cx="1398243" cy="278307"/>
            </a:xfrm>
            <a:custGeom>
              <a:rect b="b" l="l" r="r" t="t"/>
              <a:pathLst>
                <a:path extrusionOk="0" h="1535" w="7712">
                  <a:moveTo>
                    <a:pt x="5794" y="1"/>
                  </a:moveTo>
                  <a:cubicBezTo>
                    <a:pt x="4435" y="1"/>
                    <a:pt x="2526" y="229"/>
                    <a:pt x="1" y="1016"/>
                  </a:cubicBezTo>
                  <a:cubicBezTo>
                    <a:pt x="28" y="1198"/>
                    <a:pt x="41" y="1366"/>
                    <a:pt x="68" y="1535"/>
                  </a:cubicBezTo>
                  <a:cubicBezTo>
                    <a:pt x="2560" y="708"/>
                    <a:pt x="4426" y="475"/>
                    <a:pt x="5745" y="475"/>
                  </a:cubicBezTo>
                  <a:cubicBezTo>
                    <a:pt x="6621" y="475"/>
                    <a:pt x="7255" y="578"/>
                    <a:pt x="7671" y="679"/>
                  </a:cubicBezTo>
                  <a:cubicBezTo>
                    <a:pt x="7684" y="497"/>
                    <a:pt x="7698" y="355"/>
                    <a:pt x="7711" y="186"/>
                  </a:cubicBezTo>
                  <a:cubicBezTo>
                    <a:pt x="7275" y="89"/>
                    <a:pt x="6641" y="1"/>
                    <a:pt x="5794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4"/>
            <p:cNvSpPr/>
            <p:nvPr/>
          </p:nvSpPr>
          <p:spPr>
            <a:xfrm>
              <a:off x="6890847" y="2061316"/>
              <a:ext cx="647449" cy="1200074"/>
            </a:xfrm>
            <a:custGeom>
              <a:rect b="b" l="l" r="r" t="t"/>
              <a:pathLst>
                <a:path extrusionOk="0" h="6619" w="3571">
                  <a:moveTo>
                    <a:pt x="2475" y="1"/>
                  </a:moveTo>
                  <a:cubicBezTo>
                    <a:pt x="1784" y="112"/>
                    <a:pt x="267" y="648"/>
                    <a:pt x="142" y="1110"/>
                  </a:cubicBezTo>
                  <a:cubicBezTo>
                    <a:pt x="1" y="1602"/>
                    <a:pt x="183" y="3935"/>
                    <a:pt x="506" y="5466"/>
                  </a:cubicBezTo>
                  <a:cubicBezTo>
                    <a:pt x="604" y="5945"/>
                    <a:pt x="759" y="6322"/>
                    <a:pt x="928" y="6619"/>
                  </a:cubicBezTo>
                  <a:cubicBezTo>
                    <a:pt x="1322" y="6140"/>
                    <a:pt x="1841" y="5368"/>
                    <a:pt x="2081" y="4596"/>
                  </a:cubicBezTo>
                  <a:cubicBezTo>
                    <a:pt x="2418" y="3500"/>
                    <a:pt x="3318" y="3163"/>
                    <a:pt x="3318" y="3163"/>
                  </a:cubicBezTo>
                  <a:cubicBezTo>
                    <a:pt x="3554" y="2627"/>
                    <a:pt x="3571" y="1926"/>
                    <a:pt x="3571" y="1926"/>
                  </a:cubicBezTo>
                  <a:cubicBezTo>
                    <a:pt x="3554" y="719"/>
                    <a:pt x="2880" y="213"/>
                    <a:pt x="2475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4"/>
            <p:cNvSpPr/>
            <p:nvPr/>
          </p:nvSpPr>
          <p:spPr>
            <a:xfrm>
              <a:off x="7978329" y="2112082"/>
              <a:ext cx="366966" cy="484272"/>
            </a:xfrm>
            <a:custGeom>
              <a:rect b="b" l="l" r="r" t="t"/>
              <a:pathLst>
                <a:path extrusionOk="0" h="2671" w="2024">
                  <a:moveTo>
                    <a:pt x="0" y="1"/>
                  </a:moveTo>
                  <a:cubicBezTo>
                    <a:pt x="199" y="550"/>
                    <a:pt x="900" y="1686"/>
                    <a:pt x="1379" y="2081"/>
                  </a:cubicBezTo>
                  <a:cubicBezTo>
                    <a:pt x="1659" y="2293"/>
                    <a:pt x="1871" y="2516"/>
                    <a:pt x="2023" y="2671"/>
                  </a:cubicBezTo>
                  <a:lnTo>
                    <a:pt x="2023" y="2377"/>
                  </a:lnTo>
                  <a:lnTo>
                    <a:pt x="2023" y="2054"/>
                  </a:lnTo>
                  <a:cubicBezTo>
                    <a:pt x="1983" y="1393"/>
                    <a:pt x="1801" y="776"/>
                    <a:pt x="1211" y="395"/>
                  </a:cubicBezTo>
                  <a:cubicBezTo>
                    <a:pt x="985" y="226"/>
                    <a:pt x="648" y="129"/>
                    <a:pt x="324" y="58"/>
                  </a:cubicBezTo>
                  <a:cubicBezTo>
                    <a:pt x="270" y="44"/>
                    <a:pt x="213" y="44"/>
                    <a:pt x="155" y="31"/>
                  </a:cubicBezTo>
                  <a:cubicBezTo>
                    <a:pt x="101" y="17"/>
                    <a:pt x="58" y="17"/>
                    <a:pt x="0" y="1"/>
                  </a:cubicBezTo>
                  <a:close/>
                </a:path>
              </a:pathLst>
            </a:custGeom>
            <a:solidFill>
              <a:srgbClr val="EC1C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8006432" y="2117522"/>
              <a:ext cx="338864" cy="509474"/>
            </a:xfrm>
            <a:custGeom>
              <a:rect b="b" l="l" r="r" t="t"/>
              <a:pathLst>
                <a:path extrusionOk="0" h="2810" w="1869">
                  <a:moveTo>
                    <a:pt x="0" y="1"/>
                  </a:moveTo>
                  <a:cubicBezTo>
                    <a:pt x="142" y="240"/>
                    <a:pt x="267" y="591"/>
                    <a:pt x="226" y="999"/>
                  </a:cubicBezTo>
                  <a:cubicBezTo>
                    <a:pt x="789" y="2037"/>
                    <a:pt x="1531" y="2600"/>
                    <a:pt x="1855" y="2809"/>
                  </a:cubicBezTo>
                  <a:cubicBezTo>
                    <a:pt x="1855" y="2769"/>
                    <a:pt x="1855" y="2712"/>
                    <a:pt x="1868" y="2641"/>
                  </a:cubicBezTo>
                  <a:lnTo>
                    <a:pt x="1868" y="2347"/>
                  </a:lnTo>
                  <a:lnTo>
                    <a:pt x="1868" y="2192"/>
                  </a:lnTo>
                  <a:lnTo>
                    <a:pt x="1868" y="2162"/>
                  </a:lnTo>
                  <a:lnTo>
                    <a:pt x="1868" y="2037"/>
                  </a:lnTo>
                  <a:lnTo>
                    <a:pt x="1868" y="2024"/>
                  </a:lnTo>
                  <a:lnTo>
                    <a:pt x="1868" y="2010"/>
                  </a:lnTo>
                  <a:cubicBezTo>
                    <a:pt x="1855" y="1909"/>
                    <a:pt x="1855" y="1811"/>
                    <a:pt x="1841" y="1714"/>
                  </a:cubicBezTo>
                  <a:cubicBezTo>
                    <a:pt x="1841" y="1700"/>
                    <a:pt x="1828" y="1673"/>
                    <a:pt x="1828" y="1656"/>
                  </a:cubicBezTo>
                  <a:cubicBezTo>
                    <a:pt x="1828" y="1629"/>
                    <a:pt x="1828" y="1616"/>
                    <a:pt x="1814" y="1589"/>
                  </a:cubicBezTo>
                  <a:cubicBezTo>
                    <a:pt x="1814" y="1572"/>
                    <a:pt x="1814" y="1545"/>
                    <a:pt x="1801" y="1518"/>
                  </a:cubicBezTo>
                  <a:cubicBezTo>
                    <a:pt x="1801" y="1505"/>
                    <a:pt x="1801" y="1488"/>
                    <a:pt x="1784" y="1461"/>
                  </a:cubicBezTo>
                  <a:cubicBezTo>
                    <a:pt x="1784" y="1447"/>
                    <a:pt x="1784" y="1420"/>
                    <a:pt x="1770" y="1390"/>
                  </a:cubicBezTo>
                  <a:cubicBezTo>
                    <a:pt x="1770" y="1376"/>
                    <a:pt x="1757" y="1363"/>
                    <a:pt x="1757" y="1336"/>
                  </a:cubicBezTo>
                  <a:cubicBezTo>
                    <a:pt x="1757" y="1319"/>
                    <a:pt x="1743" y="1292"/>
                    <a:pt x="1743" y="1279"/>
                  </a:cubicBezTo>
                  <a:cubicBezTo>
                    <a:pt x="1730" y="1252"/>
                    <a:pt x="1730" y="1235"/>
                    <a:pt x="1716" y="1221"/>
                  </a:cubicBezTo>
                  <a:cubicBezTo>
                    <a:pt x="1716" y="1194"/>
                    <a:pt x="1700" y="1167"/>
                    <a:pt x="1686" y="1151"/>
                  </a:cubicBezTo>
                  <a:cubicBezTo>
                    <a:pt x="1686" y="1124"/>
                    <a:pt x="1673" y="1110"/>
                    <a:pt x="1673" y="1097"/>
                  </a:cubicBezTo>
                  <a:cubicBezTo>
                    <a:pt x="1659" y="1053"/>
                    <a:pt x="1646" y="1026"/>
                    <a:pt x="1615" y="982"/>
                  </a:cubicBezTo>
                  <a:cubicBezTo>
                    <a:pt x="1615" y="969"/>
                    <a:pt x="1602" y="969"/>
                    <a:pt x="1602" y="955"/>
                  </a:cubicBezTo>
                  <a:cubicBezTo>
                    <a:pt x="1588" y="928"/>
                    <a:pt x="1575" y="898"/>
                    <a:pt x="1561" y="871"/>
                  </a:cubicBezTo>
                  <a:cubicBezTo>
                    <a:pt x="1548" y="857"/>
                    <a:pt x="1531" y="844"/>
                    <a:pt x="1531" y="830"/>
                  </a:cubicBezTo>
                  <a:cubicBezTo>
                    <a:pt x="1517" y="813"/>
                    <a:pt x="1504" y="786"/>
                    <a:pt x="1491" y="773"/>
                  </a:cubicBezTo>
                  <a:lnTo>
                    <a:pt x="1447" y="729"/>
                  </a:lnTo>
                  <a:cubicBezTo>
                    <a:pt x="1433" y="702"/>
                    <a:pt x="1420" y="689"/>
                    <a:pt x="1406" y="675"/>
                  </a:cubicBezTo>
                  <a:cubicBezTo>
                    <a:pt x="1393" y="645"/>
                    <a:pt x="1379" y="631"/>
                    <a:pt x="1362" y="618"/>
                  </a:cubicBezTo>
                  <a:cubicBezTo>
                    <a:pt x="1349" y="604"/>
                    <a:pt x="1335" y="591"/>
                    <a:pt x="1322" y="577"/>
                  </a:cubicBezTo>
                  <a:cubicBezTo>
                    <a:pt x="1308" y="561"/>
                    <a:pt x="1295" y="547"/>
                    <a:pt x="1278" y="534"/>
                  </a:cubicBezTo>
                  <a:cubicBezTo>
                    <a:pt x="1251" y="507"/>
                    <a:pt x="1238" y="493"/>
                    <a:pt x="1211" y="476"/>
                  </a:cubicBezTo>
                  <a:cubicBezTo>
                    <a:pt x="1194" y="463"/>
                    <a:pt x="1180" y="449"/>
                    <a:pt x="1167" y="436"/>
                  </a:cubicBezTo>
                  <a:cubicBezTo>
                    <a:pt x="1140" y="409"/>
                    <a:pt x="1096" y="392"/>
                    <a:pt x="1056" y="365"/>
                  </a:cubicBezTo>
                  <a:cubicBezTo>
                    <a:pt x="1025" y="338"/>
                    <a:pt x="998" y="325"/>
                    <a:pt x="958" y="294"/>
                  </a:cubicBezTo>
                  <a:cubicBezTo>
                    <a:pt x="941" y="294"/>
                    <a:pt x="927" y="281"/>
                    <a:pt x="927" y="281"/>
                  </a:cubicBezTo>
                  <a:cubicBezTo>
                    <a:pt x="901" y="267"/>
                    <a:pt x="874" y="254"/>
                    <a:pt x="843" y="240"/>
                  </a:cubicBezTo>
                  <a:cubicBezTo>
                    <a:pt x="830" y="240"/>
                    <a:pt x="816" y="223"/>
                    <a:pt x="803" y="223"/>
                  </a:cubicBezTo>
                  <a:cubicBezTo>
                    <a:pt x="772" y="210"/>
                    <a:pt x="759" y="196"/>
                    <a:pt x="732" y="196"/>
                  </a:cubicBezTo>
                  <a:cubicBezTo>
                    <a:pt x="718" y="183"/>
                    <a:pt x="688" y="183"/>
                    <a:pt x="675" y="169"/>
                  </a:cubicBezTo>
                  <a:cubicBezTo>
                    <a:pt x="648" y="169"/>
                    <a:pt x="634" y="156"/>
                    <a:pt x="604" y="139"/>
                  </a:cubicBezTo>
                  <a:cubicBezTo>
                    <a:pt x="590" y="139"/>
                    <a:pt x="563" y="139"/>
                    <a:pt x="550" y="126"/>
                  </a:cubicBezTo>
                  <a:cubicBezTo>
                    <a:pt x="520" y="126"/>
                    <a:pt x="493" y="112"/>
                    <a:pt x="479" y="112"/>
                  </a:cubicBezTo>
                  <a:cubicBezTo>
                    <a:pt x="452" y="99"/>
                    <a:pt x="435" y="99"/>
                    <a:pt x="422" y="85"/>
                  </a:cubicBezTo>
                  <a:cubicBezTo>
                    <a:pt x="381" y="85"/>
                    <a:pt x="351" y="72"/>
                    <a:pt x="311" y="55"/>
                  </a:cubicBezTo>
                  <a:cubicBezTo>
                    <a:pt x="284" y="55"/>
                    <a:pt x="267" y="55"/>
                    <a:pt x="240" y="41"/>
                  </a:cubicBezTo>
                  <a:cubicBezTo>
                    <a:pt x="213" y="41"/>
                    <a:pt x="199" y="28"/>
                    <a:pt x="169" y="28"/>
                  </a:cubicBezTo>
                  <a:cubicBezTo>
                    <a:pt x="115" y="14"/>
                    <a:pt x="58" y="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7379833" y="2058959"/>
              <a:ext cx="675008" cy="511831"/>
            </a:xfrm>
            <a:custGeom>
              <a:rect b="b" l="l" r="r" t="t"/>
              <a:pathLst>
                <a:path extrusionOk="0" h="2823" w="3723">
                  <a:moveTo>
                    <a:pt x="71" y="0"/>
                  </a:moveTo>
                  <a:cubicBezTo>
                    <a:pt x="1" y="253"/>
                    <a:pt x="1" y="604"/>
                    <a:pt x="338" y="1025"/>
                  </a:cubicBezTo>
                  <a:cubicBezTo>
                    <a:pt x="999" y="1841"/>
                    <a:pt x="3177" y="2822"/>
                    <a:pt x="3177" y="2822"/>
                  </a:cubicBezTo>
                  <a:cubicBezTo>
                    <a:pt x="3177" y="2822"/>
                    <a:pt x="3429" y="2529"/>
                    <a:pt x="3638" y="1558"/>
                  </a:cubicBezTo>
                  <a:cubicBezTo>
                    <a:pt x="3669" y="1474"/>
                    <a:pt x="3682" y="1406"/>
                    <a:pt x="3682" y="1322"/>
                  </a:cubicBezTo>
                  <a:cubicBezTo>
                    <a:pt x="3723" y="914"/>
                    <a:pt x="3598" y="563"/>
                    <a:pt x="3456" y="324"/>
                  </a:cubicBezTo>
                  <a:cubicBezTo>
                    <a:pt x="2910" y="226"/>
                    <a:pt x="2418" y="209"/>
                    <a:pt x="2418" y="209"/>
                  </a:cubicBezTo>
                  <a:cubicBezTo>
                    <a:pt x="2418" y="209"/>
                    <a:pt x="759" y="0"/>
                    <a:pt x="71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8036892" y="2122417"/>
              <a:ext cx="308404" cy="362071"/>
            </a:xfrm>
            <a:custGeom>
              <a:rect b="b" l="l" r="r" t="t"/>
              <a:pathLst>
                <a:path extrusionOk="0" h="1997" w="1701">
                  <a:moveTo>
                    <a:pt x="1" y="1"/>
                  </a:moveTo>
                  <a:lnTo>
                    <a:pt x="1" y="1"/>
                  </a:lnTo>
                  <a:cubicBezTo>
                    <a:pt x="284" y="409"/>
                    <a:pt x="675" y="985"/>
                    <a:pt x="942" y="1279"/>
                  </a:cubicBezTo>
                  <a:cubicBezTo>
                    <a:pt x="1154" y="1532"/>
                    <a:pt x="1464" y="1798"/>
                    <a:pt x="1700" y="1997"/>
                  </a:cubicBezTo>
                  <a:cubicBezTo>
                    <a:pt x="1660" y="1336"/>
                    <a:pt x="1478" y="719"/>
                    <a:pt x="888" y="338"/>
                  </a:cubicBezTo>
                  <a:cubicBezTo>
                    <a:pt x="662" y="169"/>
                    <a:pt x="325" y="72"/>
                    <a:pt x="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6447731" y="2546132"/>
              <a:ext cx="797209" cy="696946"/>
            </a:xfrm>
            <a:custGeom>
              <a:rect b="b" l="l" r="r" t="t"/>
              <a:pathLst>
                <a:path extrusionOk="0" h="3844" w="4397">
                  <a:moveTo>
                    <a:pt x="2614" y="1"/>
                  </a:moveTo>
                  <a:cubicBezTo>
                    <a:pt x="2316" y="1"/>
                    <a:pt x="2138" y="68"/>
                    <a:pt x="2138" y="68"/>
                  </a:cubicBezTo>
                  <a:lnTo>
                    <a:pt x="2067" y="432"/>
                  </a:lnTo>
                  <a:lnTo>
                    <a:pt x="1996" y="530"/>
                  </a:lnTo>
                  <a:lnTo>
                    <a:pt x="1898" y="671"/>
                  </a:lnTo>
                  <a:cubicBezTo>
                    <a:pt x="435" y="1501"/>
                    <a:pt x="0" y="3031"/>
                    <a:pt x="0" y="3031"/>
                  </a:cubicBezTo>
                  <a:cubicBezTo>
                    <a:pt x="216" y="2953"/>
                    <a:pt x="417" y="2920"/>
                    <a:pt x="602" y="2920"/>
                  </a:cubicBezTo>
                  <a:cubicBezTo>
                    <a:pt x="1580" y="2920"/>
                    <a:pt x="2107" y="3844"/>
                    <a:pt x="2107" y="3844"/>
                  </a:cubicBezTo>
                  <a:cubicBezTo>
                    <a:pt x="3163" y="3227"/>
                    <a:pt x="3837" y="2300"/>
                    <a:pt x="4144" y="1780"/>
                  </a:cubicBezTo>
                  <a:cubicBezTo>
                    <a:pt x="4285" y="1554"/>
                    <a:pt x="4356" y="1399"/>
                    <a:pt x="4356" y="1399"/>
                  </a:cubicBezTo>
                  <a:lnTo>
                    <a:pt x="4397" y="742"/>
                  </a:lnTo>
                  <a:cubicBezTo>
                    <a:pt x="3672" y="129"/>
                    <a:pt x="3027" y="1"/>
                    <a:pt x="261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6809621" y="2546132"/>
              <a:ext cx="435319" cy="322909"/>
            </a:xfrm>
            <a:custGeom>
              <a:rect b="b" l="l" r="r" t="t"/>
              <a:pathLst>
                <a:path extrusionOk="0" h="1781" w="2401">
                  <a:moveTo>
                    <a:pt x="618" y="1"/>
                  </a:moveTo>
                  <a:cubicBezTo>
                    <a:pt x="320" y="1"/>
                    <a:pt x="142" y="68"/>
                    <a:pt x="142" y="68"/>
                  </a:cubicBezTo>
                  <a:lnTo>
                    <a:pt x="71" y="432"/>
                  </a:lnTo>
                  <a:lnTo>
                    <a:pt x="0" y="530"/>
                  </a:lnTo>
                  <a:cubicBezTo>
                    <a:pt x="57" y="525"/>
                    <a:pt x="113" y="522"/>
                    <a:pt x="167" y="522"/>
                  </a:cubicBezTo>
                  <a:cubicBezTo>
                    <a:pt x="1173" y="522"/>
                    <a:pt x="1870" y="1339"/>
                    <a:pt x="2148" y="1780"/>
                  </a:cubicBezTo>
                  <a:cubicBezTo>
                    <a:pt x="2289" y="1554"/>
                    <a:pt x="2360" y="1399"/>
                    <a:pt x="2360" y="1399"/>
                  </a:cubicBezTo>
                  <a:lnTo>
                    <a:pt x="2401" y="742"/>
                  </a:lnTo>
                  <a:cubicBezTo>
                    <a:pt x="1676" y="129"/>
                    <a:pt x="1031" y="1"/>
                    <a:pt x="6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6715341" y="2022698"/>
              <a:ext cx="794852" cy="777265"/>
            </a:xfrm>
            <a:custGeom>
              <a:rect b="b" l="l" r="r" t="t"/>
              <a:pathLst>
                <a:path extrusionOk="0" h="4287" w="4384">
                  <a:moveTo>
                    <a:pt x="2343" y="1"/>
                  </a:moveTo>
                  <a:cubicBezTo>
                    <a:pt x="2133" y="1"/>
                    <a:pt x="1909" y="17"/>
                    <a:pt x="1673" y="45"/>
                  </a:cubicBezTo>
                  <a:cubicBezTo>
                    <a:pt x="1066" y="116"/>
                    <a:pt x="507" y="467"/>
                    <a:pt x="254" y="1057"/>
                  </a:cubicBezTo>
                  <a:cubicBezTo>
                    <a:pt x="1" y="1620"/>
                    <a:pt x="41" y="2392"/>
                    <a:pt x="591" y="3319"/>
                  </a:cubicBezTo>
                  <a:cubicBezTo>
                    <a:pt x="591" y="3319"/>
                    <a:pt x="769" y="3243"/>
                    <a:pt x="1057" y="3243"/>
                  </a:cubicBezTo>
                  <a:cubicBezTo>
                    <a:pt x="1492" y="3243"/>
                    <a:pt x="2178" y="3416"/>
                    <a:pt x="2880" y="4286"/>
                  </a:cubicBezTo>
                  <a:cubicBezTo>
                    <a:pt x="2880" y="4286"/>
                    <a:pt x="3133" y="3727"/>
                    <a:pt x="4033" y="3221"/>
                  </a:cubicBezTo>
                  <a:cubicBezTo>
                    <a:pt x="4033" y="3221"/>
                    <a:pt x="4144" y="3009"/>
                    <a:pt x="4215" y="2685"/>
                  </a:cubicBezTo>
                  <a:cubicBezTo>
                    <a:pt x="4326" y="2294"/>
                    <a:pt x="4384" y="1704"/>
                    <a:pt x="4158" y="1127"/>
                  </a:cubicBezTo>
                  <a:cubicBezTo>
                    <a:pt x="3820" y="270"/>
                    <a:pt x="3193" y="1"/>
                    <a:pt x="2343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6715341" y="2022698"/>
              <a:ext cx="794852" cy="777265"/>
            </a:xfrm>
            <a:custGeom>
              <a:rect b="b" l="l" r="r" t="t"/>
              <a:pathLst>
                <a:path extrusionOk="0" h="4287" w="4384">
                  <a:moveTo>
                    <a:pt x="2343" y="1"/>
                  </a:moveTo>
                  <a:cubicBezTo>
                    <a:pt x="2133" y="1"/>
                    <a:pt x="1909" y="17"/>
                    <a:pt x="1673" y="45"/>
                  </a:cubicBezTo>
                  <a:cubicBezTo>
                    <a:pt x="1066" y="116"/>
                    <a:pt x="507" y="467"/>
                    <a:pt x="254" y="1057"/>
                  </a:cubicBezTo>
                  <a:cubicBezTo>
                    <a:pt x="1" y="1620"/>
                    <a:pt x="41" y="2392"/>
                    <a:pt x="591" y="3319"/>
                  </a:cubicBezTo>
                  <a:cubicBezTo>
                    <a:pt x="591" y="3319"/>
                    <a:pt x="769" y="3243"/>
                    <a:pt x="1057" y="3243"/>
                  </a:cubicBezTo>
                  <a:cubicBezTo>
                    <a:pt x="1492" y="3243"/>
                    <a:pt x="2178" y="3416"/>
                    <a:pt x="2880" y="4286"/>
                  </a:cubicBezTo>
                  <a:cubicBezTo>
                    <a:pt x="2880" y="4286"/>
                    <a:pt x="3133" y="3727"/>
                    <a:pt x="4033" y="3221"/>
                  </a:cubicBezTo>
                  <a:cubicBezTo>
                    <a:pt x="4033" y="3221"/>
                    <a:pt x="4144" y="3009"/>
                    <a:pt x="4215" y="2685"/>
                  </a:cubicBezTo>
                  <a:cubicBezTo>
                    <a:pt x="4326" y="2294"/>
                    <a:pt x="4384" y="1704"/>
                    <a:pt x="4158" y="1127"/>
                  </a:cubicBezTo>
                  <a:cubicBezTo>
                    <a:pt x="3820" y="270"/>
                    <a:pt x="3193" y="1"/>
                    <a:pt x="23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6761212" y="2022698"/>
              <a:ext cx="748981" cy="586530"/>
            </a:xfrm>
            <a:custGeom>
              <a:rect b="b" l="l" r="r" t="t"/>
              <a:pathLst>
                <a:path extrusionOk="0" h="3235" w="4131">
                  <a:moveTo>
                    <a:pt x="2090" y="1"/>
                  </a:moveTo>
                  <a:cubicBezTo>
                    <a:pt x="1880" y="1"/>
                    <a:pt x="1656" y="17"/>
                    <a:pt x="1420" y="45"/>
                  </a:cubicBezTo>
                  <a:cubicBezTo>
                    <a:pt x="813" y="116"/>
                    <a:pt x="254" y="467"/>
                    <a:pt x="1" y="1057"/>
                  </a:cubicBezTo>
                  <a:cubicBezTo>
                    <a:pt x="153" y="955"/>
                    <a:pt x="384" y="846"/>
                    <a:pt x="670" y="846"/>
                  </a:cubicBezTo>
                  <a:cubicBezTo>
                    <a:pt x="936" y="846"/>
                    <a:pt x="1249" y="941"/>
                    <a:pt x="1589" y="1225"/>
                  </a:cubicBezTo>
                  <a:cubicBezTo>
                    <a:pt x="2600" y="2082"/>
                    <a:pt x="2752" y="3235"/>
                    <a:pt x="2752" y="3235"/>
                  </a:cubicBezTo>
                  <a:cubicBezTo>
                    <a:pt x="3146" y="2924"/>
                    <a:pt x="3625" y="2769"/>
                    <a:pt x="3962" y="2685"/>
                  </a:cubicBezTo>
                  <a:cubicBezTo>
                    <a:pt x="4073" y="2294"/>
                    <a:pt x="4131" y="1704"/>
                    <a:pt x="3905" y="1127"/>
                  </a:cubicBezTo>
                  <a:cubicBezTo>
                    <a:pt x="3567" y="270"/>
                    <a:pt x="2940" y="1"/>
                    <a:pt x="209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7405579" y="2058959"/>
              <a:ext cx="601034" cy="461065"/>
            </a:xfrm>
            <a:custGeom>
              <a:rect b="b" l="l" r="r" t="t"/>
              <a:pathLst>
                <a:path extrusionOk="0" h="2543" w="3315">
                  <a:moveTo>
                    <a:pt x="449" y="0"/>
                  </a:moveTo>
                  <a:cubicBezTo>
                    <a:pt x="449" y="0"/>
                    <a:pt x="0" y="267"/>
                    <a:pt x="364" y="745"/>
                  </a:cubicBezTo>
                  <a:cubicBezTo>
                    <a:pt x="449" y="857"/>
                    <a:pt x="631" y="1012"/>
                    <a:pt x="857" y="1180"/>
                  </a:cubicBezTo>
                  <a:cubicBezTo>
                    <a:pt x="1615" y="1743"/>
                    <a:pt x="2964" y="2542"/>
                    <a:pt x="2964" y="2542"/>
                  </a:cubicBezTo>
                  <a:cubicBezTo>
                    <a:pt x="2964" y="2542"/>
                    <a:pt x="3301" y="1841"/>
                    <a:pt x="3314" y="1238"/>
                  </a:cubicBezTo>
                  <a:cubicBezTo>
                    <a:pt x="3314" y="941"/>
                    <a:pt x="3176" y="675"/>
                    <a:pt x="3035" y="479"/>
                  </a:cubicBezTo>
                  <a:cubicBezTo>
                    <a:pt x="2893" y="280"/>
                    <a:pt x="2755" y="169"/>
                    <a:pt x="2755" y="169"/>
                  </a:cubicBezTo>
                  <a:lnTo>
                    <a:pt x="449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7405579" y="2058959"/>
              <a:ext cx="550268" cy="218113"/>
            </a:xfrm>
            <a:custGeom>
              <a:rect b="b" l="l" r="r" t="t"/>
              <a:pathLst>
                <a:path extrusionOk="0" h="1203" w="3035">
                  <a:moveTo>
                    <a:pt x="449" y="0"/>
                  </a:moveTo>
                  <a:cubicBezTo>
                    <a:pt x="449" y="0"/>
                    <a:pt x="0" y="267"/>
                    <a:pt x="364" y="745"/>
                  </a:cubicBezTo>
                  <a:cubicBezTo>
                    <a:pt x="449" y="857"/>
                    <a:pt x="631" y="1012"/>
                    <a:pt x="857" y="1180"/>
                  </a:cubicBezTo>
                  <a:cubicBezTo>
                    <a:pt x="994" y="1193"/>
                    <a:pt x="1149" y="1202"/>
                    <a:pt x="1317" y="1202"/>
                  </a:cubicBezTo>
                  <a:cubicBezTo>
                    <a:pt x="1513" y="1202"/>
                    <a:pt x="1726" y="1189"/>
                    <a:pt x="1952" y="1153"/>
                  </a:cubicBezTo>
                  <a:cubicBezTo>
                    <a:pt x="2502" y="1069"/>
                    <a:pt x="2839" y="732"/>
                    <a:pt x="3035" y="479"/>
                  </a:cubicBezTo>
                  <a:cubicBezTo>
                    <a:pt x="2893" y="280"/>
                    <a:pt x="2755" y="169"/>
                    <a:pt x="2755" y="169"/>
                  </a:cubicBezTo>
                  <a:lnTo>
                    <a:pt x="449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7448911" y="1643946"/>
              <a:ext cx="568036" cy="581634"/>
            </a:xfrm>
            <a:custGeom>
              <a:rect b="b" l="l" r="r" t="t"/>
              <a:pathLst>
                <a:path extrusionOk="0" h="3208" w="3133">
                  <a:moveTo>
                    <a:pt x="1531" y="0"/>
                  </a:moveTo>
                  <a:lnTo>
                    <a:pt x="156" y="54"/>
                  </a:lnTo>
                  <a:lnTo>
                    <a:pt x="55" y="71"/>
                  </a:lnTo>
                  <a:cubicBezTo>
                    <a:pt x="55" y="71"/>
                    <a:pt x="28" y="307"/>
                    <a:pt x="14" y="617"/>
                  </a:cubicBezTo>
                  <a:cubicBezTo>
                    <a:pt x="1" y="927"/>
                    <a:pt x="1" y="1318"/>
                    <a:pt x="55" y="1602"/>
                  </a:cubicBezTo>
                  <a:cubicBezTo>
                    <a:pt x="125" y="1979"/>
                    <a:pt x="294" y="2360"/>
                    <a:pt x="506" y="2640"/>
                  </a:cubicBezTo>
                  <a:cubicBezTo>
                    <a:pt x="618" y="2781"/>
                    <a:pt x="729" y="2906"/>
                    <a:pt x="857" y="2991"/>
                  </a:cubicBezTo>
                  <a:cubicBezTo>
                    <a:pt x="1116" y="3180"/>
                    <a:pt x="1276" y="3207"/>
                    <a:pt x="1347" y="3207"/>
                  </a:cubicBezTo>
                  <a:cubicBezTo>
                    <a:pt x="1376" y="3207"/>
                    <a:pt x="1390" y="3203"/>
                    <a:pt x="1390" y="3203"/>
                  </a:cubicBezTo>
                  <a:lnTo>
                    <a:pt x="1727" y="3203"/>
                  </a:lnTo>
                  <a:cubicBezTo>
                    <a:pt x="1727" y="3203"/>
                    <a:pt x="1741" y="3207"/>
                    <a:pt x="1770" y="3207"/>
                  </a:cubicBezTo>
                  <a:cubicBezTo>
                    <a:pt x="1841" y="3207"/>
                    <a:pt x="2001" y="3180"/>
                    <a:pt x="2263" y="2991"/>
                  </a:cubicBezTo>
                  <a:cubicBezTo>
                    <a:pt x="2374" y="2906"/>
                    <a:pt x="2499" y="2781"/>
                    <a:pt x="2613" y="2640"/>
                  </a:cubicBezTo>
                  <a:cubicBezTo>
                    <a:pt x="2822" y="2360"/>
                    <a:pt x="2991" y="1979"/>
                    <a:pt x="3062" y="1602"/>
                  </a:cubicBezTo>
                  <a:cubicBezTo>
                    <a:pt x="3133" y="1251"/>
                    <a:pt x="3119" y="759"/>
                    <a:pt x="3089" y="422"/>
                  </a:cubicBezTo>
                  <a:cubicBezTo>
                    <a:pt x="3075" y="209"/>
                    <a:pt x="3062" y="71"/>
                    <a:pt x="3062" y="71"/>
                  </a:cubicBezTo>
                  <a:lnTo>
                    <a:pt x="2964" y="54"/>
                  </a:lnTo>
                  <a:lnTo>
                    <a:pt x="1589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7448911" y="1648842"/>
              <a:ext cx="570575" cy="473756"/>
            </a:xfrm>
            <a:custGeom>
              <a:rect b="b" l="l" r="r" t="t"/>
              <a:pathLst>
                <a:path extrusionOk="0" h="2613" w="3147">
                  <a:moveTo>
                    <a:pt x="1572" y="0"/>
                  </a:moveTo>
                  <a:lnTo>
                    <a:pt x="156" y="57"/>
                  </a:lnTo>
                  <a:lnTo>
                    <a:pt x="156" y="27"/>
                  </a:lnTo>
                  <a:lnTo>
                    <a:pt x="55" y="44"/>
                  </a:lnTo>
                  <a:cubicBezTo>
                    <a:pt x="55" y="44"/>
                    <a:pt x="28" y="280"/>
                    <a:pt x="14" y="590"/>
                  </a:cubicBezTo>
                  <a:cubicBezTo>
                    <a:pt x="1" y="900"/>
                    <a:pt x="1" y="1291"/>
                    <a:pt x="55" y="1575"/>
                  </a:cubicBezTo>
                  <a:cubicBezTo>
                    <a:pt x="125" y="1952"/>
                    <a:pt x="294" y="2333"/>
                    <a:pt x="506" y="2613"/>
                  </a:cubicBezTo>
                  <a:cubicBezTo>
                    <a:pt x="675" y="2191"/>
                    <a:pt x="506" y="1645"/>
                    <a:pt x="378" y="1123"/>
                  </a:cubicBezTo>
                  <a:cubicBezTo>
                    <a:pt x="324" y="927"/>
                    <a:pt x="280" y="745"/>
                    <a:pt x="253" y="563"/>
                  </a:cubicBezTo>
                  <a:cubicBezTo>
                    <a:pt x="907" y="418"/>
                    <a:pt x="1569" y="365"/>
                    <a:pt x="2154" y="365"/>
                  </a:cubicBezTo>
                  <a:cubicBezTo>
                    <a:pt x="2424" y="365"/>
                    <a:pt x="2677" y="376"/>
                    <a:pt x="2907" y="395"/>
                  </a:cubicBezTo>
                  <a:cubicBezTo>
                    <a:pt x="2866" y="617"/>
                    <a:pt x="2809" y="870"/>
                    <a:pt x="2738" y="1123"/>
                  </a:cubicBezTo>
                  <a:cubicBezTo>
                    <a:pt x="2613" y="1645"/>
                    <a:pt x="2445" y="2191"/>
                    <a:pt x="2613" y="2613"/>
                  </a:cubicBezTo>
                  <a:cubicBezTo>
                    <a:pt x="2822" y="2333"/>
                    <a:pt x="2991" y="1952"/>
                    <a:pt x="3062" y="1575"/>
                  </a:cubicBezTo>
                  <a:cubicBezTo>
                    <a:pt x="3133" y="1237"/>
                    <a:pt x="3119" y="745"/>
                    <a:pt x="3089" y="408"/>
                  </a:cubicBezTo>
                  <a:cubicBezTo>
                    <a:pt x="3119" y="408"/>
                    <a:pt x="3133" y="408"/>
                    <a:pt x="3146" y="422"/>
                  </a:cubicBezTo>
                  <a:cubicBezTo>
                    <a:pt x="3133" y="212"/>
                    <a:pt x="3119" y="57"/>
                    <a:pt x="3119" y="57"/>
                  </a:cubicBezTo>
                  <a:lnTo>
                    <a:pt x="3062" y="57"/>
                  </a:lnTo>
                  <a:lnTo>
                    <a:pt x="3062" y="44"/>
                  </a:lnTo>
                  <a:lnTo>
                    <a:pt x="2964" y="27"/>
                  </a:lnTo>
                  <a:cubicBezTo>
                    <a:pt x="2964" y="44"/>
                    <a:pt x="2964" y="44"/>
                    <a:pt x="2951" y="57"/>
                  </a:cubicBezTo>
                  <a:lnTo>
                    <a:pt x="1629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7920130" y="1618201"/>
              <a:ext cx="162814" cy="469043"/>
            </a:xfrm>
            <a:custGeom>
              <a:rect b="b" l="l" r="r" t="t"/>
              <a:pathLst>
                <a:path extrusionOk="0" h="2587" w="898">
                  <a:moveTo>
                    <a:pt x="352" y="1"/>
                  </a:moveTo>
                  <a:lnTo>
                    <a:pt x="355" y="3"/>
                  </a:lnTo>
                  <a:lnTo>
                    <a:pt x="355" y="3"/>
                  </a:lnTo>
                  <a:cubicBezTo>
                    <a:pt x="354" y="1"/>
                    <a:pt x="353" y="1"/>
                    <a:pt x="352" y="1"/>
                  </a:cubicBezTo>
                  <a:close/>
                  <a:moveTo>
                    <a:pt x="355" y="3"/>
                  </a:moveTo>
                  <a:cubicBezTo>
                    <a:pt x="369" y="22"/>
                    <a:pt x="392" y="174"/>
                    <a:pt x="392" y="422"/>
                  </a:cubicBezTo>
                  <a:cubicBezTo>
                    <a:pt x="392" y="634"/>
                    <a:pt x="365" y="914"/>
                    <a:pt x="308" y="1251"/>
                  </a:cubicBezTo>
                  <a:cubicBezTo>
                    <a:pt x="197" y="1912"/>
                    <a:pt x="1" y="2303"/>
                    <a:pt x="223" y="2489"/>
                  </a:cubicBezTo>
                  <a:cubicBezTo>
                    <a:pt x="254" y="2529"/>
                    <a:pt x="308" y="2556"/>
                    <a:pt x="392" y="2586"/>
                  </a:cubicBezTo>
                  <a:lnTo>
                    <a:pt x="520" y="2502"/>
                  </a:lnTo>
                  <a:cubicBezTo>
                    <a:pt x="520" y="2502"/>
                    <a:pt x="658" y="1899"/>
                    <a:pt x="787" y="1393"/>
                  </a:cubicBezTo>
                  <a:cubicBezTo>
                    <a:pt x="898" y="901"/>
                    <a:pt x="813" y="338"/>
                    <a:pt x="813" y="338"/>
                  </a:cubicBezTo>
                  <a:lnTo>
                    <a:pt x="355" y="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7960561" y="1618201"/>
              <a:ext cx="122383" cy="469043"/>
            </a:xfrm>
            <a:custGeom>
              <a:rect b="b" l="l" r="r" t="t"/>
              <a:pathLst>
                <a:path extrusionOk="0" h="2587" w="675">
                  <a:moveTo>
                    <a:pt x="129" y="1"/>
                  </a:moveTo>
                  <a:lnTo>
                    <a:pt x="132" y="3"/>
                  </a:lnTo>
                  <a:lnTo>
                    <a:pt x="132" y="3"/>
                  </a:lnTo>
                  <a:cubicBezTo>
                    <a:pt x="131" y="1"/>
                    <a:pt x="130" y="1"/>
                    <a:pt x="129" y="1"/>
                  </a:cubicBezTo>
                  <a:close/>
                  <a:moveTo>
                    <a:pt x="132" y="3"/>
                  </a:moveTo>
                  <a:cubicBezTo>
                    <a:pt x="146" y="22"/>
                    <a:pt x="169" y="174"/>
                    <a:pt x="169" y="422"/>
                  </a:cubicBezTo>
                  <a:cubicBezTo>
                    <a:pt x="253" y="466"/>
                    <a:pt x="351" y="533"/>
                    <a:pt x="368" y="591"/>
                  </a:cubicBezTo>
                  <a:cubicBezTo>
                    <a:pt x="381" y="719"/>
                    <a:pt x="381" y="1224"/>
                    <a:pt x="156" y="1770"/>
                  </a:cubicBezTo>
                  <a:cubicBezTo>
                    <a:pt x="31" y="2050"/>
                    <a:pt x="0" y="2303"/>
                    <a:pt x="0" y="2489"/>
                  </a:cubicBezTo>
                  <a:cubicBezTo>
                    <a:pt x="31" y="2529"/>
                    <a:pt x="85" y="2556"/>
                    <a:pt x="169" y="2586"/>
                  </a:cubicBezTo>
                  <a:lnTo>
                    <a:pt x="297" y="2502"/>
                  </a:lnTo>
                  <a:cubicBezTo>
                    <a:pt x="297" y="2502"/>
                    <a:pt x="435" y="1899"/>
                    <a:pt x="564" y="1393"/>
                  </a:cubicBezTo>
                  <a:cubicBezTo>
                    <a:pt x="675" y="901"/>
                    <a:pt x="590" y="338"/>
                    <a:pt x="590" y="338"/>
                  </a:cubicBezTo>
                  <a:lnTo>
                    <a:pt x="132" y="3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7366960" y="1618201"/>
              <a:ext cx="163539" cy="469043"/>
            </a:xfrm>
            <a:custGeom>
              <a:rect b="b" l="l" r="r" t="t"/>
              <a:pathLst>
                <a:path extrusionOk="0" h="2587" w="902">
                  <a:moveTo>
                    <a:pt x="550" y="1"/>
                  </a:moveTo>
                  <a:lnTo>
                    <a:pt x="102" y="338"/>
                  </a:lnTo>
                  <a:cubicBezTo>
                    <a:pt x="102" y="338"/>
                    <a:pt x="1" y="901"/>
                    <a:pt x="129" y="1393"/>
                  </a:cubicBezTo>
                  <a:cubicBezTo>
                    <a:pt x="254" y="1899"/>
                    <a:pt x="395" y="2502"/>
                    <a:pt x="395" y="2502"/>
                  </a:cubicBezTo>
                  <a:lnTo>
                    <a:pt x="523" y="2586"/>
                  </a:lnTo>
                  <a:cubicBezTo>
                    <a:pt x="591" y="2556"/>
                    <a:pt x="648" y="2529"/>
                    <a:pt x="692" y="2489"/>
                  </a:cubicBezTo>
                  <a:cubicBezTo>
                    <a:pt x="901" y="2303"/>
                    <a:pt x="719" y="1912"/>
                    <a:pt x="591" y="1251"/>
                  </a:cubicBezTo>
                  <a:cubicBezTo>
                    <a:pt x="537" y="914"/>
                    <a:pt x="523" y="634"/>
                    <a:pt x="523" y="422"/>
                  </a:cubicBezTo>
                  <a:cubicBezTo>
                    <a:pt x="523" y="156"/>
                    <a:pt x="550" y="1"/>
                    <a:pt x="55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7366960" y="1618201"/>
              <a:ext cx="125646" cy="469043"/>
            </a:xfrm>
            <a:custGeom>
              <a:rect b="b" l="l" r="r" t="t"/>
              <a:pathLst>
                <a:path extrusionOk="0" h="2587" w="693">
                  <a:moveTo>
                    <a:pt x="550" y="1"/>
                  </a:moveTo>
                  <a:lnTo>
                    <a:pt x="102" y="338"/>
                  </a:lnTo>
                  <a:cubicBezTo>
                    <a:pt x="102" y="338"/>
                    <a:pt x="1" y="901"/>
                    <a:pt x="129" y="1393"/>
                  </a:cubicBezTo>
                  <a:cubicBezTo>
                    <a:pt x="254" y="1899"/>
                    <a:pt x="395" y="2502"/>
                    <a:pt x="395" y="2502"/>
                  </a:cubicBezTo>
                  <a:lnTo>
                    <a:pt x="523" y="2586"/>
                  </a:lnTo>
                  <a:cubicBezTo>
                    <a:pt x="591" y="2556"/>
                    <a:pt x="648" y="2529"/>
                    <a:pt x="692" y="2489"/>
                  </a:cubicBezTo>
                  <a:cubicBezTo>
                    <a:pt x="692" y="2303"/>
                    <a:pt x="648" y="2050"/>
                    <a:pt x="537" y="1770"/>
                  </a:cubicBezTo>
                  <a:cubicBezTo>
                    <a:pt x="298" y="1224"/>
                    <a:pt x="298" y="719"/>
                    <a:pt x="325" y="591"/>
                  </a:cubicBezTo>
                  <a:cubicBezTo>
                    <a:pt x="325" y="533"/>
                    <a:pt x="422" y="466"/>
                    <a:pt x="523" y="422"/>
                  </a:cubicBezTo>
                  <a:cubicBezTo>
                    <a:pt x="523" y="156"/>
                    <a:pt x="550" y="1"/>
                    <a:pt x="5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7362065" y="1302182"/>
              <a:ext cx="728856" cy="803011"/>
            </a:xfrm>
            <a:custGeom>
              <a:rect b="b" l="l" r="r" t="t"/>
              <a:pathLst>
                <a:path extrusionOk="0" h="4429" w="4020">
                  <a:moveTo>
                    <a:pt x="1953" y="1"/>
                  </a:moveTo>
                  <a:cubicBezTo>
                    <a:pt x="1953" y="1"/>
                    <a:pt x="1882" y="1"/>
                    <a:pt x="1757" y="17"/>
                  </a:cubicBezTo>
                  <a:cubicBezTo>
                    <a:pt x="1602" y="44"/>
                    <a:pt x="1363" y="85"/>
                    <a:pt x="1124" y="199"/>
                  </a:cubicBezTo>
                  <a:cubicBezTo>
                    <a:pt x="830" y="354"/>
                    <a:pt x="507" y="590"/>
                    <a:pt x="298" y="985"/>
                  </a:cubicBezTo>
                  <a:cubicBezTo>
                    <a:pt x="142" y="1251"/>
                    <a:pt x="72" y="1534"/>
                    <a:pt x="28" y="1801"/>
                  </a:cubicBezTo>
                  <a:cubicBezTo>
                    <a:pt x="1" y="2081"/>
                    <a:pt x="1" y="2334"/>
                    <a:pt x="28" y="2559"/>
                  </a:cubicBezTo>
                  <a:cubicBezTo>
                    <a:pt x="28" y="2559"/>
                    <a:pt x="45" y="2671"/>
                    <a:pt x="58" y="2812"/>
                  </a:cubicBezTo>
                  <a:cubicBezTo>
                    <a:pt x="72" y="2937"/>
                    <a:pt x="72" y="3079"/>
                    <a:pt x="72" y="3220"/>
                  </a:cubicBezTo>
                  <a:cubicBezTo>
                    <a:pt x="45" y="3557"/>
                    <a:pt x="254" y="3851"/>
                    <a:pt x="240" y="3962"/>
                  </a:cubicBezTo>
                  <a:cubicBezTo>
                    <a:pt x="240" y="4090"/>
                    <a:pt x="183" y="4188"/>
                    <a:pt x="196" y="4329"/>
                  </a:cubicBezTo>
                  <a:cubicBezTo>
                    <a:pt x="211" y="4397"/>
                    <a:pt x="272" y="4428"/>
                    <a:pt x="341" y="4428"/>
                  </a:cubicBezTo>
                  <a:cubicBezTo>
                    <a:pt x="415" y="4428"/>
                    <a:pt x="499" y="4393"/>
                    <a:pt x="550" y="4329"/>
                  </a:cubicBezTo>
                  <a:cubicBezTo>
                    <a:pt x="662" y="4188"/>
                    <a:pt x="466" y="3669"/>
                    <a:pt x="338" y="3234"/>
                  </a:cubicBezTo>
                  <a:cubicBezTo>
                    <a:pt x="311" y="3106"/>
                    <a:pt x="281" y="2981"/>
                    <a:pt x="267" y="2866"/>
                  </a:cubicBezTo>
                  <a:cubicBezTo>
                    <a:pt x="240" y="2559"/>
                    <a:pt x="254" y="2307"/>
                    <a:pt x="267" y="2209"/>
                  </a:cubicBezTo>
                  <a:cubicBezTo>
                    <a:pt x="267" y="2209"/>
                    <a:pt x="352" y="2165"/>
                    <a:pt x="520" y="2108"/>
                  </a:cubicBezTo>
                  <a:cubicBezTo>
                    <a:pt x="662" y="2054"/>
                    <a:pt x="857" y="1996"/>
                    <a:pt x="1097" y="1956"/>
                  </a:cubicBezTo>
                  <a:cubicBezTo>
                    <a:pt x="1252" y="1926"/>
                    <a:pt x="1434" y="1912"/>
                    <a:pt x="1616" y="1899"/>
                  </a:cubicBezTo>
                  <a:lnTo>
                    <a:pt x="2388" y="1899"/>
                  </a:lnTo>
                  <a:cubicBezTo>
                    <a:pt x="2587" y="1912"/>
                    <a:pt x="2755" y="1926"/>
                    <a:pt x="2910" y="1956"/>
                  </a:cubicBezTo>
                  <a:cubicBezTo>
                    <a:pt x="3163" y="1996"/>
                    <a:pt x="3345" y="2054"/>
                    <a:pt x="3484" y="2108"/>
                  </a:cubicBezTo>
                  <a:cubicBezTo>
                    <a:pt x="3652" y="2165"/>
                    <a:pt x="3736" y="2209"/>
                    <a:pt x="3736" y="2209"/>
                  </a:cubicBezTo>
                  <a:cubicBezTo>
                    <a:pt x="3767" y="2307"/>
                    <a:pt x="3780" y="2573"/>
                    <a:pt x="3736" y="2866"/>
                  </a:cubicBezTo>
                  <a:cubicBezTo>
                    <a:pt x="3723" y="2994"/>
                    <a:pt x="3709" y="3119"/>
                    <a:pt x="3669" y="3234"/>
                  </a:cubicBezTo>
                  <a:cubicBezTo>
                    <a:pt x="3541" y="3669"/>
                    <a:pt x="3359" y="4188"/>
                    <a:pt x="3457" y="4329"/>
                  </a:cubicBezTo>
                  <a:cubicBezTo>
                    <a:pt x="3514" y="4393"/>
                    <a:pt x="3601" y="4428"/>
                    <a:pt x="3674" y="4428"/>
                  </a:cubicBezTo>
                  <a:cubicBezTo>
                    <a:pt x="3744" y="4428"/>
                    <a:pt x="3801" y="4397"/>
                    <a:pt x="3807" y="4329"/>
                  </a:cubicBezTo>
                  <a:cubicBezTo>
                    <a:pt x="3838" y="4188"/>
                    <a:pt x="3780" y="4090"/>
                    <a:pt x="3767" y="3962"/>
                  </a:cubicBezTo>
                  <a:cubicBezTo>
                    <a:pt x="3767" y="3851"/>
                    <a:pt x="3976" y="3557"/>
                    <a:pt x="3949" y="3220"/>
                  </a:cubicBezTo>
                  <a:cubicBezTo>
                    <a:pt x="3935" y="3079"/>
                    <a:pt x="3935" y="2937"/>
                    <a:pt x="3949" y="2826"/>
                  </a:cubicBezTo>
                  <a:cubicBezTo>
                    <a:pt x="3962" y="2671"/>
                    <a:pt x="3976" y="2559"/>
                    <a:pt x="3976" y="2559"/>
                  </a:cubicBezTo>
                  <a:cubicBezTo>
                    <a:pt x="4006" y="2334"/>
                    <a:pt x="4020" y="2067"/>
                    <a:pt x="3976" y="1787"/>
                  </a:cubicBezTo>
                  <a:cubicBezTo>
                    <a:pt x="3949" y="1518"/>
                    <a:pt x="3865" y="1251"/>
                    <a:pt x="3723" y="985"/>
                  </a:cubicBezTo>
                  <a:cubicBezTo>
                    <a:pt x="3500" y="590"/>
                    <a:pt x="3190" y="354"/>
                    <a:pt x="2894" y="199"/>
                  </a:cubicBezTo>
                  <a:cubicBezTo>
                    <a:pt x="2641" y="85"/>
                    <a:pt x="2418" y="44"/>
                    <a:pt x="2250" y="17"/>
                  </a:cubicBezTo>
                  <a:cubicBezTo>
                    <a:pt x="2135" y="1"/>
                    <a:pt x="2051" y="1"/>
                    <a:pt x="205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7456345" y="1607866"/>
              <a:ext cx="537395" cy="76512"/>
            </a:xfrm>
            <a:custGeom>
              <a:rect b="b" l="l" r="r" t="t"/>
              <a:pathLst>
                <a:path extrusionOk="0" h="422" w="2964">
                  <a:moveTo>
                    <a:pt x="1082" y="0"/>
                  </a:moveTo>
                  <a:cubicBezTo>
                    <a:pt x="1096" y="44"/>
                    <a:pt x="1096" y="84"/>
                    <a:pt x="1096" y="128"/>
                  </a:cubicBezTo>
                  <a:lnTo>
                    <a:pt x="1237" y="128"/>
                  </a:lnTo>
                  <a:lnTo>
                    <a:pt x="1237" y="0"/>
                  </a:lnTo>
                  <a:close/>
                  <a:moveTo>
                    <a:pt x="1730" y="0"/>
                  </a:moveTo>
                  <a:lnTo>
                    <a:pt x="1730" y="128"/>
                  </a:lnTo>
                  <a:lnTo>
                    <a:pt x="1885" y="128"/>
                  </a:lnTo>
                  <a:lnTo>
                    <a:pt x="1885" y="0"/>
                  </a:lnTo>
                  <a:close/>
                  <a:moveTo>
                    <a:pt x="634" y="31"/>
                  </a:moveTo>
                  <a:lnTo>
                    <a:pt x="634" y="31"/>
                  </a:lnTo>
                  <a:cubicBezTo>
                    <a:pt x="408" y="44"/>
                    <a:pt x="199" y="58"/>
                    <a:pt x="14" y="101"/>
                  </a:cubicBezTo>
                  <a:lnTo>
                    <a:pt x="14" y="226"/>
                  </a:lnTo>
                  <a:cubicBezTo>
                    <a:pt x="182" y="199"/>
                    <a:pt x="395" y="169"/>
                    <a:pt x="604" y="155"/>
                  </a:cubicBezTo>
                  <a:cubicBezTo>
                    <a:pt x="604" y="115"/>
                    <a:pt x="620" y="71"/>
                    <a:pt x="634" y="31"/>
                  </a:cubicBezTo>
                  <a:close/>
                  <a:moveTo>
                    <a:pt x="2347" y="31"/>
                  </a:moveTo>
                  <a:cubicBezTo>
                    <a:pt x="2347" y="71"/>
                    <a:pt x="2360" y="115"/>
                    <a:pt x="2374" y="155"/>
                  </a:cubicBezTo>
                  <a:cubicBezTo>
                    <a:pt x="2586" y="169"/>
                    <a:pt x="2781" y="199"/>
                    <a:pt x="2964" y="226"/>
                  </a:cubicBezTo>
                  <a:cubicBezTo>
                    <a:pt x="2964" y="186"/>
                    <a:pt x="2964" y="142"/>
                    <a:pt x="2950" y="101"/>
                  </a:cubicBezTo>
                  <a:cubicBezTo>
                    <a:pt x="2768" y="58"/>
                    <a:pt x="2572" y="44"/>
                    <a:pt x="2347" y="31"/>
                  </a:cubicBezTo>
                  <a:close/>
                  <a:moveTo>
                    <a:pt x="253" y="337"/>
                  </a:moveTo>
                  <a:cubicBezTo>
                    <a:pt x="169" y="354"/>
                    <a:pt x="84" y="354"/>
                    <a:pt x="0" y="368"/>
                  </a:cubicBezTo>
                  <a:lnTo>
                    <a:pt x="0" y="422"/>
                  </a:lnTo>
                  <a:cubicBezTo>
                    <a:pt x="71" y="395"/>
                    <a:pt x="155" y="368"/>
                    <a:pt x="253" y="337"/>
                  </a:cubicBezTo>
                  <a:close/>
                  <a:moveTo>
                    <a:pt x="2711" y="337"/>
                  </a:moveTo>
                  <a:lnTo>
                    <a:pt x="2711" y="337"/>
                  </a:lnTo>
                  <a:cubicBezTo>
                    <a:pt x="2812" y="368"/>
                    <a:pt x="2896" y="395"/>
                    <a:pt x="2964" y="422"/>
                  </a:cubicBezTo>
                  <a:lnTo>
                    <a:pt x="2964" y="368"/>
                  </a:lnTo>
                  <a:cubicBezTo>
                    <a:pt x="2896" y="354"/>
                    <a:pt x="2812" y="354"/>
                    <a:pt x="2711" y="337"/>
                  </a:cubicBezTo>
                  <a:close/>
                </a:path>
              </a:pathLst>
            </a:custGeom>
            <a:solidFill>
              <a:srgbClr val="B30A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7359708" y="1338262"/>
              <a:ext cx="206147" cy="766931"/>
            </a:xfrm>
            <a:custGeom>
              <a:rect b="b" l="l" r="r" t="t"/>
              <a:pathLst>
                <a:path extrusionOk="0" h="4230" w="1137">
                  <a:moveTo>
                    <a:pt x="1137" y="0"/>
                  </a:moveTo>
                  <a:lnTo>
                    <a:pt x="1137" y="0"/>
                  </a:lnTo>
                  <a:cubicBezTo>
                    <a:pt x="843" y="155"/>
                    <a:pt x="520" y="391"/>
                    <a:pt x="311" y="786"/>
                  </a:cubicBezTo>
                  <a:cubicBezTo>
                    <a:pt x="14" y="1319"/>
                    <a:pt x="0" y="1925"/>
                    <a:pt x="41" y="2360"/>
                  </a:cubicBezTo>
                  <a:cubicBezTo>
                    <a:pt x="41" y="2360"/>
                    <a:pt x="112" y="2698"/>
                    <a:pt x="85" y="3021"/>
                  </a:cubicBezTo>
                  <a:cubicBezTo>
                    <a:pt x="58" y="3358"/>
                    <a:pt x="267" y="3652"/>
                    <a:pt x="253" y="3763"/>
                  </a:cubicBezTo>
                  <a:cubicBezTo>
                    <a:pt x="253" y="3891"/>
                    <a:pt x="196" y="3989"/>
                    <a:pt x="209" y="4130"/>
                  </a:cubicBezTo>
                  <a:cubicBezTo>
                    <a:pt x="224" y="4198"/>
                    <a:pt x="285" y="4229"/>
                    <a:pt x="354" y="4229"/>
                  </a:cubicBezTo>
                  <a:cubicBezTo>
                    <a:pt x="428" y="4229"/>
                    <a:pt x="512" y="4194"/>
                    <a:pt x="563" y="4130"/>
                  </a:cubicBezTo>
                  <a:cubicBezTo>
                    <a:pt x="675" y="3989"/>
                    <a:pt x="479" y="3470"/>
                    <a:pt x="351" y="3035"/>
                  </a:cubicBezTo>
                  <a:cubicBezTo>
                    <a:pt x="240" y="2600"/>
                    <a:pt x="267" y="2135"/>
                    <a:pt x="280" y="2010"/>
                  </a:cubicBezTo>
                  <a:cubicBezTo>
                    <a:pt x="280" y="2010"/>
                    <a:pt x="365" y="1966"/>
                    <a:pt x="533" y="1909"/>
                  </a:cubicBezTo>
                  <a:cubicBezTo>
                    <a:pt x="547" y="870"/>
                    <a:pt x="870" y="307"/>
                    <a:pt x="1137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7886588" y="1338262"/>
              <a:ext cx="206872" cy="766931"/>
            </a:xfrm>
            <a:custGeom>
              <a:rect b="b" l="l" r="r" t="t"/>
              <a:pathLst>
                <a:path extrusionOk="0" h="4230" w="1141">
                  <a:moveTo>
                    <a:pt x="1" y="0"/>
                  </a:moveTo>
                  <a:lnTo>
                    <a:pt x="1" y="0"/>
                  </a:lnTo>
                  <a:cubicBezTo>
                    <a:pt x="270" y="307"/>
                    <a:pt x="577" y="870"/>
                    <a:pt x="591" y="1909"/>
                  </a:cubicBezTo>
                  <a:cubicBezTo>
                    <a:pt x="759" y="1966"/>
                    <a:pt x="843" y="2010"/>
                    <a:pt x="843" y="2010"/>
                  </a:cubicBezTo>
                  <a:cubicBezTo>
                    <a:pt x="874" y="2135"/>
                    <a:pt x="901" y="2600"/>
                    <a:pt x="776" y="3035"/>
                  </a:cubicBezTo>
                  <a:cubicBezTo>
                    <a:pt x="648" y="3470"/>
                    <a:pt x="466" y="3989"/>
                    <a:pt x="564" y="4130"/>
                  </a:cubicBezTo>
                  <a:cubicBezTo>
                    <a:pt x="621" y="4194"/>
                    <a:pt x="708" y="4229"/>
                    <a:pt x="781" y="4229"/>
                  </a:cubicBezTo>
                  <a:cubicBezTo>
                    <a:pt x="851" y="4229"/>
                    <a:pt x="908" y="4198"/>
                    <a:pt x="914" y="4130"/>
                  </a:cubicBezTo>
                  <a:cubicBezTo>
                    <a:pt x="945" y="3989"/>
                    <a:pt x="887" y="3891"/>
                    <a:pt x="874" y="3763"/>
                  </a:cubicBezTo>
                  <a:cubicBezTo>
                    <a:pt x="874" y="3652"/>
                    <a:pt x="1083" y="3358"/>
                    <a:pt x="1056" y="3021"/>
                  </a:cubicBezTo>
                  <a:cubicBezTo>
                    <a:pt x="1029" y="2698"/>
                    <a:pt x="1083" y="2360"/>
                    <a:pt x="1083" y="2360"/>
                  </a:cubicBezTo>
                  <a:cubicBezTo>
                    <a:pt x="1140" y="1925"/>
                    <a:pt x="1127" y="1319"/>
                    <a:pt x="830" y="786"/>
                  </a:cubicBezTo>
                  <a:cubicBezTo>
                    <a:pt x="607" y="391"/>
                    <a:pt x="297" y="155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7800467" y="1521564"/>
              <a:ext cx="76512" cy="63820"/>
            </a:xfrm>
            <a:custGeom>
              <a:rect b="b" l="l" r="r" t="t"/>
              <a:pathLst>
                <a:path extrusionOk="0" h="352" w="422">
                  <a:moveTo>
                    <a:pt x="240" y="1"/>
                  </a:moveTo>
                  <a:cubicBezTo>
                    <a:pt x="240" y="1"/>
                    <a:pt x="71" y="55"/>
                    <a:pt x="27" y="126"/>
                  </a:cubicBezTo>
                  <a:cubicBezTo>
                    <a:pt x="14" y="156"/>
                    <a:pt x="14" y="240"/>
                    <a:pt x="0" y="338"/>
                  </a:cubicBezTo>
                  <a:cubicBezTo>
                    <a:pt x="138" y="338"/>
                    <a:pt x="280" y="338"/>
                    <a:pt x="422" y="351"/>
                  </a:cubicBezTo>
                  <a:cubicBezTo>
                    <a:pt x="408" y="308"/>
                    <a:pt x="391" y="267"/>
                    <a:pt x="391" y="223"/>
                  </a:cubicBezTo>
                  <a:cubicBezTo>
                    <a:pt x="337" y="1"/>
                    <a:pt x="240" y="1"/>
                    <a:pt x="240" y="1"/>
                  </a:cubicBezTo>
                  <a:close/>
                </a:path>
              </a:pathLst>
            </a:custGeom>
            <a:solidFill>
              <a:srgbClr val="BF0A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7797928" y="1607866"/>
              <a:ext cx="88841" cy="28284"/>
            </a:xfrm>
            <a:custGeom>
              <a:rect b="b" l="l" r="r" t="t"/>
              <a:pathLst>
                <a:path extrusionOk="0" h="156" w="490">
                  <a:moveTo>
                    <a:pt x="1" y="0"/>
                  </a:moveTo>
                  <a:lnTo>
                    <a:pt x="1" y="128"/>
                  </a:lnTo>
                  <a:cubicBezTo>
                    <a:pt x="169" y="142"/>
                    <a:pt x="321" y="142"/>
                    <a:pt x="490" y="155"/>
                  </a:cubicBezTo>
                  <a:cubicBezTo>
                    <a:pt x="476" y="115"/>
                    <a:pt x="463" y="71"/>
                    <a:pt x="463" y="31"/>
                  </a:cubicBezTo>
                  <a:cubicBezTo>
                    <a:pt x="308" y="17"/>
                    <a:pt x="152" y="17"/>
                    <a:pt x="1" y="0"/>
                  </a:cubicBezTo>
                  <a:close/>
                </a:path>
              </a:pathLst>
            </a:custGeom>
            <a:solidFill>
              <a:srgbClr val="9104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7576008" y="1521564"/>
              <a:ext cx="76693" cy="63820"/>
            </a:xfrm>
            <a:custGeom>
              <a:rect b="b" l="l" r="r" t="t"/>
              <a:pathLst>
                <a:path extrusionOk="0" h="352" w="423">
                  <a:moveTo>
                    <a:pt x="183" y="1"/>
                  </a:moveTo>
                  <a:cubicBezTo>
                    <a:pt x="183" y="1"/>
                    <a:pt x="85" y="1"/>
                    <a:pt x="28" y="223"/>
                  </a:cubicBezTo>
                  <a:cubicBezTo>
                    <a:pt x="14" y="267"/>
                    <a:pt x="14" y="308"/>
                    <a:pt x="1" y="351"/>
                  </a:cubicBezTo>
                  <a:cubicBezTo>
                    <a:pt x="129" y="338"/>
                    <a:pt x="267" y="338"/>
                    <a:pt x="422" y="338"/>
                  </a:cubicBezTo>
                  <a:cubicBezTo>
                    <a:pt x="409" y="240"/>
                    <a:pt x="395" y="156"/>
                    <a:pt x="382" y="126"/>
                  </a:cubicBezTo>
                  <a:cubicBezTo>
                    <a:pt x="352" y="55"/>
                    <a:pt x="183" y="1"/>
                    <a:pt x="183" y="1"/>
                  </a:cubicBezTo>
                  <a:close/>
                </a:path>
              </a:pathLst>
            </a:custGeom>
            <a:solidFill>
              <a:srgbClr val="BF0A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7565673" y="1607866"/>
              <a:ext cx="89385" cy="28284"/>
            </a:xfrm>
            <a:custGeom>
              <a:rect b="b" l="l" r="r" t="t"/>
              <a:pathLst>
                <a:path extrusionOk="0" h="156" w="493">
                  <a:moveTo>
                    <a:pt x="479" y="0"/>
                  </a:moveTo>
                  <a:cubicBezTo>
                    <a:pt x="324" y="17"/>
                    <a:pt x="169" y="17"/>
                    <a:pt x="31" y="31"/>
                  </a:cubicBezTo>
                  <a:cubicBezTo>
                    <a:pt x="17" y="71"/>
                    <a:pt x="1" y="115"/>
                    <a:pt x="1" y="155"/>
                  </a:cubicBezTo>
                  <a:cubicBezTo>
                    <a:pt x="156" y="142"/>
                    <a:pt x="324" y="142"/>
                    <a:pt x="493" y="128"/>
                  </a:cubicBezTo>
                  <a:cubicBezTo>
                    <a:pt x="493" y="84"/>
                    <a:pt x="493" y="44"/>
                    <a:pt x="479" y="0"/>
                  </a:cubicBezTo>
                  <a:close/>
                </a:path>
              </a:pathLst>
            </a:custGeom>
            <a:solidFill>
              <a:srgbClr val="9104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7680622" y="1302182"/>
              <a:ext cx="89385" cy="344303"/>
            </a:xfrm>
            <a:custGeom>
              <a:rect b="b" l="l" r="r" t="t"/>
              <a:pathLst>
                <a:path extrusionOk="0" h="1899" w="493">
                  <a:moveTo>
                    <a:pt x="196" y="1"/>
                  </a:moveTo>
                  <a:cubicBezTo>
                    <a:pt x="196" y="1"/>
                    <a:pt x="125" y="1"/>
                    <a:pt x="0" y="17"/>
                  </a:cubicBezTo>
                  <a:lnTo>
                    <a:pt x="0" y="1899"/>
                  </a:lnTo>
                  <a:lnTo>
                    <a:pt x="493" y="1899"/>
                  </a:lnTo>
                  <a:lnTo>
                    <a:pt x="493" y="17"/>
                  </a:lnTo>
                  <a:cubicBezTo>
                    <a:pt x="378" y="1"/>
                    <a:pt x="294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7326710" y="1567435"/>
              <a:ext cx="797209" cy="651800"/>
            </a:xfrm>
            <a:custGeom>
              <a:rect b="b" l="l" r="r" t="t"/>
              <a:pathLst>
                <a:path extrusionOk="0" h="3595" w="4397">
                  <a:moveTo>
                    <a:pt x="2134" y="223"/>
                  </a:moveTo>
                  <a:lnTo>
                    <a:pt x="2134" y="351"/>
                  </a:lnTo>
                  <a:cubicBezTo>
                    <a:pt x="1433" y="351"/>
                    <a:pt x="729" y="409"/>
                    <a:pt x="337" y="520"/>
                  </a:cubicBezTo>
                  <a:cubicBezTo>
                    <a:pt x="337" y="476"/>
                    <a:pt x="324" y="449"/>
                    <a:pt x="324" y="409"/>
                  </a:cubicBezTo>
                  <a:cubicBezTo>
                    <a:pt x="675" y="294"/>
                    <a:pt x="1389" y="223"/>
                    <a:pt x="2134" y="223"/>
                  </a:cubicBezTo>
                  <a:close/>
                  <a:moveTo>
                    <a:pt x="2276" y="223"/>
                  </a:moveTo>
                  <a:cubicBezTo>
                    <a:pt x="3004" y="223"/>
                    <a:pt x="3722" y="294"/>
                    <a:pt x="4086" y="409"/>
                  </a:cubicBezTo>
                  <a:cubicBezTo>
                    <a:pt x="4073" y="449"/>
                    <a:pt x="4073" y="476"/>
                    <a:pt x="4060" y="520"/>
                  </a:cubicBezTo>
                  <a:cubicBezTo>
                    <a:pt x="3665" y="409"/>
                    <a:pt x="2977" y="351"/>
                    <a:pt x="2276" y="351"/>
                  </a:cubicBezTo>
                  <a:lnTo>
                    <a:pt x="2276" y="223"/>
                  </a:lnTo>
                  <a:close/>
                  <a:moveTo>
                    <a:pt x="2197" y="495"/>
                  </a:moveTo>
                  <a:cubicBezTo>
                    <a:pt x="2921" y="495"/>
                    <a:pt x="3645" y="555"/>
                    <a:pt x="4033" y="675"/>
                  </a:cubicBezTo>
                  <a:cubicBezTo>
                    <a:pt x="3975" y="968"/>
                    <a:pt x="3891" y="1403"/>
                    <a:pt x="3793" y="1841"/>
                  </a:cubicBezTo>
                  <a:cubicBezTo>
                    <a:pt x="3638" y="1784"/>
                    <a:pt x="3470" y="1757"/>
                    <a:pt x="3328" y="1757"/>
                  </a:cubicBezTo>
                  <a:lnTo>
                    <a:pt x="3159" y="1757"/>
                  </a:lnTo>
                  <a:cubicBezTo>
                    <a:pt x="3159" y="1713"/>
                    <a:pt x="3132" y="1673"/>
                    <a:pt x="3089" y="1673"/>
                  </a:cubicBezTo>
                  <a:cubicBezTo>
                    <a:pt x="3048" y="1673"/>
                    <a:pt x="3021" y="1700"/>
                    <a:pt x="3004" y="1740"/>
                  </a:cubicBezTo>
                  <a:lnTo>
                    <a:pt x="3004" y="1757"/>
                  </a:lnTo>
                  <a:lnTo>
                    <a:pt x="1389" y="1757"/>
                  </a:lnTo>
                  <a:lnTo>
                    <a:pt x="1389" y="1740"/>
                  </a:lnTo>
                  <a:cubicBezTo>
                    <a:pt x="1389" y="1700"/>
                    <a:pt x="1349" y="1673"/>
                    <a:pt x="1305" y="1673"/>
                  </a:cubicBezTo>
                  <a:cubicBezTo>
                    <a:pt x="1278" y="1673"/>
                    <a:pt x="1234" y="1713"/>
                    <a:pt x="1251" y="1757"/>
                  </a:cubicBezTo>
                  <a:lnTo>
                    <a:pt x="1083" y="1757"/>
                  </a:lnTo>
                  <a:cubicBezTo>
                    <a:pt x="927" y="1757"/>
                    <a:pt x="759" y="1784"/>
                    <a:pt x="604" y="1841"/>
                  </a:cubicBezTo>
                  <a:cubicBezTo>
                    <a:pt x="520" y="1403"/>
                    <a:pt x="422" y="968"/>
                    <a:pt x="364" y="675"/>
                  </a:cubicBezTo>
                  <a:cubicBezTo>
                    <a:pt x="750" y="555"/>
                    <a:pt x="1474" y="495"/>
                    <a:pt x="2197" y="495"/>
                  </a:cubicBezTo>
                  <a:close/>
                  <a:moveTo>
                    <a:pt x="223" y="715"/>
                  </a:moveTo>
                  <a:cubicBezTo>
                    <a:pt x="280" y="1012"/>
                    <a:pt x="364" y="1447"/>
                    <a:pt x="462" y="1882"/>
                  </a:cubicBezTo>
                  <a:cubicBezTo>
                    <a:pt x="449" y="1882"/>
                    <a:pt x="435" y="1882"/>
                    <a:pt x="422" y="1895"/>
                  </a:cubicBezTo>
                  <a:cubicBezTo>
                    <a:pt x="364" y="1909"/>
                    <a:pt x="337" y="1926"/>
                    <a:pt x="294" y="1926"/>
                  </a:cubicBezTo>
                  <a:cubicBezTo>
                    <a:pt x="294" y="1926"/>
                    <a:pt x="280" y="1926"/>
                    <a:pt x="267" y="1909"/>
                  </a:cubicBezTo>
                  <a:cubicBezTo>
                    <a:pt x="155" y="1602"/>
                    <a:pt x="155" y="1221"/>
                    <a:pt x="182" y="968"/>
                  </a:cubicBezTo>
                  <a:cubicBezTo>
                    <a:pt x="196" y="871"/>
                    <a:pt x="196" y="786"/>
                    <a:pt x="209" y="715"/>
                  </a:cubicBezTo>
                  <a:close/>
                  <a:moveTo>
                    <a:pt x="4184" y="715"/>
                  </a:moveTo>
                  <a:cubicBezTo>
                    <a:pt x="4201" y="786"/>
                    <a:pt x="4215" y="871"/>
                    <a:pt x="4228" y="968"/>
                  </a:cubicBezTo>
                  <a:cubicBezTo>
                    <a:pt x="4242" y="1221"/>
                    <a:pt x="4242" y="1602"/>
                    <a:pt x="4130" y="1909"/>
                  </a:cubicBezTo>
                  <a:cubicBezTo>
                    <a:pt x="4130" y="1926"/>
                    <a:pt x="4117" y="1926"/>
                    <a:pt x="4100" y="1926"/>
                  </a:cubicBezTo>
                  <a:cubicBezTo>
                    <a:pt x="4073" y="1926"/>
                    <a:pt x="4033" y="1909"/>
                    <a:pt x="3989" y="1895"/>
                  </a:cubicBezTo>
                  <a:cubicBezTo>
                    <a:pt x="3975" y="1882"/>
                    <a:pt x="3962" y="1882"/>
                    <a:pt x="3931" y="1882"/>
                  </a:cubicBezTo>
                  <a:cubicBezTo>
                    <a:pt x="4033" y="1447"/>
                    <a:pt x="4117" y="1012"/>
                    <a:pt x="4171" y="715"/>
                  </a:cubicBezTo>
                  <a:close/>
                  <a:moveTo>
                    <a:pt x="493" y="2024"/>
                  </a:moveTo>
                  <a:cubicBezTo>
                    <a:pt x="506" y="2077"/>
                    <a:pt x="520" y="2135"/>
                    <a:pt x="533" y="2192"/>
                  </a:cubicBezTo>
                  <a:cubicBezTo>
                    <a:pt x="476" y="2219"/>
                    <a:pt x="422" y="2233"/>
                    <a:pt x="364" y="2233"/>
                  </a:cubicBezTo>
                  <a:lnTo>
                    <a:pt x="364" y="2064"/>
                  </a:lnTo>
                  <a:cubicBezTo>
                    <a:pt x="391" y="2050"/>
                    <a:pt x="422" y="2037"/>
                    <a:pt x="462" y="2037"/>
                  </a:cubicBezTo>
                  <a:cubicBezTo>
                    <a:pt x="476" y="2024"/>
                    <a:pt x="476" y="2024"/>
                    <a:pt x="493" y="2024"/>
                  </a:cubicBezTo>
                  <a:close/>
                  <a:moveTo>
                    <a:pt x="3904" y="2024"/>
                  </a:moveTo>
                  <a:cubicBezTo>
                    <a:pt x="3918" y="2024"/>
                    <a:pt x="3931" y="2024"/>
                    <a:pt x="3948" y="2037"/>
                  </a:cubicBezTo>
                  <a:cubicBezTo>
                    <a:pt x="3975" y="2037"/>
                    <a:pt x="4002" y="2050"/>
                    <a:pt x="4033" y="2064"/>
                  </a:cubicBezTo>
                  <a:lnTo>
                    <a:pt x="4033" y="2233"/>
                  </a:lnTo>
                  <a:cubicBezTo>
                    <a:pt x="3989" y="2233"/>
                    <a:pt x="3931" y="2219"/>
                    <a:pt x="3877" y="2192"/>
                  </a:cubicBezTo>
                  <a:cubicBezTo>
                    <a:pt x="3891" y="2135"/>
                    <a:pt x="3891" y="2077"/>
                    <a:pt x="3904" y="2024"/>
                  </a:cubicBezTo>
                  <a:close/>
                  <a:moveTo>
                    <a:pt x="560" y="2330"/>
                  </a:moveTo>
                  <a:cubicBezTo>
                    <a:pt x="644" y="2667"/>
                    <a:pt x="715" y="2978"/>
                    <a:pt x="786" y="3190"/>
                  </a:cubicBezTo>
                  <a:cubicBezTo>
                    <a:pt x="675" y="3133"/>
                    <a:pt x="604" y="3075"/>
                    <a:pt x="547" y="3035"/>
                  </a:cubicBezTo>
                  <a:cubicBezTo>
                    <a:pt x="378" y="2866"/>
                    <a:pt x="364" y="2711"/>
                    <a:pt x="364" y="2711"/>
                  </a:cubicBezTo>
                  <a:lnTo>
                    <a:pt x="364" y="2374"/>
                  </a:lnTo>
                  <a:cubicBezTo>
                    <a:pt x="422" y="2374"/>
                    <a:pt x="493" y="2361"/>
                    <a:pt x="560" y="2330"/>
                  </a:cubicBezTo>
                  <a:close/>
                  <a:moveTo>
                    <a:pt x="3834" y="2330"/>
                  </a:moveTo>
                  <a:cubicBezTo>
                    <a:pt x="3904" y="2361"/>
                    <a:pt x="3975" y="2374"/>
                    <a:pt x="4033" y="2374"/>
                  </a:cubicBezTo>
                  <a:lnTo>
                    <a:pt x="4033" y="2711"/>
                  </a:lnTo>
                  <a:cubicBezTo>
                    <a:pt x="4033" y="2725"/>
                    <a:pt x="4033" y="2880"/>
                    <a:pt x="3834" y="3035"/>
                  </a:cubicBezTo>
                  <a:cubicBezTo>
                    <a:pt x="3793" y="3089"/>
                    <a:pt x="3722" y="3133"/>
                    <a:pt x="3625" y="3190"/>
                  </a:cubicBezTo>
                  <a:cubicBezTo>
                    <a:pt x="3679" y="2978"/>
                    <a:pt x="3763" y="2667"/>
                    <a:pt x="3834" y="2330"/>
                  </a:cubicBezTo>
                  <a:close/>
                  <a:moveTo>
                    <a:pt x="1251" y="1895"/>
                  </a:moveTo>
                  <a:cubicBezTo>
                    <a:pt x="1278" y="2206"/>
                    <a:pt x="1362" y="2907"/>
                    <a:pt x="1558" y="3399"/>
                  </a:cubicBezTo>
                  <a:cubicBezTo>
                    <a:pt x="1305" y="3372"/>
                    <a:pt x="1123" y="3315"/>
                    <a:pt x="968" y="3257"/>
                  </a:cubicBezTo>
                  <a:cubicBezTo>
                    <a:pt x="884" y="3062"/>
                    <a:pt x="786" y="2667"/>
                    <a:pt x="688" y="2246"/>
                  </a:cubicBezTo>
                  <a:cubicBezTo>
                    <a:pt x="702" y="2219"/>
                    <a:pt x="702" y="2206"/>
                    <a:pt x="688" y="2179"/>
                  </a:cubicBezTo>
                  <a:lnTo>
                    <a:pt x="675" y="2179"/>
                  </a:lnTo>
                  <a:cubicBezTo>
                    <a:pt x="661" y="2108"/>
                    <a:pt x="644" y="2050"/>
                    <a:pt x="631" y="1980"/>
                  </a:cubicBezTo>
                  <a:cubicBezTo>
                    <a:pt x="786" y="1939"/>
                    <a:pt x="954" y="1895"/>
                    <a:pt x="1083" y="1895"/>
                  </a:cubicBezTo>
                  <a:close/>
                  <a:moveTo>
                    <a:pt x="3328" y="1895"/>
                  </a:moveTo>
                  <a:cubicBezTo>
                    <a:pt x="3456" y="1895"/>
                    <a:pt x="3625" y="1939"/>
                    <a:pt x="3763" y="1980"/>
                  </a:cubicBezTo>
                  <a:cubicBezTo>
                    <a:pt x="3749" y="2050"/>
                    <a:pt x="3736" y="2108"/>
                    <a:pt x="3722" y="2179"/>
                  </a:cubicBezTo>
                  <a:cubicBezTo>
                    <a:pt x="3709" y="2206"/>
                    <a:pt x="3709" y="2219"/>
                    <a:pt x="3709" y="2246"/>
                  </a:cubicBezTo>
                  <a:cubicBezTo>
                    <a:pt x="3611" y="2667"/>
                    <a:pt x="3510" y="3062"/>
                    <a:pt x="3443" y="3257"/>
                  </a:cubicBezTo>
                  <a:cubicBezTo>
                    <a:pt x="3287" y="3315"/>
                    <a:pt x="3089" y="3372"/>
                    <a:pt x="2853" y="3399"/>
                  </a:cubicBezTo>
                  <a:cubicBezTo>
                    <a:pt x="3035" y="2907"/>
                    <a:pt x="3119" y="2206"/>
                    <a:pt x="3146" y="1895"/>
                  </a:cubicBezTo>
                  <a:close/>
                  <a:moveTo>
                    <a:pt x="2991" y="1895"/>
                  </a:moveTo>
                  <a:cubicBezTo>
                    <a:pt x="2964" y="2219"/>
                    <a:pt x="2880" y="2951"/>
                    <a:pt x="2684" y="3413"/>
                  </a:cubicBezTo>
                  <a:cubicBezTo>
                    <a:pt x="2613" y="3413"/>
                    <a:pt x="2542" y="3426"/>
                    <a:pt x="2472" y="3426"/>
                  </a:cubicBezTo>
                  <a:lnTo>
                    <a:pt x="1939" y="3426"/>
                  </a:lnTo>
                  <a:cubicBezTo>
                    <a:pt x="1868" y="3426"/>
                    <a:pt x="1797" y="3413"/>
                    <a:pt x="1727" y="3413"/>
                  </a:cubicBezTo>
                  <a:cubicBezTo>
                    <a:pt x="1531" y="2951"/>
                    <a:pt x="1433" y="2219"/>
                    <a:pt x="1403" y="1895"/>
                  </a:cubicBezTo>
                  <a:close/>
                  <a:moveTo>
                    <a:pt x="2205" y="1"/>
                  </a:moveTo>
                  <a:cubicBezTo>
                    <a:pt x="2161" y="1"/>
                    <a:pt x="2134" y="28"/>
                    <a:pt x="2134" y="71"/>
                  </a:cubicBezTo>
                  <a:cubicBezTo>
                    <a:pt x="1389" y="85"/>
                    <a:pt x="675" y="139"/>
                    <a:pt x="294" y="267"/>
                  </a:cubicBezTo>
                  <a:cubicBezTo>
                    <a:pt x="283" y="231"/>
                    <a:pt x="253" y="206"/>
                    <a:pt x="226" y="206"/>
                  </a:cubicBezTo>
                  <a:cubicBezTo>
                    <a:pt x="220" y="206"/>
                    <a:pt x="215" y="207"/>
                    <a:pt x="209" y="210"/>
                  </a:cubicBezTo>
                  <a:cubicBezTo>
                    <a:pt x="169" y="210"/>
                    <a:pt x="139" y="254"/>
                    <a:pt x="139" y="294"/>
                  </a:cubicBezTo>
                  <a:cubicBezTo>
                    <a:pt x="139" y="294"/>
                    <a:pt x="155" y="324"/>
                    <a:pt x="155" y="351"/>
                  </a:cubicBezTo>
                  <a:cubicBezTo>
                    <a:pt x="139" y="378"/>
                    <a:pt x="125" y="422"/>
                    <a:pt x="112" y="506"/>
                  </a:cubicBezTo>
                  <a:cubicBezTo>
                    <a:pt x="85" y="631"/>
                    <a:pt x="54" y="773"/>
                    <a:pt x="41" y="914"/>
                  </a:cubicBezTo>
                  <a:cubicBezTo>
                    <a:pt x="14" y="1194"/>
                    <a:pt x="0" y="1602"/>
                    <a:pt x="125" y="1966"/>
                  </a:cubicBezTo>
                  <a:cubicBezTo>
                    <a:pt x="155" y="2010"/>
                    <a:pt x="182" y="2037"/>
                    <a:pt x="223" y="2064"/>
                  </a:cubicBezTo>
                  <a:lnTo>
                    <a:pt x="223" y="2233"/>
                  </a:lnTo>
                  <a:cubicBezTo>
                    <a:pt x="209" y="2246"/>
                    <a:pt x="196" y="2263"/>
                    <a:pt x="196" y="2276"/>
                  </a:cubicBezTo>
                  <a:cubicBezTo>
                    <a:pt x="196" y="2303"/>
                    <a:pt x="196" y="2330"/>
                    <a:pt x="223" y="2361"/>
                  </a:cubicBezTo>
                  <a:lnTo>
                    <a:pt x="223" y="2711"/>
                  </a:lnTo>
                  <a:cubicBezTo>
                    <a:pt x="223" y="2738"/>
                    <a:pt x="240" y="3413"/>
                    <a:pt x="1629" y="3554"/>
                  </a:cubicBezTo>
                  <a:lnTo>
                    <a:pt x="1629" y="3568"/>
                  </a:lnTo>
                  <a:cubicBezTo>
                    <a:pt x="1642" y="3581"/>
                    <a:pt x="1673" y="3595"/>
                    <a:pt x="1700" y="3595"/>
                  </a:cubicBezTo>
                  <a:lnTo>
                    <a:pt x="1727" y="3595"/>
                  </a:lnTo>
                  <a:cubicBezTo>
                    <a:pt x="1740" y="3581"/>
                    <a:pt x="1757" y="3568"/>
                    <a:pt x="1770" y="3568"/>
                  </a:cubicBezTo>
                  <a:lnTo>
                    <a:pt x="2640" y="3568"/>
                  </a:lnTo>
                  <a:lnTo>
                    <a:pt x="2667" y="3595"/>
                  </a:lnTo>
                  <a:lnTo>
                    <a:pt x="2711" y="3595"/>
                  </a:lnTo>
                  <a:cubicBezTo>
                    <a:pt x="2738" y="3595"/>
                    <a:pt x="2751" y="3581"/>
                    <a:pt x="2768" y="3568"/>
                  </a:cubicBezTo>
                  <a:lnTo>
                    <a:pt x="2782" y="3554"/>
                  </a:lnTo>
                  <a:cubicBezTo>
                    <a:pt x="4171" y="3413"/>
                    <a:pt x="4184" y="2738"/>
                    <a:pt x="4184" y="2711"/>
                  </a:cubicBezTo>
                  <a:lnTo>
                    <a:pt x="4184" y="2361"/>
                  </a:lnTo>
                  <a:cubicBezTo>
                    <a:pt x="4201" y="2330"/>
                    <a:pt x="4215" y="2303"/>
                    <a:pt x="4201" y="2276"/>
                  </a:cubicBezTo>
                  <a:cubicBezTo>
                    <a:pt x="4201" y="2263"/>
                    <a:pt x="4184" y="2246"/>
                    <a:pt x="4184" y="2233"/>
                  </a:cubicBezTo>
                  <a:lnTo>
                    <a:pt x="4184" y="2064"/>
                  </a:lnTo>
                  <a:cubicBezTo>
                    <a:pt x="4215" y="2037"/>
                    <a:pt x="4255" y="2010"/>
                    <a:pt x="4269" y="1966"/>
                  </a:cubicBezTo>
                  <a:cubicBezTo>
                    <a:pt x="4397" y="1602"/>
                    <a:pt x="4397" y="1194"/>
                    <a:pt x="4370" y="914"/>
                  </a:cubicBezTo>
                  <a:cubicBezTo>
                    <a:pt x="4353" y="773"/>
                    <a:pt x="4326" y="631"/>
                    <a:pt x="4299" y="506"/>
                  </a:cubicBezTo>
                  <a:cubicBezTo>
                    <a:pt x="4285" y="422"/>
                    <a:pt x="4255" y="378"/>
                    <a:pt x="4242" y="351"/>
                  </a:cubicBezTo>
                  <a:cubicBezTo>
                    <a:pt x="4255" y="324"/>
                    <a:pt x="4255" y="294"/>
                    <a:pt x="4255" y="294"/>
                  </a:cubicBezTo>
                  <a:cubicBezTo>
                    <a:pt x="4269" y="254"/>
                    <a:pt x="4242" y="210"/>
                    <a:pt x="4201" y="210"/>
                  </a:cubicBezTo>
                  <a:cubicBezTo>
                    <a:pt x="4193" y="207"/>
                    <a:pt x="4186" y="206"/>
                    <a:pt x="4179" y="206"/>
                  </a:cubicBezTo>
                  <a:cubicBezTo>
                    <a:pt x="4144" y="206"/>
                    <a:pt x="4117" y="231"/>
                    <a:pt x="4117" y="267"/>
                  </a:cubicBezTo>
                  <a:cubicBezTo>
                    <a:pt x="3736" y="139"/>
                    <a:pt x="3004" y="85"/>
                    <a:pt x="2276" y="71"/>
                  </a:cubicBezTo>
                  <a:cubicBezTo>
                    <a:pt x="2276" y="28"/>
                    <a:pt x="2246" y="1"/>
                    <a:pt x="2205" y="1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7744261" y="1607866"/>
              <a:ext cx="23389" cy="181"/>
            </a:xfrm>
            <a:custGeom>
              <a:rect b="b" l="l" r="r" t="t"/>
              <a:pathLst>
                <a:path extrusionOk="0" h="1" w="129">
                  <a:moveTo>
                    <a:pt x="128" y="0"/>
                  </a:moveTo>
                  <a:lnTo>
                    <a:pt x="128" y="0"/>
                  </a:lnTo>
                  <a:lnTo>
                    <a:pt x="128" y="0"/>
                  </a:lnTo>
                  <a:close/>
                  <a:moveTo>
                    <a:pt x="111" y="0"/>
                  </a:moveTo>
                  <a:lnTo>
                    <a:pt x="128" y="0"/>
                  </a:lnTo>
                  <a:lnTo>
                    <a:pt x="111" y="0"/>
                  </a:lnTo>
                  <a:close/>
                  <a:moveTo>
                    <a:pt x="111" y="0"/>
                  </a:moveTo>
                  <a:lnTo>
                    <a:pt x="111" y="0"/>
                  </a:lnTo>
                  <a:lnTo>
                    <a:pt x="111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84" y="0"/>
                  </a:moveTo>
                  <a:lnTo>
                    <a:pt x="98" y="0"/>
                  </a:lnTo>
                  <a:lnTo>
                    <a:pt x="84" y="0"/>
                  </a:lnTo>
                  <a:close/>
                  <a:moveTo>
                    <a:pt x="84" y="0"/>
                  </a:moveTo>
                  <a:lnTo>
                    <a:pt x="84" y="0"/>
                  </a:lnTo>
                  <a:lnTo>
                    <a:pt x="84" y="0"/>
                  </a:lnTo>
                  <a:close/>
                  <a:moveTo>
                    <a:pt x="71" y="0"/>
                  </a:moveTo>
                  <a:lnTo>
                    <a:pt x="84" y="0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57" y="0"/>
                  </a:moveTo>
                  <a:lnTo>
                    <a:pt x="57" y="0"/>
                  </a:lnTo>
                  <a:lnTo>
                    <a:pt x="57" y="0"/>
                  </a:lnTo>
                  <a:close/>
                  <a:moveTo>
                    <a:pt x="44" y="0"/>
                  </a:moveTo>
                  <a:lnTo>
                    <a:pt x="57" y="0"/>
                  </a:lnTo>
                  <a:lnTo>
                    <a:pt x="44" y="0"/>
                  </a:lnTo>
                  <a:close/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close/>
                  <a:moveTo>
                    <a:pt x="27" y="0"/>
                  </a:moveTo>
                  <a:lnTo>
                    <a:pt x="44" y="0"/>
                  </a:lnTo>
                  <a:lnTo>
                    <a:pt x="27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0" y="0"/>
                  </a:moveTo>
                  <a:lnTo>
                    <a:pt x="14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7769826" y="1607866"/>
              <a:ext cx="221558" cy="18493"/>
            </a:xfrm>
            <a:custGeom>
              <a:rect b="b" l="l" r="r" t="t"/>
              <a:pathLst>
                <a:path extrusionOk="0" h="102" w="1222">
                  <a:moveTo>
                    <a:pt x="618" y="31"/>
                  </a:moveTo>
                  <a:lnTo>
                    <a:pt x="618" y="31"/>
                  </a:lnTo>
                  <a:cubicBezTo>
                    <a:pt x="843" y="44"/>
                    <a:pt x="1039" y="58"/>
                    <a:pt x="1221" y="101"/>
                  </a:cubicBezTo>
                  <a:lnTo>
                    <a:pt x="1221" y="101"/>
                  </a:lnTo>
                  <a:cubicBezTo>
                    <a:pt x="1039" y="58"/>
                    <a:pt x="843" y="44"/>
                    <a:pt x="618" y="31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56" y="0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7991202" y="1626178"/>
              <a:ext cx="74155" cy="15411"/>
            </a:xfrm>
            <a:custGeom>
              <a:rect b="b" l="l" r="r" t="t"/>
              <a:pathLst>
                <a:path extrusionOk="0" h="85" w="409">
                  <a:moveTo>
                    <a:pt x="0" y="0"/>
                  </a:moveTo>
                  <a:lnTo>
                    <a:pt x="0" y="0"/>
                  </a:lnTo>
                  <a:cubicBezTo>
                    <a:pt x="155" y="14"/>
                    <a:pt x="297" y="41"/>
                    <a:pt x="408" y="85"/>
                  </a:cubicBezTo>
                  <a:lnTo>
                    <a:pt x="408" y="85"/>
                  </a:lnTo>
                  <a:cubicBezTo>
                    <a:pt x="297" y="41"/>
                    <a:pt x="155" y="14"/>
                    <a:pt x="0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7797928" y="1607866"/>
              <a:ext cx="83945" cy="5621"/>
            </a:xfrm>
            <a:custGeom>
              <a:rect b="b" l="l" r="r" t="t"/>
              <a:pathLst>
                <a:path extrusionOk="0" h="31" w="463">
                  <a:moveTo>
                    <a:pt x="1" y="0"/>
                  </a:moveTo>
                  <a:lnTo>
                    <a:pt x="1" y="0"/>
                  </a:lnTo>
                  <a:cubicBezTo>
                    <a:pt x="152" y="17"/>
                    <a:pt x="308" y="17"/>
                    <a:pt x="463" y="31"/>
                  </a:cubicBezTo>
                  <a:lnTo>
                    <a:pt x="463" y="31"/>
                  </a:lnTo>
                  <a:cubicBezTo>
                    <a:pt x="308" y="17"/>
                    <a:pt x="152" y="17"/>
                    <a:pt x="1" y="0"/>
                  </a:cubicBezTo>
                  <a:close/>
                </a:path>
              </a:pathLst>
            </a:custGeom>
            <a:solidFill>
              <a:srgbClr val="5E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7767469" y="1607866"/>
              <a:ext cx="2538" cy="181"/>
            </a:xfrm>
            <a:custGeom>
              <a:rect b="b" l="l" r="r" t="t"/>
              <a:pathLst>
                <a:path extrusionOk="0" h="1" w="14">
                  <a:moveTo>
                    <a:pt x="0" y="0"/>
                  </a:move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7739366" y="1590098"/>
              <a:ext cx="328348" cy="51491"/>
            </a:xfrm>
            <a:custGeom>
              <a:rect b="b" l="l" r="r" t="t"/>
              <a:pathLst>
                <a:path extrusionOk="0" h="284" w="1811">
                  <a:moveTo>
                    <a:pt x="0" y="0"/>
                  </a:moveTo>
                  <a:lnTo>
                    <a:pt x="0" y="98"/>
                  </a:lnTo>
                  <a:lnTo>
                    <a:pt x="324" y="98"/>
                  </a:lnTo>
                  <a:cubicBezTo>
                    <a:pt x="475" y="115"/>
                    <a:pt x="631" y="115"/>
                    <a:pt x="786" y="129"/>
                  </a:cubicBezTo>
                  <a:cubicBezTo>
                    <a:pt x="1011" y="142"/>
                    <a:pt x="1207" y="156"/>
                    <a:pt x="1389" y="199"/>
                  </a:cubicBezTo>
                  <a:cubicBezTo>
                    <a:pt x="1544" y="213"/>
                    <a:pt x="1686" y="240"/>
                    <a:pt x="1797" y="284"/>
                  </a:cubicBezTo>
                  <a:cubicBezTo>
                    <a:pt x="1797" y="253"/>
                    <a:pt x="1810" y="226"/>
                    <a:pt x="1810" y="199"/>
                  </a:cubicBezTo>
                  <a:cubicBezTo>
                    <a:pt x="1446" y="71"/>
                    <a:pt x="728" y="14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7682979" y="1607866"/>
              <a:ext cx="25927" cy="181"/>
            </a:xfrm>
            <a:custGeom>
              <a:rect b="b" l="l" r="r" t="t"/>
              <a:pathLst>
                <a:path extrusionOk="0" h="1" w="143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4" y="0"/>
                  </a:moveTo>
                  <a:lnTo>
                    <a:pt x="1" y="0"/>
                  </a:lnTo>
                  <a:lnTo>
                    <a:pt x="14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28" y="0"/>
                  </a:moveTo>
                  <a:lnTo>
                    <a:pt x="14" y="0"/>
                  </a:lnTo>
                  <a:lnTo>
                    <a:pt x="28" y="0"/>
                  </a:lnTo>
                  <a:close/>
                  <a:moveTo>
                    <a:pt x="28" y="0"/>
                  </a:moveTo>
                  <a:lnTo>
                    <a:pt x="28" y="0"/>
                  </a:lnTo>
                  <a:lnTo>
                    <a:pt x="28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99" y="0"/>
                  </a:moveTo>
                  <a:lnTo>
                    <a:pt x="85" y="0"/>
                  </a:lnTo>
                  <a:lnTo>
                    <a:pt x="99" y="0"/>
                  </a:lnTo>
                  <a:close/>
                  <a:moveTo>
                    <a:pt x="99" y="0"/>
                  </a:moveTo>
                  <a:lnTo>
                    <a:pt x="99" y="0"/>
                  </a:lnTo>
                  <a:lnTo>
                    <a:pt x="99" y="0"/>
                  </a:lnTo>
                  <a:close/>
                  <a:moveTo>
                    <a:pt x="112" y="0"/>
                  </a:moveTo>
                  <a:lnTo>
                    <a:pt x="99" y="0"/>
                  </a:lnTo>
                  <a:lnTo>
                    <a:pt x="112" y="0"/>
                  </a:lnTo>
                  <a:close/>
                  <a:moveTo>
                    <a:pt x="112" y="0"/>
                  </a:moveTo>
                  <a:lnTo>
                    <a:pt x="112" y="0"/>
                  </a:lnTo>
                  <a:lnTo>
                    <a:pt x="112" y="0"/>
                  </a:lnTo>
                  <a:close/>
                  <a:moveTo>
                    <a:pt x="129" y="0"/>
                  </a:moveTo>
                  <a:lnTo>
                    <a:pt x="129" y="0"/>
                  </a:lnTo>
                  <a:lnTo>
                    <a:pt x="129" y="0"/>
                  </a:lnTo>
                  <a:close/>
                  <a:moveTo>
                    <a:pt x="142" y="0"/>
                  </a:moveTo>
                  <a:lnTo>
                    <a:pt x="129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7680622" y="1607866"/>
              <a:ext cx="181" cy="181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7680622" y="1607866"/>
              <a:ext cx="181" cy="181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7458702" y="1607866"/>
              <a:ext cx="222102" cy="18493"/>
            </a:xfrm>
            <a:custGeom>
              <a:rect b="b" l="l" r="r" t="t"/>
              <a:pathLst>
                <a:path extrusionOk="0" h="102" w="1225">
                  <a:moveTo>
                    <a:pt x="621" y="31"/>
                  </a:moveTo>
                  <a:cubicBezTo>
                    <a:pt x="395" y="44"/>
                    <a:pt x="186" y="58"/>
                    <a:pt x="1" y="101"/>
                  </a:cubicBezTo>
                  <a:lnTo>
                    <a:pt x="1" y="101"/>
                  </a:lnTo>
                  <a:cubicBezTo>
                    <a:pt x="186" y="58"/>
                    <a:pt x="395" y="44"/>
                    <a:pt x="621" y="31"/>
                  </a:cubicBezTo>
                  <a:lnTo>
                    <a:pt x="621" y="31"/>
                  </a:lnTo>
                  <a:close/>
                  <a:moveTo>
                    <a:pt x="1197" y="0"/>
                  </a:moveTo>
                  <a:lnTo>
                    <a:pt x="1069" y="0"/>
                  </a:lnTo>
                  <a:lnTo>
                    <a:pt x="1069" y="0"/>
                  </a:lnTo>
                  <a:lnTo>
                    <a:pt x="1197" y="0"/>
                  </a:lnTo>
                  <a:close/>
                  <a:moveTo>
                    <a:pt x="1211" y="0"/>
                  </a:moveTo>
                  <a:lnTo>
                    <a:pt x="1197" y="0"/>
                  </a:lnTo>
                  <a:lnTo>
                    <a:pt x="1211" y="0"/>
                  </a:lnTo>
                  <a:close/>
                  <a:moveTo>
                    <a:pt x="1211" y="0"/>
                  </a:moveTo>
                  <a:lnTo>
                    <a:pt x="1211" y="0"/>
                  </a:lnTo>
                  <a:lnTo>
                    <a:pt x="1211" y="0"/>
                  </a:lnTo>
                  <a:close/>
                  <a:moveTo>
                    <a:pt x="1224" y="0"/>
                  </a:moveTo>
                  <a:lnTo>
                    <a:pt x="1211" y="0"/>
                  </a:ln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7387811" y="1626178"/>
              <a:ext cx="71073" cy="15411"/>
            </a:xfrm>
            <a:custGeom>
              <a:rect b="b" l="l" r="r" t="t"/>
              <a:pathLst>
                <a:path extrusionOk="0" h="85" w="392">
                  <a:moveTo>
                    <a:pt x="392" y="0"/>
                  </a:moveTo>
                  <a:cubicBezTo>
                    <a:pt x="240" y="14"/>
                    <a:pt x="98" y="41"/>
                    <a:pt x="0" y="85"/>
                  </a:cubicBezTo>
                  <a:lnTo>
                    <a:pt x="0" y="85"/>
                  </a:lnTo>
                  <a:cubicBezTo>
                    <a:pt x="98" y="41"/>
                    <a:pt x="240" y="14"/>
                    <a:pt x="392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7571113" y="1607866"/>
              <a:ext cx="81588" cy="5621"/>
            </a:xfrm>
            <a:custGeom>
              <a:rect b="b" l="l" r="r" t="t"/>
              <a:pathLst>
                <a:path extrusionOk="0" h="31" w="450">
                  <a:moveTo>
                    <a:pt x="449" y="0"/>
                  </a:moveTo>
                  <a:cubicBezTo>
                    <a:pt x="294" y="17"/>
                    <a:pt x="139" y="17"/>
                    <a:pt x="1" y="31"/>
                  </a:cubicBezTo>
                  <a:lnTo>
                    <a:pt x="1" y="31"/>
                  </a:lnTo>
                  <a:cubicBezTo>
                    <a:pt x="139" y="17"/>
                    <a:pt x="294" y="17"/>
                    <a:pt x="449" y="0"/>
                  </a:cubicBezTo>
                  <a:close/>
                </a:path>
              </a:pathLst>
            </a:custGeom>
            <a:solidFill>
              <a:srgbClr val="5E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7385454" y="1590098"/>
              <a:ext cx="328348" cy="51491"/>
            </a:xfrm>
            <a:custGeom>
              <a:rect b="b" l="l" r="r" t="t"/>
              <a:pathLst>
                <a:path extrusionOk="0" h="284" w="1811">
                  <a:moveTo>
                    <a:pt x="1810" y="0"/>
                  </a:moveTo>
                  <a:cubicBezTo>
                    <a:pt x="1065" y="14"/>
                    <a:pt x="351" y="71"/>
                    <a:pt x="0" y="199"/>
                  </a:cubicBezTo>
                  <a:cubicBezTo>
                    <a:pt x="0" y="226"/>
                    <a:pt x="0" y="253"/>
                    <a:pt x="13" y="284"/>
                  </a:cubicBezTo>
                  <a:cubicBezTo>
                    <a:pt x="111" y="240"/>
                    <a:pt x="253" y="213"/>
                    <a:pt x="405" y="199"/>
                  </a:cubicBezTo>
                  <a:cubicBezTo>
                    <a:pt x="590" y="156"/>
                    <a:pt x="799" y="142"/>
                    <a:pt x="1025" y="129"/>
                  </a:cubicBezTo>
                  <a:cubicBezTo>
                    <a:pt x="1163" y="115"/>
                    <a:pt x="1318" y="115"/>
                    <a:pt x="1473" y="98"/>
                  </a:cubicBezTo>
                  <a:lnTo>
                    <a:pt x="1810" y="98"/>
                  </a:lnTo>
                  <a:lnTo>
                    <a:pt x="1810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7502034" y="1656638"/>
              <a:ext cx="445835" cy="12510"/>
            </a:xfrm>
            <a:custGeom>
              <a:rect b="b" l="l" r="r" t="t"/>
              <a:pathLst>
                <a:path extrusionOk="0" h="69" w="2459">
                  <a:moveTo>
                    <a:pt x="1238" y="1"/>
                  </a:moveTo>
                  <a:cubicBezTo>
                    <a:pt x="803" y="1"/>
                    <a:pt x="368" y="28"/>
                    <a:pt x="1" y="68"/>
                  </a:cubicBezTo>
                  <a:lnTo>
                    <a:pt x="1" y="68"/>
                  </a:lnTo>
                  <a:cubicBezTo>
                    <a:pt x="368" y="28"/>
                    <a:pt x="803" y="1"/>
                    <a:pt x="1238" y="1"/>
                  </a:cubicBezTo>
                  <a:cubicBezTo>
                    <a:pt x="1673" y="1"/>
                    <a:pt x="2108" y="28"/>
                    <a:pt x="2459" y="68"/>
                  </a:cubicBezTo>
                  <a:lnTo>
                    <a:pt x="2459" y="68"/>
                  </a:lnTo>
                  <a:cubicBezTo>
                    <a:pt x="2108" y="28"/>
                    <a:pt x="1673" y="1"/>
                    <a:pt x="1238" y="1"/>
                  </a:cubicBezTo>
                  <a:close/>
                </a:path>
              </a:pathLst>
            </a:custGeom>
            <a:solidFill>
              <a:srgbClr val="8951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7456345" y="1668967"/>
              <a:ext cx="537395" cy="5621"/>
            </a:xfrm>
            <a:custGeom>
              <a:rect b="b" l="l" r="r" t="t"/>
              <a:pathLst>
                <a:path extrusionOk="0" h="31" w="2964">
                  <a:moveTo>
                    <a:pt x="253" y="0"/>
                  </a:moveTo>
                  <a:cubicBezTo>
                    <a:pt x="169" y="17"/>
                    <a:pt x="84" y="17"/>
                    <a:pt x="0" y="31"/>
                  </a:cubicBezTo>
                  <a:lnTo>
                    <a:pt x="0" y="31"/>
                  </a:lnTo>
                  <a:cubicBezTo>
                    <a:pt x="84" y="17"/>
                    <a:pt x="169" y="17"/>
                    <a:pt x="253" y="0"/>
                  </a:cubicBezTo>
                  <a:lnTo>
                    <a:pt x="253" y="0"/>
                  </a:lnTo>
                  <a:close/>
                  <a:moveTo>
                    <a:pt x="2711" y="0"/>
                  </a:moveTo>
                  <a:lnTo>
                    <a:pt x="2711" y="0"/>
                  </a:lnTo>
                  <a:cubicBezTo>
                    <a:pt x="2812" y="17"/>
                    <a:pt x="2896" y="17"/>
                    <a:pt x="2964" y="31"/>
                  </a:cubicBezTo>
                  <a:lnTo>
                    <a:pt x="2964" y="31"/>
                  </a:lnTo>
                  <a:cubicBezTo>
                    <a:pt x="2896" y="17"/>
                    <a:pt x="2812" y="17"/>
                    <a:pt x="2711" y="0"/>
                  </a:cubicBez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7395063" y="1674406"/>
              <a:ext cx="61463" cy="13054"/>
            </a:xfrm>
            <a:custGeom>
              <a:rect b="b" l="l" r="r" t="t"/>
              <a:pathLst>
                <a:path extrusionOk="0" h="72" w="339">
                  <a:moveTo>
                    <a:pt x="338" y="1"/>
                  </a:moveTo>
                  <a:cubicBezTo>
                    <a:pt x="213" y="28"/>
                    <a:pt x="99" y="41"/>
                    <a:pt x="1" y="71"/>
                  </a:cubicBezTo>
                  <a:lnTo>
                    <a:pt x="1" y="71"/>
                  </a:lnTo>
                  <a:cubicBezTo>
                    <a:pt x="99" y="41"/>
                    <a:pt x="213" y="28"/>
                    <a:pt x="338" y="1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7993559" y="1674406"/>
              <a:ext cx="61282" cy="13054"/>
            </a:xfrm>
            <a:custGeom>
              <a:rect b="b" l="l" r="r" t="t"/>
              <a:pathLst>
                <a:path extrusionOk="0" h="72" w="338">
                  <a:moveTo>
                    <a:pt x="1" y="1"/>
                  </a:moveTo>
                  <a:lnTo>
                    <a:pt x="1" y="1"/>
                  </a:lnTo>
                  <a:cubicBezTo>
                    <a:pt x="129" y="28"/>
                    <a:pt x="240" y="41"/>
                    <a:pt x="338" y="71"/>
                  </a:cubicBezTo>
                  <a:lnTo>
                    <a:pt x="338" y="71"/>
                  </a:lnTo>
                  <a:cubicBezTo>
                    <a:pt x="240" y="41"/>
                    <a:pt x="129" y="28"/>
                    <a:pt x="1" y="1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7392706" y="1641408"/>
              <a:ext cx="665217" cy="46052"/>
            </a:xfrm>
            <a:custGeom>
              <a:rect b="b" l="l" r="r" t="t"/>
              <a:pathLst>
                <a:path extrusionOk="0" h="254" w="3669">
                  <a:moveTo>
                    <a:pt x="1841" y="1"/>
                  </a:moveTo>
                  <a:cubicBezTo>
                    <a:pt x="1110" y="1"/>
                    <a:pt x="395" y="55"/>
                    <a:pt x="0" y="169"/>
                  </a:cubicBezTo>
                  <a:cubicBezTo>
                    <a:pt x="14" y="196"/>
                    <a:pt x="14" y="223"/>
                    <a:pt x="14" y="253"/>
                  </a:cubicBezTo>
                  <a:cubicBezTo>
                    <a:pt x="112" y="223"/>
                    <a:pt x="226" y="210"/>
                    <a:pt x="351" y="183"/>
                  </a:cubicBezTo>
                  <a:cubicBezTo>
                    <a:pt x="435" y="169"/>
                    <a:pt x="520" y="169"/>
                    <a:pt x="604" y="152"/>
                  </a:cubicBezTo>
                  <a:cubicBezTo>
                    <a:pt x="971" y="112"/>
                    <a:pt x="1406" y="85"/>
                    <a:pt x="1841" y="85"/>
                  </a:cubicBezTo>
                  <a:cubicBezTo>
                    <a:pt x="2276" y="85"/>
                    <a:pt x="2711" y="112"/>
                    <a:pt x="3062" y="152"/>
                  </a:cubicBezTo>
                  <a:cubicBezTo>
                    <a:pt x="3163" y="169"/>
                    <a:pt x="3247" y="169"/>
                    <a:pt x="3315" y="183"/>
                  </a:cubicBezTo>
                  <a:cubicBezTo>
                    <a:pt x="3443" y="210"/>
                    <a:pt x="3554" y="223"/>
                    <a:pt x="3652" y="253"/>
                  </a:cubicBezTo>
                  <a:cubicBezTo>
                    <a:pt x="3669" y="223"/>
                    <a:pt x="3669" y="196"/>
                    <a:pt x="3669" y="169"/>
                  </a:cubicBezTo>
                  <a:cubicBezTo>
                    <a:pt x="3288" y="55"/>
                    <a:pt x="2556" y="1"/>
                    <a:pt x="1841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8021662" y="1989881"/>
              <a:ext cx="181" cy="5621"/>
            </a:xfrm>
            <a:custGeom>
              <a:rect b="b" l="l" r="r" t="t"/>
              <a:pathLst>
                <a:path extrusionOk="0" h="31" w="1"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0"/>
                  </a:moveTo>
                  <a:lnTo>
                    <a:pt x="1" y="17"/>
                  </a:ln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7983769" y="1974651"/>
              <a:ext cx="74155" cy="152842"/>
            </a:xfrm>
            <a:custGeom>
              <a:rect b="b" l="l" r="r" t="t"/>
              <a:pathLst>
                <a:path extrusionOk="0" h="843" w="409">
                  <a:moveTo>
                    <a:pt x="210" y="0"/>
                  </a:moveTo>
                  <a:cubicBezTo>
                    <a:pt x="139" y="337"/>
                    <a:pt x="55" y="634"/>
                    <a:pt x="1" y="843"/>
                  </a:cubicBezTo>
                  <a:cubicBezTo>
                    <a:pt x="14" y="843"/>
                    <a:pt x="14" y="843"/>
                    <a:pt x="28" y="829"/>
                  </a:cubicBezTo>
                  <a:cubicBezTo>
                    <a:pt x="85" y="634"/>
                    <a:pt x="139" y="381"/>
                    <a:pt x="210" y="115"/>
                  </a:cubicBezTo>
                  <a:lnTo>
                    <a:pt x="210" y="101"/>
                  </a:lnTo>
                  <a:lnTo>
                    <a:pt x="210" y="84"/>
                  </a:lnTo>
                  <a:cubicBezTo>
                    <a:pt x="280" y="115"/>
                    <a:pt x="351" y="128"/>
                    <a:pt x="409" y="128"/>
                  </a:cubicBezTo>
                  <a:lnTo>
                    <a:pt x="409" y="44"/>
                  </a:lnTo>
                  <a:cubicBezTo>
                    <a:pt x="351" y="44"/>
                    <a:pt x="280" y="30"/>
                    <a:pt x="210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8057742" y="1697069"/>
              <a:ext cx="25202" cy="128003"/>
            </a:xfrm>
            <a:custGeom>
              <a:rect b="b" l="l" r="r" t="t"/>
              <a:pathLst>
                <a:path extrusionOk="0" h="706" w="139">
                  <a:moveTo>
                    <a:pt x="139" y="0"/>
                  </a:moveTo>
                  <a:cubicBezTo>
                    <a:pt x="112" y="199"/>
                    <a:pt x="54" y="435"/>
                    <a:pt x="1" y="705"/>
                  </a:cubicBezTo>
                  <a:cubicBezTo>
                    <a:pt x="54" y="435"/>
                    <a:pt x="112" y="199"/>
                    <a:pt x="139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8093278" y="1742940"/>
              <a:ext cx="181" cy="43514"/>
            </a:xfrm>
            <a:custGeom>
              <a:rect b="b" l="l" r="r" t="t"/>
              <a:pathLst>
                <a:path extrusionOk="0" h="240" w="1">
                  <a:moveTo>
                    <a:pt x="0" y="0"/>
                  </a:moveTo>
                  <a:lnTo>
                    <a:pt x="0" y="24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8039430" y="1679301"/>
              <a:ext cx="56387" cy="214124"/>
            </a:xfrm>
            <a:custGeom>
              <a:rect b="b" l="l" r="r" t="t"/>
              <a:pathLst>
                <a:path extrusionOk="0" h="1181" w="311">
                  <a:moveTo>
                    <a:pt x="240" y="1"/>
                  </a:moveTo>
                  <a:cubicBezTo>
                    <a:pt x="186" y="311"/>
                    <a:pt x="102" y="746"/>
                    <a:pt x="0" y="1167"/>
                  </a:cubicBezTo>
                  <a:cubicBezTo>
                    <a:pt x="17" y="1167"/>
                    <a:pt x="17" y="1181"/>
                    <a:pt x="31" y="1181"/>
                  </a:cubicBezTo>
                  <a:cubicBezTo>
                    <a:pt x="58" y="1056"/>
                    <a:pt x="85" y="928"/>
                    <a:pt x="102" y="803"/>
                  </a:cubicBezTo>
                  <a:cubicBezTo>
                    <a:pt x="155" y="533"/>
                    <a:pt x="213" y="297"/>
                    <a:pt x="240" y="98"/>
                  </a:cubicBezTo>
                  <a:lnTo>
                    <a:pt x="253" y="98"/>
                  </a:lnTo>
                  <a:cubicBezTo>
                    <a:pt x="270" y="169"/>
                    <a:pt x="284" y="254"/>
                    <a:pt x="297" y="351"/>
                  </a:cubicBezTo>
                  <a:lnTo>
                    <a:pt x="297" y="591"/>
                  </a:lnTo>
                  <a:cubicBezTo>
                    <a:pt x="311" y="466"/>
                    <a:pt x="297" y="351"/>
                    <a:pt x="297" y="267"/>
                  </a:cubicBezTo>
                  <a:cubicBezTo>
                    <a:pt x="284" y="169"/>
                    <a:pt x="270" y="85"/>
                    <a:pt x="253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7580903" y="1895782"/>
              <a:ext cx="288098" cy="15411"/>
            </a:xfrm>
            <a:custGeom>
              <a:rect b="b" l="l" r="r" t="t"/>
              <a:pathLst>
                <a:path extrusionOk="0" h="85" w="1589">
                  <a:moveTo>
                    <a:pt x="1" y="0"/>
                  </a:moveTo>
                  <a:cubicBezTo>
                    <a:pt x="1" y="30"/>
                    <a:pt x="1" y="57"/>
                    <a:pt x="18" y="84"/>
                  </a:cubicBezTo>
                  <a:lnTo>
                    <a:pt x="1589" y="84"/>
                  </a:lnTo>
                  <a:lnTo>
                    <a:pt x="1589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8031996" y="1944010"/>
              <a:ext cx="181" cy="5621"/>
            </a:xfrm>
            <a:custGeom>
              <a:rect b="b" l="l" r="r" t="t"/>
              <a:pathLst>
                <a:path extrusionOk="0" h="31" w="1">
                  <a:moveTo>
                    <a:pt x="1" y="0"/>
                  </a:moveTo>
                  <a:lnTo>
                    <a:pt x="1" y="31"/>
                  </a:lnTo>
                  <a:lnTo>
                    <a:pt x="1" y="31"/>
                  </a:ln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8029639" y="1918990"/>
              <a:ext cx="28284" cy="30641"/>
            </a:xfrm>
            <a:custGeom>
              <a:rect b="b" l="l" r="r" t="t"/>
              <a:pathLst>
                <a:path extrusionOk="0" h="169" w="156">
                  <a:moveTo>
                    <a:pt x="27" y="0"/>
                  </a:moveTo>
                  <a:cubicBezTo>
                    <a:pt x="14" y="54"/>
                    <a:pt x="14" y="111"/>
                    <a:pt x="0" y="169"/>
                  </a:cubicBezTo>
                  <a:lnTo>
                    <a:pt x="14" y="169"/>
                  </a:lnTo>
                  <a:lnTo>
                    <a:pt x="14" y="138"/>
                  </a:lnTo>
                  <a:cubicBezTo>
                    <a:pt x="27" y="125"/>
                    <a:pt x="27" y="98"/>
                    <a:pt x="27" y="85"/>
                  </a:cubicBezTo>
                  <a:cubicBezTo>
                    <a:pt x="41" y="85"/>
                    <a:pt x="54" y="85"/>
                    <a:pt x="71" y="98"/>
                  </a:cubicBezTo>
                  <a:cubicBezTo>
                    <a:pt x="98" y="98"/>
                    <a:pt x="125" y="111"/>
                    <a:pt x="156" y="125"/>
                  </a:cubicBezTo>
                  <a:lnTo>
                    <a:pt x="156" y="27"/>
                  </a:lnTo>
                  <a:cubicBezTo>
                    <a:pt x="125" y="27"/>
                    <a:pt x="98" y="14"/>
                    <a:pt x="71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7929920" y="1911012"/>
              <a:ext cx="21032" cy="2538"/>
            </a:xfrm>
            <a:custGeom>
              <a:rect b="b" l="l" r="r" t="t"/>
              <a:pathLst>
                <a:path extrusionOk="0" h="14" w="116">
                  <a:moveTo>
                    <a:pt x="116" y="14"/>
                  </a:moveTo>
                  <a:lnTo>
                    <a:pt x="116" y="14"/>
                  </a:lnTo>
                  <a:lnTo>
                    <a:pt x="116" y="14"/>
                  </a:lnTo>
                  <a:close/>
                  <a:moveTo>
                    <a:pt x="116" y="14"/>
                  </a:moveTo>
                  <a:lnTo>
                    <a:pt x="116" y="14"/>
                  </a:lnTo>
                  <a:lnTo>
                    <a:pt x="116" y="14"/>
                  </a:lnTo>
                  <a:close/>
                  <a:moveTo>
                    <a:pt x="99" y="14"/>
                  </a:moveTo>
                  <a:lnTo>
                    <a:pt x="99" y="14"/>
                  </a:lnTo>
                  <a:lnTo>
                    <a:pt x="99" y="14"/>
                  </a:lnTo>
                  <a:close/>
                  <a:moveTo>
                    <a:pt x="99" y="0"/>
                  </a:moveTo>
                  <a:lnTo>
                    <a:pt x="99" y="0"/>
                  </a:lnTo>
                  <a:lnTo>
                    <a:pt x="99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31" y="0"/>
                  </a:moveTo>
                  <a:lnTo>
                    <a:pt x="45" y="0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lnTo>
                    <a:pt x="31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951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7966000" y="1916452"/>
              <a:ext cx="27740" cy="5077"/>
            </a:xfrm>
            <a:custGeom>
              <a:rect b="b" l="l" r="r" t="t"/>
              <a:pathLst>
                <a:path extrusionOk="0" h="28" w="153">
                  <a:moveTo>
                    <a:pt x="55" y="14"/>
                  </a:moveTo>
                  <a:cubicBezTo>
                    <a:pt x="99" y="14"/>
                    <a:pt x="126" y="28"/>
                    <a:pt x="153" y="28"/>
                  </a:cubicBezTo>
                  <a:lnTo>
                    <a:pt x="153" y="28"/>
                  </a:lnTo>
                  <a:cubicBezTo>
                    <a:pt x="126" y="28"/>
                    <a:pt x="99" y="14"/>
                    <a:pt x="55" y="14"/>
                  </a:cubicBezTo>
                  <a:close/>
                  <a:moveTo>
                    <a:pt x="55" y="1"/>
                  </a:moveTo>
                  <a:lnTo>
                    <a:pt x="55" y="14"/>
                  </a:lnTo>
                  <a:lnTo>
                    <a:pt x="55" y="1"/>
                  </a:lnTo>
                  <a:close/>
                  <a:moveTo>
                    <a:pt x="41" y="1"/>
                  </a:moveTo>
                  <a:lnTo>
                    <a:pt x="55" y="1"/>
                  </a:lnTo>
                  <a:lnTo>
                    <a:pt x="41" y="1"/>
                  </a:lnTo>
                  <a:close/>
                  <a:moveTo>
                    <a:pt x="41" y="1"/>
                  </a:moveTo>
                  <a:lnTo>
                    <a:pt x="41" y="1"/>
                  </a:lnTo>
                  <a:lnTo>
                    <a:pt x="41" y="1"/>
                  </a:lnTo>
                  <a:close/>
                  <a:moveTo>
                    <a:pt x="28" y="1"/>
                  </a:moveTo>
                  <a:lnTo>
                    <a:pt x="41" y="1"/>
                  </a:lnTo>
                  <a:lnTo>
                    <a:pt x="28" y="1"/>
                  </a:lnTo>
                  <a:close/>
                  <a:moveTo>
                    <a:pt x="28" y="1"/>
                  </a:moveTo>
                  <a:lnTo>
                    <a:pt x="28" y="1"/>
                  </a:lnTo>
                  <a:lnTo>
                    <a:pt x="28" y="1"/>
                  </a:lnTo>
                  <a:close/>
                  <a:moveTo>
                    <a:pt x="14" y="1"/>
                  </a:moveTo>
                  <a:lnTo>
                    <a:pt x="28" y="1"/>
                  </a:lnTo>
                  <a:lnTo>
                    <a:pt x="14" y="1"/>
                  </a:lnTo>
                  <a:close/>
                  <a:moveTo>
                    <a:pt x="14" y="1"/>
                  </a:moveTo>
                  <a:lnTo>
                    <a:pt x="14" y="1"/>
                  </a:lnTo>
                  <a:lnTo>
                    <a:pt x="14" y="1"/>
                  </a:lnTo>
                  <a:close/>
                  <a:moveTo>
                    <a:pt x="1" y="1"/>
                  </a:moveTo>
                  <a:lnTo>
                    <a:pt x="14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7993559" y="1921347"/>
              <a:ext cx="13054" cy="2720"/>
            </a:xfrm>
            <a:custGeom>
              <a:rect b="b" l="l" r="r" t="t"/>
              <a:pathLst>
                <a:path extrusionOk="0" h="15" w="72">
                  <a:moveTo>
                    <a:pt x="1" y="1"/>
                  </a:moveTo>
                  <a:lnTo>
                    <a:pt x="1" y="1"/>
                  </a:lnTo>
                  <a:cubicBezTo>
                    <a:pt x="31" y="14"/>
                    <a:pt x="44" y="14"/>
                    <a:pt x="71" y="14"/>
                  </a:cubicBezTo>
                  <a:lnTo>
                    <a:pt x="71" y="14"/>
                  </a:lnTo>
                  <a:cubicBezTo>
                    <a:pt x="44" y="14"/>
                    <a:pt x="31" y="14"/>
                    <a:pt x="1" y="1"/>
                  </a:cubicBezTo>
                  <a:close/>
                </a:path>
              </a:pathLst>
            </a:custGeom>
            <a:solidFill>
              <a:srgbClr val="4C81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7843799" y="1895782"/>
              <a:ext cx="165171" cy="270329"/>
            </a:xfrm>
            <a:custGeom>
              <a:rect b="b" l="l" r="r" t="t"/>
              <a:pathLst>
                <a:path extrusionOk="0" h="1491" w="911">
                  <a:moveTo>
                    <a:pt x="294" y="0"/>
                  </a:moveTo>
                  <a:cubicBezTo>
                    <a:pt x="267" y="297"/>
                    <a:pt x="183" y="998"/>
                    <a:pt x="1" y="1490"/>
                  </a:cubicBezTo>
                  <a:lnTo>
                    <a:pt x="28" y="1490"/>
                  </a:lnTo>
                  <a:cubicBezTo>
                    <a:pt x="196" y="1012"/>
                    <a:pt x="267" y="368"/>
                    <a:pt x="294" y="84"/>
                  </a:cubicBezTo>
                  <a:lnTo>
                    <a:pt x="574" y="84"/>
                  </a:lnTo>
                  <a:lnTo>
                    <a:pt x="574" y="98"/>
                  </a:lnTo>
                  <a:lnTo>
                    <a:pt x="591" y="98"/>
                  </a:lnTo>
                  <a:cubicBezTo>
                    <a:pt x="618" y="98"/>
                    <a:pt x="644" y="98"/>
                    <a:pt x="675" y="115"/>
                  </a:cubicBezTo>
                  <a:lnTo>
                    <a:pt x="729" y="115"/>
                  </a:lnTo>
                  <a:lnTo>
                    <a:pt x="729" y="128"/>
                  </a:lnTo>
                  <a:cubicBezTo>
                    <a:pt x="773" y="128"/>
                    <a:pt x="800" y="142"/>
                    <a:pt x="827" y="142"/>
                  </a:cubicBezTo>
                  <a:cubicBezTo>
                    <a:pt x="857" y="155"/>
                    <a:pt x="870" y="155"/>
                    <a:pt x="897" y="155"/>
                  </a:cubicBezTo>
                  <a:cubicBezTo>
                    <a:pt x="897" y="128"/>
                    <a:pt x="911" y="98"/>
                    <a:pt x="911" y="71"/>
                  </a:cubicBezTo>
                  <a:cubicBezTo>
                    <a:pt x="773" y="44"/>
                    <a:pt x="604" y="0"/>
                    <a:pt x="476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7499677" y="1911012"/>
              <a:ext cx="20306" cy="2538"/>
            </a:xfrm>
            <a:custGeom>
              <a:rect b="b" l="l" r="r" t="t"/>
              <a:pathLst>
                <a:path extrusionOk="0" h="14" w="112">
                  <a:moveTo>
                    <a:pt x="0" y="14"/>
                  </a:moveTo>
                  <a:lnTo>
                    <a:pt x="0" y="14"/>
                  </a:lnTo>
                  <a:lnTo>
                    <a:pt x="0" y="14"/>
                  </a:lnTo>
                  <a:close/>
                  <a:moveTo>
                    <a:pt x="14" y="14"/>
                  </a:moveTo>
                  <a:lnTo>
                    <a:pt x="14" y="14"/>
                  </a:lnTo>
                  <a:lnTo>
                    <a:pt x="14" y="14"/>
                  </a:lnTo>
                  <a:close/>
                  <a:moveTo>
                    <a:pt x="14" y="14"/>
                  </a:moveTo>
                  <a:lnTo>
                    <a:pt x="14" y="14"/>
                  </a:lnTo>
                  <a:lnTo>
                    <a:pt x="14" y="14"/>
                  </a:lnTo>
                  <a:close/>
                  <a:moveTo>
                    <a:pt x="27" y="0"/>
                  </a:moveTo>
                  <a:lnTo>
                    <a:pt x="27" y="0"/>
                  </a:lnTo>
                  <a:lnTo>
                    <a:pt x="27" y="0"/>
                  </a:lnTo>
                  <a:close/>
                  <a:moveTo>
                    <a:pt x="27" y="0"/>
                  </a:moveTo>
                  <a:lnTo>
                    <a:pt x="27" y="0"/>
                  </a:lnTo>
                  <a:lnTo>
                    <a:pt x="27" y="0"/>
                  </a:lnTo>
                  <a:close/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close/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85" y="0"/>
                  </a:moveTo>
                  <a:lnTo>
                    <a:pt x="71" y="0"/>
                  </a:lnTo>
                  <a:lnTo>
                    <a:pt x="85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98" y="0"/>
                  </a:moveTo>
                  <a:lnTo>
                    <a:pt x="85" y="0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112" y="0"/>
                  </a:moveTo>
                  <a:lnTo>
                    <a:pt x="112" y="0"/>
                  </a:lnTo>
                  <a:lnTo>
                    <a:pt x="112" y="0"/>
                  </a:lnTo>
                  <a:close/>
                  <a:moveTo>
                    <a:pt x="112" y="0"/>
                  </a:moveTo>
                  <a:lnTo>
                    <a:pt x="112" y="0"/>
                  </a:lnTo>
                  <a:close/>
                </a:path>
              </a:pathLst>
            </a:custGeom>
            <a:solidFill>
              <a:srgbClr val="8951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7555883" y="1913369"/>
              <a:ext cx="181" cy="181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E65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7456345" y="1916452"/>
              <a:ext cx="25746" cy="5077"/>
            </a:xfrm>
            <a:custGeom>
              <a:rect b="b" l="l" r="r" t="t"/>
              <a:pathLst>
                <a:path extrusionOk="0" h="28" w="142">
                  <a:moveTo>
                    <a:pt x="84" y="14"/>
                  </a:moveTo>
                  <a:cubicBezTo>
                    <a:pt x="57" y="14"/>
                    <a:pt x="30" y="28"/>
                    <a:pt x="0" y="28"/>
                  </a:cubicBezTo>
                  <a:lnTo>
                    <a:pt x="0" y="28"/>
                  </a:lnTo>
                  <a:cubicBezTo>
                    <a:pt x="30" y="28"/>
                    <a:pt x="57" y="14"/>
                    <a:pt x="84" y="14"/>
                  </a:cubicBezTo>
                  <a:close/>
                  <a:moveTo>
                    <a:pt x="84" y="14"/>
                  </a:moveTo>
                  <a:lnTo>
                    <a:pt x="84" y="14"/>
                  </a:lnTo>
                  <a:lnTo>
                    <a:pt x="84" y="14"/>
                  </a:lnTo>
                  <a:close/>
                  <a:moveTo>
                    <a:pt x="98" y="14"/>
                  </a:moveTo>
                  <a:lnTo>
                    <a:pt x="84" y="14"/>
                  </a:lnTo>
                  <a:lnTo>
                    <a:pt x="98" y="14"/>
                  </a:lnTo>
                  <a:close/>
                  <a:moveTo>
                    <a:pt x="98" y="14"/>
                  </a:moveTo>
                  <a:lnTo>
                    <a:pt x="98" y="14"/>
                  </a:lnTo>
                  <a:lnTo>
                    <a:pt x="98" y="14"/>
                  </a:lnTo>
                  <a:close/>
                  <a:moveTo>
                    <a:pt x="115" y="1"/>
                  </a:moveTo>
                  <a:lnTo>
                    <a:pt x="98" y="1"/>
                  </a:lnTo>
                  <a:lnTo>
                    <a:pt x="115" y="1"/>
                  </a:lnTo>
                  <a:close/>
                  <a:moveTo>
                    <a:pt x="115" y="1"/>
                  </a:moveTo>
                  <a:lnTo>
                    <a:pt x="115" y="1"/>
                  </a:lnTo>
                  <a:lnTo>
                    <a:pt x="115" y="1"/>
                  </a:lnTo>
                  <a:close/>
                  <a:moveTo>
                    <a:pt x="128" y="1"/>
                  </a:moveTo>
                  <a:lnTo>
                    <a:pt x="115" y="1"/>
                  </a:lnTo>
                  <a:lnTo>
                    <a:pt x="128" y="1"/>
                  </a:lnTo>
                  <a:close/>
                  <a:moveTo>
                    <a:pt x="128" y="1"/>
                  </a:moveTo>
                  <a:lnTo>
                    <a:pt x="128" y="1"/>
                  </a:lnTo>
                  <a:lnTo>
                    <a:pt x="128" y="1"/>
                  </a:lnTo>
                  <a:close/>
                  <a:moveTo>
                    <a:pt x="128" y="1"/>
                  </a:moveTo>
                  <a:lnTo>
                    <a:pt x="128" y="1"/>
                  </a:lnTo>
                  <a:lnTo>
                    <a:pt x="128" y="1"/>
                  </a:lnTo>
                  <a:close/>
                  <a:moveTo>
                    <a:pt x="142" y="1"/>
                  </a:moveTo>
                  <a:lnTo>
                    <a:pt x="142" y="1"/>
                  </a:lnTo>
                  <a:lnTo>
                    <a:pt x="142" y="1"/>
                  </a:lnTo>
                  <a:close/>
                  <a:moveTo>
                    <a:pt x="142" y="1"/>
                  </a:moveTo>
                  <a:lnTo>
                    <a:pt x="142" y="1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7446554" y="1921347"/>
              <a:ext cx="9972" cy="2720"/>
            </a:xfrm>
            <a:custGeom>
              <a:rect b="b" l="l" r="r" t="t"/>
              <a:pathLst>
                <a:path extrusionOk="0" h="15" w="55">
                  <a:moveTo>
                    <a:pt x="54" y="1"/>
                  </a:moveTo>
                  <a:cubicBezTo>
                    <a:pt x="41" y="14"/>
                    <a:pt x="14" y="14"/>
                    <a:pt x="0" y="14"/>
                  </a:cubicBezTo>
                  <a:lnTo>
                    <a:pt x="0" y="14"/>
                  </a:lnTo>
                  <a:cubicBezTo>
                    <a:pt x="14" y="14"/>
                    <a:pt x="41" y="14"/>
                    <a:pt x="54" y="1"/>
                  </a:cubicBezTo>
                  <a:close/>
                </a:path>
              </a:pathLst>
            </a:custGeom>
            <a:solidFill>
              <a:srgbClr val="4C81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7563316" y="1982447"/>
              <a:ext cx="28284" cy="145046"/>
            </a:xfrm>
            <a:custGeom>
              <a:rect b="b" l="l" r="r" t="t"/>
              <a:pathLst>
                <a:path extrusionOk="0" h="800" w="156">
                  <a:moveTo>
                    <a:pt x="155" y="800"/>
                  </a:moveTo>
                  <a:lnTo>
                    <a:pt x="155" y="800"/>
                  </a:lnTo>
                  <a:lnTo>
                    <a:pt x="155" y="800"/>
                  </a:lnTo>
                  <a:close/>
                  <a:moveTo>
                    <a:pt x="155" y="786"/>
                  </a:moveTo>
                  <a:lnTo>
                    <a:pt x="155" y="786"/>
                  </a:lnTo>
                  <a:lnTo>
                    <a:pt x="155" y="786"/>
                  </a:lnTo>
                  <a:close/>
                  <a:moveTo>
                    <a:pt x="155" y="786"/>
                  </a:moveTo>
                  <a:lnTo>
                    <a:pt x="155" y="786"/>
                  </a:lnTo>
                  <a:lnTo>
                    <a:pt x="155" y="786"/>
                  </a:lnTo>
                  <a:close/>
                  <a:moveTo>
                    <a:pt x="155" y="786"/>
                  </a:moveTo>
                  <a:lnTo>
                    <a:pt x="155" y="786"/>
                  </a:lnTo>
                  <a:lnTo>
                    <a:pt x="155" y="786"/>
                  </a:lnTo>
                  <a:close/>
                  <a:moveTo>
                    <a:pt x="142" y="773"/>
                  </a:moveTo>
                  <a:lnTo>
                    <a:pt x="142" y="773"/>
                  </a:lnTo>
                  <a:lnTo>
                    <a:pt x="142" y="773"/>
                  </a:lnTo>
                  <a:close/>
                  <a:moveTo>
                    <a:pt x="142" y="773"/>
                  </a:moveTo>
                  <a:lnTo>
                    <a:pt x="142" y="773"/>
                  </a:lnTo>
                  <a:lnTo>
                    <a:pt x="142" y="773"/>
                  </a:lnTo>
                  <a:close/>
                  <a:moveTo>
                    <a:pt x="142" y="759"/>
                  </a:moveTo>
                  <a:lnTo>
                    <a:pt x="142" y="759"/>
                  </a:lnTo>
                  <a:lnTo>
                    <a:pt x="142" y="759"/>
                  </a:lnTo>
                  <a:close/>
                  <a:moveTo>
                    <a:pt x="142" y="759"/>
                  </a:moveTo>
                  <a:lnTo>
                    <a:pt x="142" y="759"/>
                  </a:lnTo>
                  <a:lnTo>
                    <a:pt x="142" y="759"/>
                  </a:lnTo>
                  <a:close/>
                  <a:moveTo>
                    <a:pt x="142" y="746"/>
                  </a:moveTo>
                  <a:lnTo>
                    <a:pt x="142" y="746"/>
                  </a:lnTo>
                  <a:lnTo>
                    <a:pt x="142" y="746"/>
                  </a:lnTo>
                  <a:close/>
                  <a:moveTo>
                    <a:pt x="142" y="746"/>
                  </a:moveTo>
                  <a:lnTo>
                    <a:pt x="142" y="746"/>
                  </a:lnTo>
                  <a:lnTo>
                    <a:pt x="142" y="746"/>
                  </a:lnTo>
                  <a:close/>
                  <a:moveTo>
                    <a:pt x="142" y="732"/>
                  </a:moveTo>
                  <a:lnTo>
                    <a:pt x="142" y="732"/>
                  </a:lnTo>
                  <a:lnTo>
                    <a:pt x="142" y="732"/>
                  </a:lnTo>
                  <a:close/>
                  <a:moveTo>
                    <a:pt x="128" y="716"/>
                  </a:moveTo>
                  <a:lnTo>
                    <a:pt x="142" y="732"/>
                  </a:lnTo>
                  <a:lnTo>
                    <a:pt x="128" y="716"/>
                  </a:lnTo>
                  <a:close/>
                  <a:moveTo>
                    <a:pt x="128" y="716"/>
                  </a:moveTo>
                  <a:lnTo>
                    <a:pt x="128" y="716"/>
                  </a:lnTo>
                  <a:lnTo>
                    <a:pt x="128" y="716"/>
                  </a:lnTo>
                  <a:close/>
                  <a:moveTo>
                    <a:pt x="128" y="702"/>
                  </a:moveTo>
                  <a:lnTo>
                    <a:pt x="128" y="716"/>
                  </a:lnTo>
                  <a:lnTo>
                    <a:pt x="128" y="702"/>
                  </a:lnTo>
                  <a:close/>
                  <a:moveTo>
                    <a:pt x="128" y="702"/>
                  </a:moveTo>
                  <a:lnTo>
                    <a:pt x="128" y="702"/>
                  </a:lnTo>
                  <a:lnTo>
                    <a:pt x="128" y="702"/>
                  </a:lnTo>
                  <a:close/>
                  <a:moveTo>
                    <a:pt x="128" y="689"/>
                  </a:moveTo>
                  <a:lnTo>
                    <a:pt x="128" y="702"/>
                  </a:lnTo>
                  <a:lnTo>
                    <a:pt x="128" y="689"/>
                  </a:lnTo>
                  <a:close/>
                  <a:moveTo>
                    <a:pt x="128" y="689"/>
                  </a:moveTo>
                  <a:lnTo>
                    <a:pt x="128" y="689"/>
                  </a:lnTo>
                  <a:lnTo>
                    <a:pt x="128" y="689"/>
                  </a:lnTo>
                  <a:close/>
                  <a:moveTo>
                    <a:pt x="14" y="112"/>
                  </a:moveTo>
                  <a:cubicBezTo>
                    <a:pt x="44" y="294"/>
                    <a:pt x="71" y="493"/>
                    <a:pt x="128" y="689"/>
                  </a:cubicBezTo>
                  <a:cubicBezTo>
                    <a:pt x="71" y="493"/>
                    <a:pt x="44" y="294"/>
                    <a:pt x="14" y="112"/>
                  </a:cubicBezTo>
                  <a:close/>
                  <a:moveTo>
                    <a:pt x="14" y="99"/>
                  </a:moveTo>
                  <a:lnTo>
                    <a:pt x="14" y="112"/>
                  </a:lnTo>
                  <a:lnTo>
                    <a:pt x="14" y="99"/>
                  </a:lnTo>
                  <a:close/>
                  <a:moveTo>
                    <a:pt x="14" y="85"/>
                  </a:moveTo>
                  <a:lnTo>
                    <a:pt x="14" y="99"/>
                  </a:lnTo>
                  <a:lnTo>
                    <a:pt x="14" y="85"/>
                  </a:lnTo>
                  <a:close/>
                  <a:moveTo>
                    <a:pt x="14" y="85"/>
                  </a:moveTo>
                  <a:lnTo>
                    <a:pt x="14" y="85"/>
                  </a:lnTo>
                  <a:lnTo>
                    <a:pt x="14" y="85"/>
                  </a:lnTo>
                  <a:close/>
                  <a:moveTo>
                    <a:pt x="14" y="85"/>
                  </a:moveTo>
                  <a:lnTo>
                    <a:pt x="14" y="85"/>
                  </a:lnTo>
                  <a:lnTo>
                    <a:pt x="14" y="85"/>
                  </a:lnTo>
                  <a:close/>
                  <a:moveTo>
                    <a:pt x="0" y="72"/>
                  </a:moveTo>
                  <a:lnTo>
                    <a:pt x="0" y="72"/>
                  </a:lnTo>
                  <a:lnTo>
                    <a:pt x="0" y="72"/>
                  </a:lnTo>
                  <a:close/>
                  <a:moveTo>
                    <a:pt x="0" y="72"/>
                  </a:moveTo>
                  <a:lnTo>
                    <a:pt x="0" y="72"/>
                  </a:lnTo>
                  <a:lnTo>
                    <a:pt x="0" y="72"/>
                  </a:lnTo>
                  <a:close/>
                  <a:moveTo>
                    <a:pt x="0" y="58"/>
                  </a:moveTo>
                  <a:lnTo>
                    <a:pt x="0" y="72"/>
                  </a:lnTo>
                  <a:lnTo>
                    <a:pt x="0" y="58"/>
                  </a:lnTo>
                  <a:close/>
                  <a:moveTo>
                    <a:pt x="0" y="41"/>
                  </a:moveTo>
                  <a:lnTo>
                    <a:pt x="0" y="58"/>
                  </a:lnTo>
                  <a:lnTo>
                    <a:pt x="0" y="41"/>
                  </a:lnTo>
                  <a:close/>
                  <a:moveTo>
                    <a:pt x="0" y="28"/>
                  </a:moveTo>
                  <a:lnTo>
                    <a:pt x="0" y="28"/>
                  </a:lnTo>
                  <a:lnTo>
                    <a:pt x="0" y="28"/>
                  </a:lnTo>
                  <a:close/>
                  <a:moveTo>
                    <a:pt x="0" y="14"/>
                  </a:moveTo>
                  <a:lnTo>
                    <a:pt x="0" y="28"/>
                  </a:lnTo>
                  <a:lnTo>
                    <a:pt x="0" y="14"/>
                  </a:lnTo>
                  <a:close/>
                  <a:moveTo>
                    <a:pt x="0" y="14"/>
                  </a:moveTo>
                  <a:lnTo>
                    <a:pt x="0" y="14"/>
                  </a:lnTo>
                  <a:lnTo>
                    <a:pt x="0" y="14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E65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7440934" y="1895782"/>
              <a:ext cx="168253" cy="270329"/>
            </a:xfrm>
            <a:custGeom>
              <a:rect b="b" l="l" r="r" t="t"/>
              <a:pathLst>
                <a:path extrusionOk="0" h="1491" w="928">
                  <a:moveTo>
                    <a:pt x="630" y="87"/>
                  </a:moveTo>
                  <a:cubicBezTo>
                    <a:pt x="631" y="104"/>
                    <a:pt x="633" y="123"/>
                    <a:pt x="635" y="142"/>
                  </a:cubicBezTo>
                  <a:lnTo>
                    <a:pt x="635" y="142"/>
                  </a:lnTo>
                  <a:cubicBezTo>
                    <a:pt x="635" y="127"/>
                    <a:pt x="635" y="112"/>
                    <a:pt x="635" y="98"/>
                  </a:cubicBezTo>
                  <a:cubicBezTo>
                    <a:pt x="635" y="98"/>
                    <a:pt x="635" y="91"/>
                    <a:pt x="630" y="87"/>
                  </a:cubicBezTo>
                  <a:close/>
                  <a:moveTo>
                    <a:pt x="453" y="0"/>
                  </a:moveTo>
                  <a:cubicBezTo>
                    <a:pt x="324" y="0"/>
                    <a:pt x="156" y="44"/>
                    <a:pt x="1" y="71"/>
                  </a:cubicBezTo>
                  <a:cubicBezTo>
                    <a:pt x="14" y="98"/>
                    <a:pt x="14" y="128"/>
                    <a:pt x="31" y="155"/>
                  </a:cubicBezTo>
                  <a:cubicBezTo>
                    <a:pt x="45" y="155"/>
                    <a:pt x="72" y="155"/>
                    <a:pt x="85" y="142"/>
                  </a:cubicBezTo>
                  <a:cubicBezTo>
                    <a:pt x="115" y="142"/>
                    <a:pt x="142" y="128"/>
                    <a:pt x="169" y="128"/>
                  </a:cubicBezTo>
                  <a:lnTo>
                    <a:pt x="183" y="128"/>
                  </a:lnTo>
                  <a:lnTo>
                    <a:pt x="183" y="115"/>
                  </a:lnTo>
                  <a:lnTo>
                    <a:pt x="227" y="115"/>
                  </a:lnTo>
                  <a:cubicBezTo>
                    <a:pt x="267" y="98"/>
                    <a:pt x="297" y="98"/>
                    <a:pt x="324" y="98"/>
                  </a:cubicBezTo>
                  <a:lnTo>
                    <a:pt x="338" y="98"/>
                  </a:lnTo>
                  <a:cubicBezTo>
                    <a:pt x="351" y="98"/>
                    <a:pt x="351" y="98"/>
                    <a:pt x="351" y="84"/>
                  </a:cubicBezTo>
                  <a:lnTo>
                    <a:pt x="621" y="84"/>
                  </a:lnTo>
                  <a:cubicBezTo>
                    <a:pt x="625" y="84"/>
                    <a:pt x="628" y="85"/>
                    <a:pt x="630" y="87"/>
                  </a:cubicBezTo>
                  <a:lnTo>
                    <a:pt x="630" y="87"/>
                  </a:lnTo>
                  <a:cubicBezTo>
                    <a:pt x="626" y="55"/>
                    <a:pt x="624" y="26"/>
                    <a:pt x="621" y="0"/>
                  </a:cubicBezTo>
                  <a:close/>
                  <a:moveTo>
                    <a:pt x="635" y="142"/>
                  </a:moveTo>
                  <a:cubicBezTo>
                    <a:pt x="639" y="234"/>
                    <a:pt x="652" y="345"/>
                    <a:pt x="675" y="479"/>
                  </a:cubicBezTo>
                  <a:lnTo>
                    <a:pt x="675" y="492"/>
                  </a:lnTo>
                  <a:lnTo>
                    <a:pt x="675" y="506"/>
                  </a:lnTo>
                  <a:lnTo>
                    <a:pt x="675" y="519"/>
                  </a:lnTo>
                  <a:lnTo>
                    <a:pt x="675" y="536"/>
                  </a:lnTo>
                  <a:lnTo>
                    <a:pt x="675" y="550"/>
                  </a:lnTo>
                  <a:lnTo>
                    <a:pt x="689" y="563"/>
                  </a:lnTo>
                  <a:lnTo>
                    <a:pt x="689" y="577"/>
                  </a:lnTo>
                  <a:lnTo>
                    <a:pt x="689" y="590"/>
                  </a:lnTo>
                  <a:cubicBezTo>
                    <a:pt x="719" y="772"/>
                    <a:pt x="746" y="971"/>
                    <a:pt x="803" y="1167"/>
                  </a:cubicBezTo>
                  <a:lnTo>
                    <a:pt x="803" y="1180"/>
                  </a:lnTo>
                  <a:lnTo>
                    <a:pt x="803" y="1194"/>
                  </a:lnTo>
                  <a:lnTo>
                    <a:pt x="817" y="1210"/>
                  </a:lnTo>
                  <a:lnTo>
                    <a:pt x="817" y="1224"/>
                  </a:lnTo>
                  <a:lnTo>
                    <a:pt x="817" y="1237"/>
                  </a:lnTo>
                  <a:lnTo>
                    <a:pt x="817" y="1251"/>
                  </a:lnTo>
                  <a:cubicBezTo>
                    <a:pt x="817" y="1251"/>
                    <a:pt x="830" y="1251"/>
                    <a:pt x="830" y="1264"/>
                  </a:cubicBezTo>
                  <a:lnTo>
                    <a:pt x="830" y="1278"/>
                  </a:lnTo>
                  <a:cubicBezTo>
                    <a:pt x="844" y="1349"/>
                    <a:pt x="874" y="1419"/>
                    <a:pt x="901" y="1490"/>
                  </a:cubicBezTo>
                  <a:lnTo>
                    <a:pt x="928" y="1490"/>
                  </a:lnTo>
                  <a:cubicBezTo>
                    <a:pt x="759" y="1065"/>
                    <a:pt x="673" y="483"/>
                    <a:pt x="635" y="142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7428242" y="1989881"/>
              <a:ext cx="5621" cy="23389"/>
            </a:xfrm>
            <a:custGeom>
              <a:rect b="b" l="l" r="r" t="t"/>
              <a:pathLst>
                <a:path extrusionOk="0" h="129" w="31">
                  <a:moveTo>
                    <a:pt x="30" y="128"/>
                  </a:moveTo>
                  <a:lnTo>
                    <a:pt x="30" y="128"/>
                  </a:lnTo>
                  <a:lnTo>
                    <a:pt x="30" y="128"/>
                  </a:lnTo>
                  <a:close/>
                  <a:moveTo>
                    <a:pt x="30" y="115"/>
                  </a:moveTo>
                  <a:lnTo>
                    <a:pt x="30" y="115"/>
                  </a:lnTo>
                  <a:lnTo>
                    <a:pt x="30" y="115"/>
                  </a:lnTo>
                  <a:close/>
                  <a:moveTo>
                    <a:pt x="0" y="0"/>
                  </a:moveTo>
                  <a:cubicBezTo>
                    <a:pt x="17" y="44"/>
                    <a:pt x="17" y="71"/>
                    <a:pt x="30" y="115"/>
                  </a:cubicBezTo>
                  <a:cubicBezTo>
                    <a:pt x="17" y="71"/>
                    <a:pt x="17" y="44"/>
                    <a:pt x="0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7392706" y="1974651"/>
              <a:ext cx="76512" cy="152842"/>
            </a:xfrm>
            <a:custGeom>
              <a:rect b="b" l="l" r="r" t="t"/>
              <a:pathLst>
                <a:path extrusionOk="0" h="843" w="422">
                  <a:moveTo>
                    <a:pt x="196" y="0"/>
                  </a:moveTo>
                  <a:cubicBezTo>
                    <a:pt x="129" y="30"/>
                    <a:pt x="58" y="44"/>
                    <a:pt x="0" y="44"/>
                  </a:cubicBezTo>
                  <a:lnTo>
                    <a:pt x="0" y="128"/>
                  </a:lnTo>
                  <a:cubicBezTo>
                    <a:pt x="58" y="128"/>
                    <a:pt x="129" y="115"/>
                    <a:pt x="196" y="84"/>
                  </a:cubicBezTo>
                  <a:cubicBezTo>
                    <a:pt x="213" y="128"/>
                    <a:pt x="213" y="155"/>
                    <a:pt x="226" y="199"/>
                  </a:cubicBezTo>
                  <a:lnTo>
                    <a:pt x="226" y="212"/>
                  </a:lnTo>
                  <a:cubicBezTo>
                    <a:pt x="280" y="438"/>
                    <a:pt x="338" y="661"/>
                    <a:pt x="381" y="829"/>
                  </a:cubicBezTo>
                  <a:cubicBezTo>
                    <a:pt x="395" y="843"/>
                    <a:pt x="408" y="843"/>
                    <a:pt x="422" y="843"/>
                  </a:cubicBezTo>
                  <a:cubicBezTo>
                    <a:pt x="351" y="634"/>
                    <a:pt x="280" y="337"/>
                    <a:pt x="196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7362065" y="1974651"/>
              <a:ext cx="5077" cy="20850"/>
            </a:xfrm>
            <a:custGeom>
              <a:rect b="b" l="l" r="r" t="t"/>
              <a:pathLst>
                <a:path extrusionOk="0" h="115" w="28">
                  <a:moveTo>
                    <a:pt x="14" y="0"/>
                  </a:moveTo>
                  <a:cubicBezTo>
                    <a:pt x="14" y="17"/>
                    <a:pt x="1" y="17"/>
                    <a:pt x="1" y="30"/>
                  </a:cubicBezTo>
                  <a:lnTo>
                    <a:pt x="1" y="57"/>
                  </a:lnTo>
                  <a:cubicBezTo>
                    <a:pt x="1" y="71"/>
                    <a:pt x="14" y="101"/>
                    <a:pt x="28" y="115"/>
                  </a:cubicBezTo>
                  <a:lnTo>
                    <a:pt x="28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7331605" y="1786273"/>
              <a:ext cx="17949" cy="137794"/>
            </a:xfrm>
            <a:custGeom>
              <a:rect b="b" l="l" r="r" t="t"/>
              <a:pathLst>
                <a:path extrusionOk="0" h="760" w="99">
                  <a:moveTo>
                    <a:pt x="98" y="746"/>
                  </a:moveTo>
                  <a:lnTo>
                    <a:pt x="98" y="759"/>
                  </a:lnTo>
                  <a:lnTo>
                    <a:pt x="98" y="746"/>
                  </a:lnTo>
                  <a:close/>
                  <a:moveTo>
                    <a:pt x="98" y="732"/>
                  </a:moveTo>
                  <a:lnTo>
                    <a:pt x="98" y="746"/>
                  </a:lnTo>
                  <a:lnTo>
                    <a:pt x="98" y="732"/>
                  </a:lnTo>
                  <a:close/>
                  <a:moveTo>
                    <a:pt x="98" y="732"/>
                  </a:moveTo>
                  <a:lnTo>
                    <a:pt x="98" y="732"/>
                  </a:lnTo>
                  <a:lnTo>
                    <a:pt x="98" y="732"/>
                  </a:lnTo>
                  <a:close/>
                  <a:moveTo>
                    <a:pt x="98" y="719"/>
                  </a:moveTo>
                  <a:lnTo>
                    <a:pt x="98" y="732"/>
                  </a:lnTo>
                  <a:lnTo>
                    <a:pt x="98" y="719"/>
                  </a:lnTo>
                  <a:close/>
                  <a:moveTo>
                    <a:pt x="85" y="702"/>
                  </a:moveTo>
                  <a:lnTo>
                    <a:pt x="98" y="719"/>
                  </a:lnTo>
                  <a:lnTo>
                    <a:pt x="85" y="702"/>
                  </a:lnTo>
                  <a:close/>
                  <a:moveTo>
                    <a:pt x="14" y="311"/>
                  </a:moveTo>
                  <a:cubicBezTo>
                    <a:pt x="27" y="449"/>
                    <a:pt x="44" y="577"/>
                    <a:pt x="85" y="702"/>
                  </a:cubicBezTo>
                  <a:cubicBezTo>
                    <a:pt x="44" y="577"/>
                    <a:pt x="27" y="449"/>
                    <a:pt x="14" y="311"/>
                  </a:cubicBezTo>
                  <a:close/>
                  <a:moveTo>
                    <a:pt x="0" y="297"/>
                  </a:moveTo>
                  <a:cubicBezTo>
                    <a:pt x="0" y="311"/>
                    <a:pt x="0" y="311"/>
                    <a:pt x="14" y="311"/>
                  </a:cubicBezTo>
                  <a:cubicBezTo>
                    <a:pt x="0" y="311"/>
                    <a:pt x="0" y="311"/>
                    <a:pt x="0" y="297"/>
                  </a:cubicBezTo>
                  <a:close/>
                  <a:moveTo>
                    <a:pt x="0" y="280"/>
                  </a:moveTo>
                  <a:lnTo>
                    <a:pt x="0" y="297"/>
                  </a:lnTo>
                  <a:lnTo>
                    <a:pt x="0" y="280"/>
                  </a:lnTo>
                  <a:close/>
                  <a:moveTo>
                    <a:pt x="0" y="280"/>
                  </a:moveTo>
                  <a:lnTo>
                    <a:pt x="0" y="280"/>
                  </a:lnTo>
                  <a:lnTo>
                    <a:pt x="0" y="280"/>
                  </a:lnTo>
                  <a:close/>
                  <a:moveTo>
                    <a:pt x="0" y="267"/>
                  </a:moveTo>
                  <a:lnTo>
                    <a:pt x="0" y="280"/>
                  </a:lnTo>
                  <a:lnTo>
                    <a:pt x="0" y="267"/>
                  </a:lnTo>
                  <a:close/>
                  <a:moveTo>
                    <a:pt x="0" y="267"/>
                  </a:moveTo>
                  <a:lnTo>
                    <a:pt x="0" y="267"/>
                  </a:lnTo>
                  <a:lnTo>
                    <a:pt x="0" y="267"/>
                  </a:lnTo>
                  <a:close/>
                  <a:moveTo>
                    <a:pt x="0" y="253"/>
                  </a:moveTo>
                  <a:lnTo>
                    <a:pt x="0" y="267"/>
                  </a:lnTo>
                  <a:lnTo>
                    <a:pt x="0" y="253"/>
                  </a:lnTo>
                  <a:close/>
                  <a:moveTo>
                    <a:pt x="0" y="240"/>
                  </a:moveTo>
                  <a:lnTo>
                    <a:pt x="0" y="253"/>
                  </a:lnTo>
                  <a:lnTo>
                    <a:pt x="0" y="240"/>
                  </a:lnTo>
                  <a:close/>
                  <a:moveTo>
                    <a:pt x="0" y="240"/>
                  </a:moveTo>
                  <a:lnTo>
                    <a:pt x="0" y="240"/>
                  </a:lnTo>
                  <a:lnTo>
                    <a:pt x="0" y="240"/>
                  </a:lnTo>
                  <a:close/>
                  <a:moveTo>
                    <a:pt x="0" y="227"/>
                  </a:moveTo>
                  <a:lnTo>
                    <a:pt x="0" y="240"/>
                  </a:lnTo>
                  <a:lnTo>
                    <a:pt x="0" y="227"/>
                  </a:lnTo>
                  <a:close/>
                  <a:moveTo>
                    <a:pt x="0" y="227"/>
                  </a:moveTo>
                  <a:lnTo>
                    <a:pt x="0" y="227"/>
                  </a:lnTo>
                  <a:lnTo>
                    <a:pt x="0" y="227"/>
                  </a:lnTo>
                  <a:close/>
                  <a:moveTo>
                    <a:pt x="0" y="213"/>
                  </a:moveTo>
                  <a:lnTo>
                    <a:pt x="0" y="213"/>
                  </a:lnTo>
                  <a:lnTo>
                    <a:pt x="0" y="213"/>
                  </a:lnTo>
                  <a:close/>
                  <a:moveTo>
                    <a:pt x="0" y="196"/>
                  </a:moveTo>
                  <a:lnTo>
                    <a:pt x="0" y="213"/>
                  </a:lnTo>
                  <a:lnTo>
                    <a:pt x="0" y="196"/>
                  </a:lnTo>
                  <a:close/>
                  <a:moveTo>
                    <a:pt x="0" y="196"/>
                  </a:moveTo>
                  <a:lnTo>
                    <a:pt x="0" y="196"/>
                  </a:lnTo>
                  <a:lnTo>
                    <a:pt x="0" y="196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lnTo>
                    <a:pt x="0" y="183"/>
                  </a:lnTo>
                  <a:close/>
                  <a:moveTo>
                    <a:pt x="0" y="169"/>
                  </a:moveTo>
                  <a:lnTo>
                    <a:pt x="0" y="169"/>
                  </a:lnTo>
                  <a:lnTo>
                    <a:pt x="0" y="169"/>
                  </a:lnTo>
                  <a:close/>
                  <a:moveTo>
                    <a:pt x="0" y="156"/>
                  </a:moveTo>
                  <a:lnTo>
                    <a:pt x="0" y="169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6"/>
                  </a:lnTo>
                  <a:lnTo>
                    <a:pt x="0" y="156"/>
                  </a:lnTo>
                  <a:close/>
                  <a:moveTo>
                    <a:pt x="0" y="142"/>
                  </a:moveTo>
                  <a:lnTo>
                    <a:pt x="0" y="142"/>
                  </a:lnTo>
                  <a:lnTo>
                    <a:pt x="0" y="142"/>
                  </a:lnTo>
                  <a:close/>
                  <a:moveTo>
                    <a:pt x="0" y="142"/>
                  </a:moveTo>
                  <a:lnTo>
                    <a:pt x="0" y="142"/>
                  </a:lnTo>
                  <a:lnTo>
                    <a:pt x="0" y="142"/>
                  </a:lnTo>
                  <a:close/>
                  <a:moveTo>
                    <a:pt x="0" y="129"/>
                  </a:moveTo>
                  <a:lnTo>
                    <a:pt x="0" y="129"/>
                  </a:lnTo>
                  <a:lnTo>
                    <a:pt x="0" y="129"/>
                  </a:lnTo>
                  <a:close/>
                  <a:moveTo>
                    <a:pt x="0" y="28"/>
                  </a:moveTo>
                  <a:lnTo>
                    <a:pt x="0" y="28"/>
                  </a:lnTo>
                  <a:lnTo>
                    <a:pt x="0" y="28"/>
                  </a:lnTo>
                  <a:close/>
                  <a:moveTo>
                    <a:pt x="0" y="14"/>
                  </a:moveTo>
                  <a:lnTo>
                    <a:pt x="0" y="14"/>
                  </a:lnTo>
                  <a:lnTo>
                    <a:pt x="0" y="14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4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7331605" y="1786273"/>
              <a:ext cx="35536" cy="155381"/>
            </a:xfrm>
            <a:custGeom>
              <a:rect b="b" l="l" r="r" t="t"/>
              <a:pathLst>
                <a:path extrusionOk="0" h="857" w="196">
                  <a:moveTo>
                    <a:pt x="0" y="1"/>
                  </a:moveTo>
                  <a:lnTo>
                    <a:pt x="0" y="14"/>
                  </a:lnTo>
                  <a:lnTo>
                    <a:pt x="0" y="28"/>
                  </a:lnTo>
                  <a:lnTo>
                    <a:pt x="0" y="129"/>
                  </a:lnTo>
                  <a:lnTo>
                    <a:pt x="0" y="142"/>
                  </a:lnTo>
                  <a:lnTo>
                    <a:pt x="0" y="156"/>
                  </a:lnTo>
                  <a:lnTo>
                    <a:pt x="0" y="169"/>
                  </a:lnTo>
                  <a:lnTo>
                    <a:pt x="0" y="183"/>
                  </a:lnTo>
                  <a:lnTo>
                    <a:pt x="0" y="196"/>
                  </a:lnTo>
                  <a:lnTo>
                    <a:pt x="0" y="213"/>
                  </a:lnTo>
                  <a:lnTo>
                    <a:pt x="0" y="227"/>
                  </a:lnTo>
                  <a:lnTo>
                    <a:pt x="0" y="240"/>
                  </a:lnTo>
                  <a:lnTo>
                    <a:pt x="0" y="253"/>
                  </a:lnTo>
                  <a:lnTo>
                    <a:pt x="0" y="267"/>
                  </a:lnTo>
                  <a:lnTo>
                    <a:pt x="0" y="280"/>
                  </a:lnTo>
                  <a:lnTo>
                    <a:pt x="0" y="297"/>
                  </a:lnTo>
                  <a:cubicBezTo>
                    <a:pt x="0" y="311"/>
                    <a:pt x="0" y="311"/>
                    <a:pt x="14" y="311"/>
                  </a:cubicBezTo>
                  <a:cubicBezTo>
                    <a:pt x="27" y="449"/>
                    <a:pt x="44" y="577"/>
                    <a:pt x="85" y="702"/>
                  </a:cubicBezTo>
                  <a:lnTo>
                    <a:pt x="98" y="719"/>
                  </a:lnTo>
                  <a:lnTo>
                    <a:pt x="98" y="732"/>
                  </a:lnTo>
                  <a:lnTo>
                    <a:pt x="98" y="746"/>
                  </a:lnTo>
                  <a:lnTo>
                    <a:pt x="98" y="759"/>
                  </a:lnTo>
                  <a:cubicBezTo>
                    <a:pt x="128" y="803"/>
                    <a:pt x="155" y="830"/>
                    <a:pt x="196" y="857"/>
                  </a:cubicBezTo>
                  <a:lnTo>
                    <a:pt x="196" y="759"/>
                  </a:lnTo>
                  <a:cubicBezTo>
                    <a:pt x="155" y="746"/>
                    <a:pt x="128" y="719"/>
                    <a:pt x="98" y="661"/>
                  </a:cubicBezTo>
                  <a:cubicBezTo>
                    <a:pt x="27" y="449"/>
                    <a:pt x="0" y="213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8100531" y="1786273"/>
              <a:ext cx="21032" cy="137794"/>
            </a:xfrm>
            <a:custGeom>
              <a:rect b="b" l="l" r="r" t="t"/>
              <a:pathLst>
                <a:path extrusionOk="0" h="760" w="116">
                  <a:moveTo>
                    <a:pt x="1" y="746"/>
                  </a:moveTo>
                  <a:lnTo>
                    <a:pt x="1" y="759"/>
                  </a:lnTo>
                  <a:lnTo>
                    <a:pt x="1" y="746"/>
                  </a:lnTo>
                  <a:close/>
                  <a:moveTo>
                    <a:pt x="1" y="746"/>
                  </a:moveTo>
                  <a:lnTo>
                    <a:pt x="1" y="746"/>
                  </a:lnTo>
                  <a:lnTo>
                    <a:pt x="1" y="746"/>
                  </a:lnTo>
                  <a:close/>
                  <a:moveTo>
                    <a:pt x="17" y="732"/>
                  </a:moveTo>
                  <a:lnTo>
                    <a:pt x="1" y="732"/>
                  </a:lnTo>
                  <a:lnTo>
                    <a:pt x="17" y="732"/>
                  </a:lnTo>
                  <a:close/>
                  <a:moveTo>
                    <a:pt x="17" y="719"/>
                  </a:moveTo>
                  <a:lnTo>
                    <a:pt x="17" y="732"/>
                  </a:lnTo>
                  <a:lnTo>
                    <a:pt x="17" y="719"/>
                  </a:lnTo>
                  <a:close/>
                  <a:moveTo>
                    <a:pt x="17" y="719"/>
                  </a:moveTo>
                  <a:lnTo>
                    <a:pt x="17" y="719"/>
                  </a:lnTo>
                  <a:lnTo>
                    <a:pt x="17" y="719"/>
                  </a:lnTo>
                  <a:close/>
                  <a:moveTo>
                    <a:pt x="17" y="702"/>
                  </a:moveTo>
                  <a:lnTo>
                    <a:pt x="17" y="702"/>
                  </a:lnTo>
                  <a:lnTo>
                    <a:pt x="17" y="702"/>
                  </a:lnTo>
                  <a:close/>
                  <a:moveTo>
                    <a:pt x="17" y="702"/>
                  </a:moveTo>
                  <a:lnTo>
                    <a:pt x="17" y="702"/>
                  </a:lnTo>
                  <a:lnTo>
                    <a:pt x="17" y="702"/>
                  </a:lnTo>
                  <a:close/>
                  <a:moveTo>
                    <a:pt x="31" y="688"/>
                  </a:moveTo>
                  <a:lnTo>
                    <a:pt x="31" y="688"/>
                  </a:lnTo>
                  <a:lnTo>
                    <a:pt x="31" y="688"/>
                  </a:lnTo>
                  <a:close/>
                  <a:moveTo>
                    <a:pt x="115" y="1"/>
                  </a:moveTo>
                  <a:lnTo>
                    <a:pt x="115" y="1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8085301" y="1786273"/>
              <a:ext cx="36262" cy="155381"/>
            </a:xfrm>
            <a:custGeom>
              <a:rect b="b" l="l" r="r" t="t"/>
              <a:pathLst>
                <a:path extrusionOk="0" h="857" w="200">
                  <a:moveTo>
                    <a:pt x="199" y="1"/>
                  </a:moveTo>
                  <a:cubicBezTo>
                    <a:pt x="199" y="213"/>
                    <a:pt x="169" y="449"/>
                    <a:pt x="85" y="661"/>
                  </a:cubicBezTo>
                  <a:cubicBezTo>
                    <a:pt x="71" y="719"/>
                    <a:pt x="31" y="746"/>
                    <a:pt x="0" y="759"/>
                  </a:cubicBezTo>
                  <a:lnTo>
                    <a:pt x="0" y="857"/>
                  </a:lnTo>
                  <a:cubicBezTo>
                    <a:pt x="31" y="830"/>
                    <a:pt x="71" y="803"/>
                    <a:pt x="85" y="759"/>
                  </a:cubicBezTo>
                  <a:lnTo>
                    <a:pt x="85" y="746"/>
                  </a:lnTo>
                  <a:lnTo>
                    <a:pt x="85" y="732"/>
                  </a:lnTo>
                  <a:lnTo>
                    <a:pt x="101" y="732"/>
                  </a:lnTo>
                  <a:lnTo>
                    <a:pt x="101" y="719"/>
                  </a:lnTo>
                  <a:lnTo>
                    <a:pt x="101" y="702"/>
                  </a:lnTo>
                  <a:cubicBezTo>
                    <a:pt x="101" y="702"/>
                    <a:pt x="101" y="688"/>
                    <a:pt x="115" y="688"/>
                  </a:cubicBezTo>
                  <a:cubicBezTo>
                    <a:pt x="186" y="466"/>
                    <a:pt x="199" y="213"/>
                    <a:pt x="199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8085301" y="1974651"/>
              <a:ext cx="5621" cy="20850"/>
            </a:xfrm>
            <a:custGeom>
              <a:rect b="b" l="l" r="r" t="t"/>
              <a:pathLst>
                <a:path extrusionOk="0" h="115" w="31">
                  <a:moveTo>
                    <a:pt x="0" y="0"/>
                  </a:moveTo>
                  <a:lnTo>
                    <a:pt x="0" y="17"/>
                  </a:lnTo>
                  <a:lnTo>
                    <a:pt x="0" y="115"/>
                  </a:lnTo>
                  <a:cubicBezTo>
                    <a:pt x="17" y="101"/>
                    <a:pt x="31" y="71"/>
                    <a:pt x="31" y="57"/>
                  </a:cubicBezTo>
                  <a:cubicBezTo>
                    <a:pt x="31" y="44"/>
                    <a:pt x="17" y="44"/>
                    <a:pt x="17" y="30"/>
                  </a:cubicBezTo>
                  <a:cubicBezTo>
                    <a:pt x="17" y="30"/>
                    <a:pt x="17" y="17"/>
                    <a:pt x="0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8085301" y="2043548"/>
              <a:ext cx="181" cy="181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7366960" y="2043548"/>
              <a:ext cx="718522" cy="175687"/>
            </a:xfrm>
            <a:custGeom>
              <a:rect b="b" l="l" r="r" t="t"/>
              <a:pathLst>
                <a:path extrusionOk="0" h="969" w="3963">
                  <a:moveTo>
                    <a:pt x="1" y="1"/>
                  </a:moveTo>
                  <a:lnTo>
                    <a:pt x="1" y="85"/>
                  </a:lnTo>
                  <a:cubicBezTo>
                    <a:pt x="1" y="126"/>
                    <a:pt x="31" y="787"/>
                    <a:pt x="1407" y="928"/>
                  </a:cubicBezTo>
                  <a:lnTo>
                    <a:pt x="1407" y="942"/>
                  </a:lnTo>
                  <a:cubicBezTo>
                    <a:pt x="1420" y="955"/>
                    <a:pt x="1451" y="969"/>
                    <a:pt x="1478" y="969"/>
                  </a:cubicBezTo>
                  <a:lnTo>
                    <a:pt x="1505" y="969"/>
                  </a:lnTo>
                  <a:cubicBezTo>
                    <a:pt x="1518" y="955"/>
                    <a:pt x="1535" y="942"/>
                    <a:pt x="1548" y="942"/>
                  </a:cubicBezTo>
                  <a:lnTo>
                    <a:pt x="2418" y="942"/>
                  </a:lnTo>
                  <a:lnTo>
                    <a:pt x="2445" y="969"/>
                  </a:lnTo>
                  <a:lnTo>
                    <a:pt x="2489" y="969"/>
                  </a:lnTo>
                  <a:cubicBezTo>
                    <a:pt x="2516" y="969"/>
                    <a:pt x="2529" y="955"/>
                    <a:pt x="2546" y="942"/>
                  </a:cubicBezTo>
                  <a:lnTo>
                    <a:pt x="2560" y="928"/>
                  </a:lnTo>
                  <a:cubicBezTo>
                    <a:pt x="3935" y="787"/>
                    <a:pt x="3962" y="126"/>
                    <a:pt x="3962" y="85"/>
                  </a:cubicBezTo>
                  <a:lnTo>
                    <a:pt x="3962" y="1"/>
                  </a:lnTo>
                  <a:cubicBezTo>
                    <a:pt x="3949" y="41"/>
                    <a:pt x="3922" y="702"/>
                    <a:pt x="2560" y="830"/>
                  </a:cubicBezTo>
                  <a:lnTo>
                    <a:pt x="2546" y="844"/>
                  </a:lnTo>
                  <a:cubicBezTo>
                    <a:pt x="2529" y="871"/>
                    <a:pt x="2516" y="884"/>
                    <a:pt x="2489" y="884"/>
                  </a:cubicBezTo>
                  <a:cubicBezTo>
                    <a:pt x="2475" y="884"/>
                    <a:pt x="2462" y="884"/>
                    <a:pt x="2445" y="871"/>
                  </a:cubicBezTo>
                  <a:cubicBezTo>
                    <a:pt x="2432" y="871"/>
                    <a:pt x="2418" y="857"/>
                    <a:pt x="2418" y="844"/>
                  </a:cubicBezTo>
                  <a:cubicBezTo>
                    <a:pt x="2361" y="844"/>
                    <a:pt x="2307" y="857"/>
                    <a:pt x="2250" y="857"/>
                  </a:cubicBezTo>
                  <a:lnTo>
                    <a:pt x="1717" y="857"/>
                  </a:lnTo>
                  <a:cubicBezTo>
                    <a:pt x="1646" y="857"/>
                    <a:pt x="1589" y="844"/>
                    <a:pt x="1548" y="844"/>
                  </a:cubicBezTo>
                  <a:cubicBezTo>
                    <a:pt x="1535" y="857"/>
                    <a:pt x="1518" y="871"/>
                    <a:pt x="1505" y="871"/>
                  </a:cubicBezTo>
                  <a:cubicBezTo>
                    <a:pt x="1505" y="884"/>
                    <a:pt x="1491" y="884"/>
                    <a:pt x="1478" y="884"/>
                  </a:cubicBezTo>
                  <a:cubicBezTo>
                    <a:pt x="1451" y="884"/>
                    <a:pt x="1420" y="871"/>
                    <a:pt x="1407" y="844"/>
                  </a:cubicBezTo>
                  <a:lnTo>
                    <a:pt x="1407" y="830"/>
                  </a:lnTo>
                  <a:cubicBezTo>
                    <a:pt x="31" y="702"/>
                    <a:pt x="1" y="41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7366960" y="1697069"/>
              <a:ext cx="18675" cy="91923"/>
            </a:xfrm>
            <a:custGeom>
              <a:rect b="b" l="l" r="r" t="t"/>
              <a:pathLst>
                <a:path extrusionOk="0" h="507" w="103">
                  <a:moveTo>
                    <a:pt x="1" y="0"/>
                  </a:moveTo>
                  <a:cubicBezTo>
                    <a:pt x="31" y="142"/>
                    <a:pt x="72" y="324"/>
                    <a:pt x="102" y="506"/>
                  </a:cubicBezTo>
                  <a:cubicBezTo>
                    <a:pt x="72" y="324"/>
                    <a:pt x="31" y="142"/>
                    <a:pt x="1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7357170" y="1742940"/>
              <a:ext cx="2720" cy="17949"/>
            </a:xfrm>
            <a:custGeom>
              <a:rect b="b" l="l" r="r" t="t"/>
              <a:pathLst>
                <a:path extrusionOk="0" h="99" w="15">
                  <a:moveTo>
                    <a:pt x="1" y="98"/>
                  </a:moveTo>
                  <a:lnTo>
                    <a:pt x="1" y="98"/>
                  </a:lnTo>
                  <a:lnTo>
                    <a:pt x="1" y="98"/>
                  </a:lnTo>
                  <a:close/>
                  <a:moveTo>
                    <a:pt x="1" y="85"/>
                  </a:moveTo>
                  <a:lnTo>
                    <a:pt x="1" y="98"/>
                  </a:lnTo>
                  <a:lnTo>
                    <a:pt x="1" y="85"/>
                  </a:lnTo>
                  <a:close/>
                  <a:moveTo>
                    <a:pt x="14" y="0"/>
                  </a:moveTo>
                  <a:cubicBezTo>
                    <a:pt x="14" y="31"/>
                    <a:pt x="14" y="58"/>
                    <a:pt x="1" y="85"/>
                  </a:cubicBezTo>
                  <a:cubicBezTo>
                    <a:pt x="14" y="58"/>
                    <a:pt x="14" y="31"/>
                    <a:pt x="14" y="0"/>
                  </a:cubicBezTo>
                  <a:close/>
                </a:path>
              </a:pathLst>
            </a:custGeom>
            <a:solidFill>
              <a:srgbClr val="004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7357170" y="1679301"/>
              <a:ext cx="53486" cy="214124"/>
            </a:xfrm>
            <a:custGeom>
              <a:rect b="b" l="l" r="r" t="t"/>
              <a:pathLst>
                <a:path extrusionOk="0" h="1181" w="295">
                  <a:moveTo>
                    <a:pt x="2" y="433"/>
                  </a:moveTo>
                  <a:lnTo>
                    <a:pt x="2" y="433"/>
                  </a:lnTo>
                  <a:cubicBezTo>
                    <a:pt x="2" y="434"/>
                    <a:pt x="1" y="435"/>
                    <a:pt x="1" y="436"/>
                  </a:cubicBezTo>
                  <a:lnTo>
                    <a:pt x="1" y="449"/>
                  </a:lnTo>
                  <a:lnTo>
                    <a:pt x="1" y="591"/>
                  </a:lnTo>
                  <a:cubicBezTo>
                    <a:pt x="1" y="536"/>
                    <a:pt x="1" y="483"/>
                    <a:pt x="2" y="433"/>
                  </a:cubicBezTo>
                  <a:close/>
                  <a:moveTo>
                    <a:pt x="41" y="1"/>
                  </a:moveTo>
                  <a:cubicBezTo>
                    <a:pt x="28" y="85"/>
                    <a:pt x="28" y="169"/>
                    <a:pt x="14" y="267"/>
                  </a:cubicBezTo>
                  <a:cubicBezTo>
                    <a:pt x="7" y="314"/>
                    <a:pt x="4" y="371"/>
                    <a:pt x="2" y="433"/>
                  </a:cubicBezTo>
                  <a:lnTo>
                    <a:pt x="2" y="433"/>
                  </a:lnTo>
                  <a:cubicBezTo>
                    <a:pt x="14" y="407"/>
                    <a:pt x="14" y="381"/>
                    <a:pt x="14" y="351"/>
                  </a:cubicBezTo>
                  <a:cubicBezTo>
                    <a:pt x="28" y="254"/>
                    <a:pt x="28" y="169"/>
                    <a:pt x="41" y="98"/>
                  </a:cubicBezTo>
                  <a:lnTo>
                    <a:pt x="55" y="98"/>
                  </a:lnTo>
                  <a:cubicBezTo>
                    <a:pt x="85" y="240"/>
                    <a:pt x="126" y="422"/>
                    <a:pt x="156" y="604"/>
                  </a:cubicBezTo>
                  <a:cubicBezTo>
                    <a:pt x="196" y="786"/>
                    <a:pt x="240" y="985"/>
                    <a:pt x="281" y="1181"/>
                  </a:cubicBezTo>
                  <a:lnTo>
                    <a:pt x="294" y="1167"/>
                  </a:lnTo>
                  <a:cubicBezTo>
                    <a:pt x="196" y="746"/>
                    <a:pt x="112" y="311"/>
                    <a:pt x="55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7415913" y="1934220"/>
              <a:ext cx="5077" cy="15411"/>
            </a:xfrm>
            <a:custGeom>
              <a:rect b="b" l="l" r="r" t="t"/>
              <a:pathLst>
                <a:path extrusionOk="0" h="85" w="28">
                  <a:moveTo>
                    <a:pt x="1" y="1"/>
                  </a:moveTo>
                  <a:cubicBezTo>
                    <a:pt x="14" y="27"/>
                    <a:pt x="14" y="54"/>
                    <a:pt x="28" y="85"/>
                  </a:cubicBezTo>
                  <a:lnTo>
                    <a:pt x="28" y="85"/>
                  </a:lnTo>
                  <a:cubicBezTo>
                    <a:pt x="14" y="54"/>
                    <a:pt x="14" y="27"/>
                    <a:pt x="1" y="1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7392706" y="1918990"/>
              <a:ext cx="30822" cy="30641"/>
            </a:xfrm>
            <a:custGeom>
              <a:rect b="b" l="l" r="r" t="t"/>
              <a:pathLst>
                <a:path extrusionOk="0" h="169" w="170">
                  <a:moveTo>
                    <a:pt x="98" y="0"/>
                  </a:moveTo>
                  <a:cubicBezTo>
                    <a:pt x="58" y="14"/>
                    <a:pt x="27" y="27"/>
                    <a:pt x="0" y="27"/>
                  </a:cubicBezTo>
                  <a:lnTo>
                    <a:pt x="0" y="125"/>
                  </a:lnTo>
                  <a:cubicBezTo>
                    <a:pt x="27" y="111"/>
                    <a:pt x="58" y="98"/>
                    <a:pt x="98" y="98"/>
                  </a:cubicBezTo>
                  <a:cubicBezTo>
                    <a:pt x="112" y="85"/>
                    <a:pt x="112" y="85"/>
                    <a:pt x="129" y="85"/>
                  </a:cubicBezTo>
                  <a:cubicBezTo>
                    <a:pt x="142" y="111"/>
                    <a:pt x="142" y="138"/>
                    <a:pt x="156" y="169"/>
                  </a:cubicBezTo>
                  <a:lnTo>
                    <a:pt x="169" y="169"/>
                  </a:lnTo>
                  <a:cubicBezTo>
                    <a:pt x="156" y="111"/>
                    <a:pt x="142" y="54"/>
                    <a:pt x="129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8095635" y="1610948"/>
              <a:ext cx="2720" cy="7434"/>
            </a:xfrm>
            <a:custGeom>
              <a:rect b="b" l="l" r="r" t="t"/>
              <a:pathLst>
                <a:path extrusionOk="0" h="41" w="15">
                  <a:moveTo>
                    <a:pt x="14" y="0"/>
                  </a:moveTo>
                  <a:cubicBezTo>
                    <a:pt x="14" y="14"/>
                    <a:pt x="1" y="14"/>
                    <a:pt x="1" y="14"/>
                  </a:cubicBezTo>
                  <a:cubicBezTo>
                    <a:pt x="14" y="27"/>
                    <a:pt x="14" y="41"/>
                    <a:pt x="14" y="4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7805362" y="1521564"/>
              <a:ext cx="69259" cy="104796"/>
            </a:xfrm>
            <a:custGeom>
              <a:rect b="b" l="l" r="r" t="t"/>
              <a:pathLst>
                <a:path extrusionOk="0" h="578" w="382">
                  <a:moveTo>
                    <a:pt x="169" y="1"/>
                  </a:moveTo>
                  <a:cubicBezTo>
                    <a:pt x="71" y="1"/>
                    <a:pt x="0" y="72"/>
                    <a:pt x="0" y="169"/>
                  </a:cubicBezTo>
                  <a:lnTo>
                    <a:pt x="27" y="534"/>
                  </a:lnTo>
                  <a:cubicBezTo>
                    <a:pt x="27" y="547"/>
                    <a:pt x="44" y="547"/>
                    <a:pt x="44" y="547"/>
                  </a:cubicBezTo>
                  <a:lnTo>
                    <a:pt x="351" y="577"/>
                  </a:lnTo>
                  <a:cubicBezTo>
                    <a:pt x="364" y="577"/>
                    <a:pt x="381" y="560"/>
                    <a:pt x="381" y="547"/>
                  </a:cubicBezTo>
                  <a:lnTo>
                    <a:pt x="324" y="139"/>
                  </a:lnTo>
                  <a:cubicBezTo>
                    <a:pt x="310" y="55"/>
                    <a:pt x="240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7815696" y="1530810"/>
              <a:ext cx="40432" cy="37349"/>
            </a:xfrm>
            <a:custGeom>
              <a:rect b="b" l="l" r="r" t="t"/>
              <a:pathLst>
                <a:path extrusionOk="0" h="206" w="223">
                  <a:moveTo>
                    <a:pt x="113" y="1"/>
                  </a:moveTo>
                  <a:cubicBezTo>
                    <a:pt x="68" y="1"/>
                    <a:pt x="25" y="29"/>
                    <a:pt x="14" y="75"/>
                  </a:cubicBezTo>
                  <a:cubicBezTo>
                    <a:pt x="0" y="132"/>
                    <a:pt x="27" y="189"/>
                    <a:pt x="85" y="203"/>
                  </a:cubicBezTo>
                  <a:cubicBezTo>
                    <a:pt x="92" y="204"/>
                    <a:pt x="98" y="205"/>
                    <a:pt x="105" y="205"/>
                  </a:cubicBezTo>
                  <a:cubicBezTo>
                    <a:pt x="152" y="205"/>
                    <a:pt x="198" y="167"/>
                    <a:pt x="210" y="132"/>
                  </a:cubicBezTo>
                  <a:cubicBezTo>
                    <a:pt x="223" y="75"/>
                    <a:pt x="183" y="21"/>
                    <a:pt x="139" y="4"/>
                  </a:cubicBezTo>
                  <a:cubicBezTo>
                    <a:pt x="130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7818053" y="1533530"/>
              <a:ext cx="33361" cy="31729"/>
            </a:xfrm>
            <a:custGeom>
              <a:rect b="b" l="l" r="r" t="t"/>
              <a:pathLst>
                <a:path extrusionOk="0" h="175" w="184">
                  <a:moveTo>
                    <a:pt x="89" y="1"/>
                  </a:moveTo>
                  <a:cubicBezTo>
                    <a:pt x="56" y="1"/>
                    <a:pt x="25" y="27"/>
                    <a:pt x="14" y="60"/>
                  </a:cubicBezTo>
                  <a:cubicBezTo>
                    <a:pt x="1" y="103"/>
                    <a:pt x="28" y="157"/>
                    <a:pt x="72" y="174"/>
                  </a:cubicBezTo>
                  <a:cubicBezTo>
                    <a:pt x="112" y="174"/>
                    <a:pt x="170" y="157"/>
                    <a:pt x="183" y="103"/>
                  </a:cubicBezTo>
                  <a:cubicBezTo>
                    <a:pt x="183" y="60"/>
                    <a:pt x="170" y="19"/>
                    <a:pt x="112" y="6"/>
                  </a:cubicBezTo>
                  <a:cubicBezTo>
                    <a:pt x="104" y="2"/>
                    <a:pt x="96" y="1"/>
                    <a:pt x="89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7822949" y="1536975"/>
              <a:ext cx="25927" cy="25202"/>
            </a:xfrm>
            <a:custGeom>
              <a:rect b="b" l="l" r="r" t="t"/>
              <a:pathLst>
                <a:path extrusionOk="0" h="139" w="143">
                  <a:moveTo>
                    <a:pt x="85" y="0"/>
                  </a:moveTo>
                  <a:cubicBezTo>
                    <a:pt x="85" y="0"/>
                    <a:pt x="72" y="14"/>
                    <a:pt x="58" y="41"/>
                  </a:cubicBezTo>
                  <a:cubicBezTo>
                    <a:pt x="31" y="41"/>
                    <a:pt x="1" y="41"/>
                    <a:pt x="1" y="54"/>
                  </a:cubicBezTo>
                  <a:cubicBezTo>
                    <a:pt x="1" y="54"/>
                    <a:pt x="14" y="71"/>
                    <a:pt x="45" y="84"/>
                  </a:cubicBezTo>
                  <a:lnTo>
                    <a:pt x="45" y="138"/>
                  </a:lnTo>
                  <a:cubicBezTo>
                    <a:pt x="58" y="138"/>
                    <a:pt x="72" y="111"/>
                    <a:pt x="85" y="84"/>
                  </a:cubicBezTo>
                  <a:cubicBezTo>
                    <a:pt x="100" y="91"/>
                    <a:pt x="111" y="95"/>
                    <a:pt x="120" y="95"/>
                  </a:cubicBezTo>
                  <a:cubicBezTo>
                    <a:pt x="129" y="95"/>
                    <a:pt x="136" y="91"/>
                    <a:pt x="143" y="84"/>
                  </a:cubicBezTo>
                  <a:lnTo>
                    <a:pt x="85" y="54"/>
                  </a:lnTo>
                  <a:cubicBezTo>
                    <a:pt x="99" y="27"/>
                    <a:pt x="99" y="0"/>
                    <a:pt x="85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7576008" y="1521564"/>
              <a:ext cx="71798" cy="104796"/>
            </a:xfrm>
            <a:custGeom>
              <a:rect b="b" l="l" r="r" t="t"/>
              <a:pathLst>
                <a:path extrusionOk="0" h="578" w="396">
                  <a:moveTo>
                    <a:pt x="227" y="1"/>
                  </a:moveTo>
                  <a:cubicBezTo>
                    <a:pt x="142" y="1"/>
                    <a:pt x="72" y="55"/>
                    <a:pt x="72" y="139"/>
                  </a:cubicBezTo>
                  <a:lnTo>
                    <a:pt x="14" y="547"/>
                  </a:lnTo>
                  <a:cubicBezTo>
                    <a:pt x="1" y="560"/>
                    <a:pt x="14" y="577"/>
                    <a:pt x="28" y="577"/>
                  </a:cubicBezTo>
                  <a:lnTo>
                    <a:pt x="338" y="547"/>
                  </a:lnTo>
                  <a:cubicBezTo>
                    <a:pt x="352" y="547"/>
                    <a:pt x="352" y="547"/>
                    <a:pt x="352" y="534"/>
                  </a:cubicBezTo>
                  <a:lnTo>
                    <a:pt x="382" y="169"/>
                  </a:lnTo>
                  <a:cubicBezTo>
                    <a:pt x="395" y="72"/>
                    <a:pt x="311" y="1"/>
                    <a:pt x="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7596314" y="1530810"/>
              <a:ext cx="41157" cy="37349"/>
            </a:xfrm>
            <a:custGeom>
              <a:rect b="b" l="l" r="r" t="t"/>
              <a:pathLst>
                <a:path extrusionOk="0" h="206" w="227">
                  <a:moveTo>
                    <a:pt x="112" y="1"/>
                  </a:moveTo>
                  <a:cubicBezTo>
                    <a:pt x="103" y="1"/>
                    <a:pt x="94" y="2"/>
                    <a:pt x="84" y="4"/>
                  </a:cubicBezTo>
                  <a:cubicBezTo>
                    <a:pt x="30" y="21"/>
                    <a:pt x="0" y="75"/>
                    <a:pt x="17" y="132"/>
                  </a:cubicBezTo>
                  <a:cubicBezTo>
                    <a:pt x="29" y="167"/>
                    <a:pt x="71" y="205"/>
                    <a:pt x="120" y="205"/>
                  </a:cubicBezTo>
                  <a:cubicBezTo>
                    <a:pt x="127" y="205"/>
                    <a:pt x="135" y="204"/>
                    <a:pt x="142" y="203"/>
                  </a:cubicBezTo>
                  <a:cubicBezTo>
                    <a:pt x="186" y="189"/>
                    <a:pt x="226" y="132"/>
                    <a:pt x="213" y="75"/>
                  </a:cubicBezTo>
                  <a:cubicBezTo>
                    <a:pt x="201" y="29"/>
                    <a:pt x="159" y="1"/>
                    <a:pt x="112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7599397" y="1533530"/>
              <a:ext cx="33179" cy="31729"/>
            </a:xfrm>
            <a:custGeom>
              <a:rect b="b" l="l" r="r" t="t"/>
              <a:pathLst>
                <a:path extrusionOk="0" h="175" w="183">
                  <a:moveTo>
                    <a:pt x="94" y="1"/>
                  </a:moveTo>
                  <a:cubicBezTo>
                    <a:pt x="85" y="1"/>
                    <a:pt x="76" y="2"/>
                    <a:pt x="67" y="6"/>
                  </a:cubicBezTo>
                  <a:cubicBezTo>
                    <a:pt x="27" y="19"/>
                    <a:pt x="0" y="60"/>
                    <a:pt x="13" y="103"/>
                  </a:cubicBezTo>
                  <a:cubicBezTo>
                    <a:pt x="27" y="157"/>
                    <a:pt x="67" y="174"/>
                    <a:pt x="111" y="174"/>
                  </a:cubicBezTo>
                  <a:cubicBezTo>
                    <a:pt x="169" y="157"/>
                    <a:pt x="182" y="103"/>
                    <a:pt x="182" y="60"/>
                  </a:cubicBezTo>
                  <a:cubicBezTo>
                    <a:pt x="171" y="27"/>
                    <a:pt x="132" y="1"/>
                    <a:pt x="94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7604111" y="1536975"/>
              <a:ext cx="25927" cy="25202"/>
            </a:xfrm>
            <a:custGeom>
              <a:rect b="b" l="l" r="r" t="t"/>
              <a:pathLst>
                <a:path extrusionOk="0" h="139" w="143">
                  <a:moveTo>
                    <a:pt x="41" y="0"/>
                  </a:moveTo>
                  <a:lnTo>
                    <a:pt x="41" y="54"/>
                  </a:lnTo>
                  <a:cubicBezTo>
                    <a:pt x="14" y="71"/>
                    <a:pt x="1" y="84"/>
                    <a:pt x="1" y="84"/>
                  </a:cubicBezTo>
                  <a:cubicBezTo>
                    <a:pt x="1" y="91"/>
                    <a:pt x="8" y="95"/>
                    <a:pt x="18" y="95"/>
                  </a:cubicBezTo>
                  <a:cubicBezTo>
                    <a:pt x="29" y="95"/>
                    <a:pt x="43" y="91"/>
                    <a:pt x="58" y="84"/>
                  </a:cubicBezTo>
                  <a:cubicBezTo>
                    <a:pt x="72" y="111"/>
                    <a:pt x="85" y="138"/>
                    <a:pt x="85" y="138"/>
                  </a:cubicBezTo>
                  <a:cubicBezTo>
                    <a:pt x="99" y="125"/>
                    <a:pt x="99" y="111"/>
                    <a:pt x="85" y="84"/>
                  </a:cubicBezTo>
                  <a:cubicBezTo>
                    <a:pt x="112" y="71"/>
                    <a:pt x="143" y="54"/>
                    <a:pt x="143" y="54"/>
                  </a:cubicBezTo>
                  <a:cubicBezTo>
                    <a:pt x="126" y="41"/>
                    <a:pt x="112" y="41"/>
                    <a:pt x="85" y="41"/>
                  </a:cubicBezTo>
                  <a:cubicBezTo>
                    <a:pt x="72" y="14"/>
                    <a:pt x="58" y="0"/>
                    <a:pt x="41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8075510" y="1955977"/>
              <a:ext cx="20306" cy="52398"/>
            </a:xfrm>
            <a:custGeom>
              <a:rect b="b" l="l" r="r" t="t"/>
              <a:pathLst>
                <a:path extrusionOk="0" h="289" w="112">
                  <a:moveTo>
                    <a:pt x="43" y="0"/>
                  </a:moveTo>
                  <a:cubicBezTo>
                    <a:pt x="36" y="0"/>
                    <a:pt x="31" y="2"/>
                    <a:pt x="27" y="5"/>
                  </a:cubicBezTo>
                  <a:cubicBezTo>
                    <a:pt x="14" y="19"/>
                    <a:pt x="0" y="36"/>
                    <a:pt x="0" y="49"/>
                  </a:cubicBezTo>
                  <a:lnTo>
                    <a:pt x="0" y="258"/>
                  </a:lnTo>
                  <a:cubicBezTo>
                    <a:pt x="0" y="276"/>
                    <a:pt x="15" y="289"/>
                    <a:pt x="34" y="289"/>
                  </a:cubicBezTo>
                  <a:cubicBezTo>
                    <a:pt x="46" y="289"/>
                    <a:pt x="59" y="284"/>
                    <a:pt x="71" y="272"/>
                  </a:cubicBezTo>
                  <a:lnTo>
                    <a:pt x="112" y="245"/>
                  </a:lnTo>
                  <a:lnTo>
                    <a:pt x="112" y="49"/>
                  </a:lnTo>
                  <a:lnTo>
                    <a:pt x="98" y="36"/>
                  </a:lnTo>
                  <a:cubicBezTo>
                    <a:pt x="88" y="13"/>
                    <a:pt x="62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7357170" y="1955977"/>
              <a:ext cx="17949" cy="52398"/>
            </a:xfrm>
            <a:custGeom>
              <a:rect b="b" l="l" r="r" t="t"/>
              <a:pathLst>
                <a:path extrusionOk="0" h="289" w="99">
                  <a:moveTo>
                    <a:pt x="62" y="0"/>
                  </a:moveTo>
                  <a:cubicBezTo>
                    <a:pt x="41" y="0"/>
                    <a:pt x="21" y="13"/>
                    <a:pt x="1" y="36"/>
                  </a:cubicBezTo>
                  <a:lnTo>
                    <a:pt x="1" y="49"/>
                  </a:lnTo>
                  <a:lnTo>
                    <a:pt x="1" y="245"/>
                  </a:lnTo>
                  <a:lnTo>
                    <a:pt x="41" y="272"/>
                  </a:lnTo>
                  <a:cubicBezTo>
                    <a:pt x="53" y="284"/>
                    <a:pt x="65" y="289"/>
                    <a:pt x="74" y="289"/>
                  </a:cubicBezTo>
                  <a:cubicBezTo>
                    <a:pt x="89" y="289"/>
                    <a:pt x="99" y="276"/>
                    <a:pt x="99" y="258"/>
                  </a:cubicBezTo>
                  <a:lnTo>
                    <a:pt x="99" y="49"/>
                  </a:lnTo>
                  <a:cubicBezTo>
                    <a:pt x="99" y="36"/>
                    <a:pt x="99" y="19"/>
                    <a:pt x="85" y="5"/>
                  </a:cubicBezTo>
                  <a:cubicBezTo>
                    <a:pt x="77" y="2"/>
                    <a:pt x="69" y="0"/>
                    <a:pt x="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6358528" y="3075550"/>
              <a:ext cx="1011696" cy="957304"/>
            </a:xfrm>
            <a:custGeom>
              <a:rect b="b" l="l" r="r" t="t"/>
              <a:pathLst>
                <a:path extrusionOk="0" h="5280" w="5580">
                  <a:moveTo>
                    <a:pt x="1094" y="0"/>
                  </a:moveTo>
                  <a:cubicBezTo>
                    <a:pt x="909" y="0"/>
                    <a:pt x="708" y="33"/>
                    <a:pt x="492" y="111"/>
                  </a:cubicBezTo>
                  <a:cubicBezTo>
                    <a:pt x="492" y="111"/>
                    <a:pt x="465" y="222"/>
                    <a:pt x="408" y="377"/>
                  </a:cubicBezTo>
                  <a:cubicBezTo>
                    <a:pt x="354" y="533"/>
                    <a:pt x="283" y="715"/>
                    <a:pt x="199" y="924"/>
                  </a:cubicBezTo>
                  <a:cubicBezTo>
                    <a:pt x="0" y="1375"/>
                    <a:pt x="270" y="1487"/>
                    <a:pt x="408" y="1642"/>
                  </a:cubicBezTo>
                  <a:cubicBezTo>
                    <a:pt x="563" y="1797"/>
                    <a:pt x="1082" y="2387"/>
                    <a:pt x="2164" y="3354"/>
                  </a:cubicBezTo>
                  <a:cubicBezTo>
                    <a:pt x="2896" y="4015"/>
                    <a:pt x="4063" y="4649"/>
                    <a:pt x="4750" y="5000"/>
                  </a:cubicBezTo>
                  <a:lnTo>
                    <a:pt x="5310" y="5279"/>
                  </a:lnTo>
                  <a:lnTo>
                    <a:pt x="5580" y="4113"/>
                  </a:lnTo>
                  <a:lnTo>
                    <a:pt x="5270" y="3890"/>
                  </a:lnTo>
                  <a:cubicBezTo>
                    <a:pt x="5158" y="3806"/>
                    <a:pt x="5030" y="3722"/>
                    <a:pt x="4889" y="3607"/>
                  </a:cubicBezTo>
                  <a:cubicBezTo>
                    <a:pt x="4272" y="3115"/>
                    <a:pt x="3473" y="2330"/>
                    <a:pt x="3287" y="2050"/>
                  </a:cubicBezTo>
                  <a:cubicBezTo>
                    <a:pt x="3105" y="1766"/>
                    <a:pt x="2781" y="1234"/>
                    <a:pt x="2657" y="1025"/>
                  </a:cubicBezTo>
                  <a:cubicBezTo>
                    <a:pt x="2630" y="967"/>
                    <a:pt x="2599" y="924"/>
                    <a:pt x="2599" y="924"/>
                  </a:cubicBezTo>
                  <a:cubicBezTo>
                    <a:pt x="2599" y="924"/>
                    <a:pt x="2072" y="0"/>
                    <a:pt x="1094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7219739" y="3729527"/>
              <a:ext cx="150485" cy="303327"/>
            </a:xfrm>
            <a:custGeom>
              <a:rect b="b" l="l" r="r" t="t"/>
              <a:pathLst>
                <a:path extrusionOk="0" h="1673" w="830">
                  <a:moveTo>
                    <a:pt x="139" y="0"/>
                  </a:moveTo>
                  <a:cubicBezTo>
                    <a:pt x="125" y="267"/>
                    <a:pt x="71" y="914"/>
                    <a:pt x="0" y="1393"/>
                  </a:cubicBezTo>
                  <a:lnTo>
                    <a:pt x="560" y="1672"/>
                  </a:lnTo>
                  <a:lnTo>
                    <a:pt x="830" y="506"/>
                  </a:lnTo>
                  <a:lnTo>
                    <a:pt x="520" y="283"/>
                  </a:lnTo>
                  <a:cubicBezTo>
                    <a:pt x="408" y="199"/>
                    <a:pt x="280" y="115"/>
                    <a:pt x="1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6432320" y="3075550"/>
              <a:ext cx="407942" cy="185840"/>
            </a:xfrm>
            <a:custGeom>
              <a:rect b="b" l="l" r="r" t="t"/>
              <a:pathLst>
                <a:path extrusionOk="0" h="1025" w="2250">
                  <a:moveTo>
                    <a:pt x="687" y="0"/>
                  </a:moveTo>
                  <a:cubicBezTo>
                    <a:pt x="502" y="0"/>
                    <a:pt x="301" y="33"/>
                    <a:pt x="85" y="111"/>
                  </a:cubicBezTo>
                  <a:cubicBezTo>
                    <a:pt x="85" y="111"/>
                    <a:pt x="58" y="222"/>
                    <a:pt x="1" y="377"/>
                  </a:cubicBezTo>
                  <a:cubicBezTo>
                    <a:pt x="282" y="295"/>
                    <a:pt x="521" y="261"/>
                    <a:pt x="726" y="261"/>
                  </a:cubicBezTo>
                  <a:cubicBezTo>
                    <a:pt x="1291" y="261"/>
                    <a:pt x="1597" y="516"/>
                    <a:pt x="1815" y="701"/>
                  </a:cubicBezTo>
                  <a:cubicBezTo>
                    <a:pt x="1953" y="812"/>
                    <a:pt x="2108" y="924"/>
                    <a:pt x="2250" y="1025"/>
                  </a:cubicBezTo>
                  <a:cubicBezTo>
                    <a:pt x="2223" y="967"/>
                    <a:pt x="2192" y="924"/>
                    <a:pt x="2192" y="924"/>
                  </a:cubicBezTo>
                  <a:cubicBezTo>
                    <a:pt x="2192" y="924"/>
                    <a:pt x="1665" y="0"/>
                    <a:pt x="68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8118843" y="3846832"/>
              <a:ext cx="412837" cy="445835"/>
            </a:xfrm>
            <a:custGeom>
              <a:rect b="b" l="l" r="r" t="t"/>
              <a:pathLst>
                <a:path extrusionOk="0" h="2459" w="2277">
                  <a:moveTo>
                    <a:pt x="1012" y="1"/>
                  </a:moveTo>
                  <a:cubicBezTo>
                    <a:pt x="1012" y="1"/>
                    <a:pt x="982" y="28"/>
                    <a:pt x="928" y="85"/>
                  </a:cubicBezTo>
                  <a:cubicBezTo>
                    <a:pt x="871" y="125"/>
                    <a:pt x="813" y="183"/>
                    <a:pt x="742" y="226"/>
                  </a:cubicBezTo>
                  <a:cubicBezTo>
                    <a:pt x="591" y="338"/>
                    <a:pt x="449" y="564"/>
                    <a:pt x="281" y="870"/>
                  </a:cubicBezTo>
                  <a:cubicBezTo>
                    <a:pt x="98" y="1181"/>
                    <a:pt x="28" y="1292"/>
                    <a:pt x="14" y="1447"/>
                  </a:cubicBezTo>
                  <a:cubicBezTo>
                    <a:pt x="1" y="1602"/>
                    <a:pt x="139" y="1659"/>
                    <a:pt x="196" y="1659"/>
                  </a:cubicBezTo>
                  <a:cubicBezTo>
                    <a:pt x="196" y="1659"/>
                    <a:pt x="152" y="1727"/>
                    <a:pt x="98" y="1798"/>
                  </a:cubicBezTo>
                  <a:cubicBezTo>
                    <a:pt x="55" y="1855"/>
                    <a:pt x="1" y="1939"/>
                    <a:pt x="14" y="1980"/>
                  </a:cubicBezTo>
                  <a:cubicBezTo>
                    <a:pt x="14" y="2066"/>
                    <a:pt x="53" y="2221"/>
                    <a:pt x="180" y="2221"/>
                  </a:cubicBezTo>
                  <a:cubicBezTo>
                    <a:pt x="202" y="2221"/>
                    <a:pt x="226" y="2216"/>
                    <a:pt x="254" y="2205"/>
                  </a:cubicBezTo>
                  <a:lnTo>
                    <a:pt x="267" y="2192"/>
                  </a:lnTo>
                  <a:lnTo>
                    <a:pt x="267" y="2192"/>
                  </a:lnTo>
                  <a:cubicBezTo>
                    <a:pt x="267" y="2192"/>
                    <a:pt x="237" y="2249"/>
                    <a:pt x="254" y="2317"/>
                  </a:cubicBezTo>
                  <a:cubicBezTo>
                    <a:pt x="267" y="2361"/>
                    <a:pt x="294" y="2401"/>
                    <a:pt x="351" y="2431"/>
                  </a:cubicBezTo>
                  <a:cubicBezTo>
                    <a:pt x="383" y="2451"/>
                    <a:pt x="412" y="2459"/>
                    <a:pt x="441" y="2459"/>
                  </a:cubicBezTo>
                  <a:cubicBezTo>
                    <a:pt x="536" y="2459"/>
                    <a:pt x="616" y="2365"/>
                    <a:pt x="702" y="2290"/>
                  </a:cubicBezTo>
                  <a:lnTo>
                    <a:pt x="702" y="2290"/>
                  </a:lnTo>
                  <a:cubicBezTo>
                    <a:pt x="688" y="2317"/>
                    <a:pt x="688" y="2361"/>
                    <a:pt x="702" y="2388"/>
                  </a:cubicBezTo>
                  <a:cubicBezTo>
                    <a:pt x="715" y="2401"/>
                    <a:pt x="729" y="2418"/>
                    <a:pt x="759" y="2431"/>
                  </a:cubicBezTo>
                  <a:cubicBezTo>
                    <a:pt x="767" y="2433"/>
                    <a:pt x="776" y="2434"/>
                    <a:pt x="785" y="2434"/>
                  </a:cubicBezTo>
                  <a:cubicBezTo>
                    <a:pt x="907" y="2434"/>
                    <a:pt x="1141" y="2279"/>
                    <a:pt x="1363" y="2135"/>
                  </a:cubicBezTo>
                  <a:cubicBezTo>
                    <a:pt x="1585" y="1980"/>
                    <a:pt x="1713" y="1841"/>
                    <a:pt x="1838" y="1558"/>
                  </a:cubicBezTo>
                  <a:cubicBezTo>
                    <a:pt x="1909" y="1420"/>
                    <a:pt x="2007" y="1278"/>
                    <a:pt x="2007" y="1278"/>
                  </a:cubicBezTo>
                  <a:cubicBezTo>
                    <a:pt x="2007" y="1278"/>
                    <a:pt x="2037" y="1208"/>
                    <a:pt x="2077" y="1123"/>
                  </a:cubicBezTo>
                  <a:cubicBezTo>
                    <a:pt x="2121" y="1039"/>
                    <a:pt x="2192" y="941"/>
                    <a:pt x="2276" y="870"/>
                  </a:cubicBezTo>
                  <a:cubicBezTo>
                    <a:pt x="2276" y="870"/>
                    <a:pt x="2024" y="28"/>
                    <a:pt x="101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8286915" y="3846832"/>
              <a:ext cx="244765" cy="203790"/>
            </a:xfrm>
            <a:custGeom>
              <a:rect b="b" l="l" r="r" t="t"/>
              <a:pathLst>
                <a:path extrusionOk="0" h="1124" w="1350">
                  <a:moveTo>
                    <a:pt x="85" y="1"/>
                  </a:moveTo>
                  <a:cubicBezTo>
                    <a:pt x="85" y="1"/>
                    <a:pt x="55" y="28"/>
                    <a:pt x="1" y="85"/>
                  </a:cubicBezTo>
                  <a:cubicBezTo>
                    <a:pt x="267" y="142"/>
                    <a:pt x="857" y="351"/>
                    <a:pt x="1150" y="1123"/>
                  </a:cubicBezTo>
                  <a:cubicBezTo>
                    <a:pt x="1194" y="1039"/>
                    <a:pt x="1265" y="941"/>
                    <a:pt x="1349" y="870"/>
                  </a:cubicBezTo>
                  <a:cubicBezTo>
                    <a:pt x="1349" y="870"/>
                    <a:pt x="1097" y="28"/>
                    <a:pt x="85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8136611" y="3984445"/>
              <a:ext cx="127278" cy="188378"/>
            </a:xfrm>
            <a:custGeom>
              <a:rect b="b" l="l" r="r" t="t"/>
              <a:pathLst>
                <a:path extrusionOk="0" h="1039" w="702">
                  <a:moveTo>
                    <a:pt x="702" y="0"/>
                  </a:moveTo>
                  <a:lnTo>
                    <a:pt x="702" y="0"/>
                  </a:lnTo>
                  <a:cubicBezTo>
                    <a:pt x="675" y="41"/>
                    <a:pt x="338" y="816"/>
                    <a:pt x="98" y="900"/>
                  </a:cubicBezTo>
                  <a:cubicBezTo>
                    <a:pt x="98" y="900"/>
                    <a:pt x="54" y="968"/>
                    <a:pt x="0" y="1039"/>
                  </a:cubicBezTo>
                  <a:cubicBezTo>
                    <a:pt x="54" y="1025"/>
                    <a:pt x="156" y="998"/>
                    <a:pt x="240" y="900"/>
                  </a:cubicBezTo>
                  <a:cubicBezTo>
                    <a:pt x="392" y="732"/>
                    <a:pt x="590" y="280"/>
                    <a:pt x="70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8162175" y="4058418"/>
              <a:ext cx="147584" cy="208504"/>
            </a:xfrm>
            <a:custGeom>
              <a:rect b="b" l="l" r="r" t="t"/>
              <a:pathLst>
                <a:path extrusionOk="0" h="1150" w="814">
                  <a:moveTo>
                    <a:pt x="814" y="0"/>
                  </a:moveTo>
                  <a:cubicBezTo>
                    <a:pt x="813" y="0"/>
                    <a:pt x="308" y="728"/>
                    <a:pt x="166" y="897"/>
                  </a:cubicBezTo>
                  <a:cubicBezTo>
                    <a:pt x="116" y="950"/>
                    <a:pt x="75" y="992"/>
                    <a:pt x="26" y="1030"/>
                  </a:cubicBezTo>
                  <a:lnTo>
                    <a:pt x="26" y="1030"/>
                  </a:lnTo>
                  <a:cubicBezTo>
                    <a:pt x="27" y="1027"/>
                    <a:pt x="28" y="1025"/>
                    <a:pt x="28" y="1025"/>
                  </a:cubicBezTo>
                  <a:lnTo>
                    <a:pt x="28" y="1025"/>
                  </a:lnTo>
                  <a:lnTo>
                    <a:pt x="15" y="1038"/>
                  </a:lnTo>
                  <a:cubicBezTo>
                    <a:pt x="18" y="1036"/>
                    <a:pt x="22" y="1033"/>
                    <a:pt x="26" y="1030"/>
                  </a:cubicBezTo>
                  <a:lnTo>
                    <a:pt x="26" y="1030"/>
                  </a:lnTo>
                  <a:cubicBezTo>
                    <a:pt x="19" y="1045"/>
                    <a:pt x="1" y="1094"/>
                    <a:pt x="15" y="1150"/>
                  </a:cubicBezTo>
                  <a:cubicBezTo>
                    <a:pt x="99" y="1082"/>
                    <a:pt x="197" y="954"/>
                    <a:pt x="321" y="799"/>
                  </a:cubicBezTo>
                  <a:cubicBezTo>
                    <a:pt x="561" y="475"/>
                    <a:pt x="813" y="0"/>
                    <a:pt x="81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8243582" y="4124414"/>
              <a:ext cx="120026" cy="155381"/>
            </a:xfrm>
            <a:custGeom>
              <a:rect b="b" l="l" r="r" t="t"/>
              <a:pathLst>
                <a:path extrusionOk="0" h="857" w="662">
                  <a:moveTo>
                    <a:pt x="661" y="0"/>
                  </a:moveTo>
                  <a:cubicBezTo>
                    <a:pt x="661" y="0"/>
                    <a:pt x="240" y="550"/>
                    <a:pt x="14" y="759"/>
                  </a:cubicBezTo>
                  <a:cubicBezTo>
                    <a:pt x="0" y="786"/>
                    <a:pt x="0" y="830"/>
                    <a:pt x="14" y="857"/>
                  </a:cubicBezTo>
                  <a:cubicBezTo>
                    <a:pt x="156" y="718"/>
                    <a:pt x="493" y="337"/>
                    <a:pt x="66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7308579" y="3717379"/>
              <a:ext cx="127640" cy="91198"/>
            </a:xfrm>
            <a:custGeom>
              <a:rect b="b" l="l" r="r" t="t"/>
              <a:pathLst>
                <a:path extrusionOk="0" h="503" w="704">
                  <a:moveTo>
                    <a:pt x="247" y="1"/>
                  </a:moveTo>
                  <a:cubicBezTo>
                    <a:pt x="94" y="1"/>
                    <a:pt x="1" y="120"/>
                    <a:pt x="57" y="320"/>
                  </a:cubicBezTo>
                  <a:lnTo>
                    <a:pt x="367" y="502"/>
                  </a:lnTo>
                  <a:lnTo>
                    <a:pt x="704" y="320"/>
                  </a:lnTo>
                  <a:cubicBezTo>
                    <a:pt x="704" y="320"/>
                    <a:pt x="593" y="111"/>
                    <a:pt x="380" y="27"/>
                  </a:cubicBezTo>
                  <a:cubicBezTo>
                    <a:pt x="333" y="9"/>
                    <a:pt x="288" y="1"/>
                    <a:pt x="247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7308579" y="3717379"/>
              <a:ext cx="127640" cy="91198"/>
            </a:xfrm>
            <a:custGeom>
              <a:rect b="b" l="l" r="r" t="t"/>
              <a:pathLst>
                <a:path extrusionOk="0" h="503" w="704">
                  <a:moveTo>
                    <a:pt x="247" y="1"/>
                  </a:moveTo>
                  <a:cubicBezTo>
                    <a:pt x="94" y="1"/>
                    <a:pt x="1" y="120"/>
                    <a:pt x="57" y="320"/>
                  </a:cubicBezTo>
                  <a:lnTo>
                    <a:pt x="367" y="502"/>
                  </a:lnTo>
                  <a:lnTo>
                    <a:pt x="704" y="320"/>
                  </a:lnTo>
                  <a:cubicBezTo>
                    <a:pt x="704" y="320"/>
                    <a:pt x="593" y="111"/>
                    <a:pt x="380" y="27"/>
                  </a:cubicBezTo>
                  <a:cubicBezTo>
                    <a:pt x="333" y="9"/>
                    <a:pt x="288" y="1"/>
                    <a:pt x="24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7270505" y="3737504"/>
              <a:ext cx="692595" cy="410480"/>
            </a:xfrm>
            <a:custGeom>
              <a:rect b="b" l="l" r="r" t="t"/>
              <a:pathLst>
                <a:path extrusionOk="0" h="2264" w="3820">
                  <a:moveTo>
                    <a:pt x="0" y="0"/>
                  </a:moveTo>
                  <a:cubicBezTo>
                    <a:pt x="0" y="0"/>
                    <a:pt x="71" y="462"/>
                    <a:pt x="57" y="1655"/>
                  </a:cubicBezTo>
                  <a:cubicBezTo>
                    <a:pt x="57" y="1655"/>
                    <a:pt x="156" y="1643"/>
                    <a:pt x="372" y="1643"/>
                  </a:cubicBezTo>
                  <a:cubicBezTo>
                    <a:pt x="480" y="1643"/>
                    <a:pt x="617" y="1646"/>
                    <a:pt x="786" y="1655"/>
                  </a:cubicBezTo>
                  <a:cubicBezTo>
                    <a:pt x="786" y="1655"/>
                    <a:pt x="1168" y="1779"/>
                    <a:pt x="1600" y="1779"/>
                  </a:cubicBezTo>
                  <a:cubicBezTo>
                    <a:pt x="1698" y="1779"/>
                    <a:pt x="1799" y="1772"/>
                    <a:pt x="1898" y="1757"/>
                  </a:cubicBezTo>
                  <a:cubicBezTo>
                    <a:pt x="1898" y="1757"/>
                    <a:pt x="2333" y="1784"/>
                    <a:pt x="2627" y="2050"/>
                  </a:cubicBezTo>
                  <a:cubicBezTo>
                    <a:pt x="2796" y="2209"/>
                    <a:pt x="2883" y="2264"/>
                    <a:pt x="2938" y="2264"/>
                  </a:cubicBezTo>
                  <a:cubicBezTo>
                    <a:pt x="2975" y="2264"/>
                    <a:pt x="2998" y="2239"/>
                    <a:pt x="3021" y="2205"/>
                  </a:cubicBezTo>
                  <a:cubicBezTo>
                    <a:pt x="3092" y="2121"/>
                    <a:pt x="2977" y="1855"/>
                    <a:pt x="2796" y="1686"/>
                  </a:cubicBezTo>
                  <a:lnTo>
                    <a:pt x="2796" y="1686"/>
                  </a:lnTo>
                  <a:cubicBezTo>
                    <a:pt x="2813" y="1701"/>
                    <a:pt x="2966" y="1771"/>
                    <a:pt x="3119" y="1854"/>
                  </a:cubicBezTo>
                  <a:cubicBezTo>
                    <a:pt x="3217" y="1895"/>
                    <a:pt x="3314" y="1952"/>
                    <a:pt x="3399" y="1993"/>
                  </a:cubicBezTo>
                  <a:cubicBezTo>
                    <a:pt x="3420" y="2003"/>
                    <a:pt x="3442" y="2008"/>
                    <a:pt x="3463" y="2008"/>
                  </a:cubicBezTo>
                  <a:cubicBezTo>
                    <a:pt x="3614" y="2008"/>
                    <a:pt x="3751" y="1776"/>
                    <a:pt x="3554" y="1628"/>
                  </a:cubicBezTo>
                  <a:cubicBezTo>
                    <a:pt x="3554" y="1628"/>
                    <a:pt x="3624" y="1628"/>
                    <a:pt x="3682" y="1601"/>
                  </a:cubicBezTo>
                  <a:cubicBezTo>
                    <a:pt x="3753" y="1588"/>
                    <a:pt x="3820" y="1517"/>
                    <a:pt x="3806" y="1389"/>
                  </a:cubicBezTo>
                  <a:cubicBezTo>
                    <a:pt x="3780" y="1123"/>
                    <a:pt x="3415" y="954"/>
                    <a:pt x="3385" y="954"/>
                  </a:cubicBezTo>
                  <a:cubicBezTo>
                    <a:pt x="3385" y="954"/>
                    <a:pt x="3415" y="914"/>
                    <a:pt x="3429" y="870"/>
                  </a:cubicBezTo>
                  <a:cubicBezTo>
                    <a:pt x="3456" y="799"/>
                    <a:pt x="3456" y="688"/>
                    <a:pt x="3331" y="590"/>
                  </a:cubicBezTo>
                  <a:cubicBezTo>
                    <a:pt x="3119" y="408"/>
                    <a:pt x="2657" y="253"/>
                    <a:pt x="2303" y="196"/>
                  </a:cubicBezTo>
                  <a:cubicBezTo>
                    <a:pt x="1952" y="138"/>
                    <a:pt x="1730" y="54"/>
                    <a:pt x="1517" y="54"/>
                  </a:cubicBezTo>
                  <a:cubicBezTo>
                    <a:pt x="1291" y="54"/>
                    <a:pt x="563" y="209"/>
                    <a:pt x="395" y="2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7270505" y="3737504"/>
              <a:ext cx="168253" cy="300245"/>
            </a:xfrm>
            <a:custGeom>
              <a:rect b="b" l="l" r="r" t="t"/>
              <a:pathLst>
                <a:path extrusionOk="0" h="1656" w="928">
                  <a:moveTo>
                    <a:pt x="0" y="0"/>
                  </a:moveTo>
                  <a:cubicBezTo>
                    <a:pt x="0" y="0"/>
                    <a:pt x="71" y="462"/>
                    <a:pt x="57" y="1655"/>
                  </a:cubicBezTo>
                  <a:cubicBezTo>
                    <a:pt x="57" y="1655"/>
                    <a:pt x="156" y="1643"/>
                    <a:pt x="372" y="1643"/>
                  </a:cubicBezTo>
                  <a:cubicBezTo>
                    <a:pt x="480" y="1643"/>
                    <a:pt x="617" y="1646"/>
                    <a:pt x="786" y="1655"/>
                  </a:cubicBezTo>
                  <a:cubicBezTo>
                    <a:pt x="927" y="631"/>
                    <a:pt x="395" y="223"/>
                    <a:pt x="395" y="2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7670288" y="3973929"/>
              <a:ext cx="165715" cy="99900"/>
            </a:xfrm>
            <a:custGeom>
              <a:rect b="b" l="l" r="r" t="t"/>
              <a:pathLst>
                <a:path extrusionOk="0" h="551" w="914">
                  <a:moveTo>
                    <a:pt x="0" y="1"/>
                  </a:moveTo>
                  <a:lnTo>
                    <a:pt x="590" y="382"/>
                  </a:lnTo>
                  <a:cubicBezTo>
                    <a:pt x="604" y="395"/>
                    <a:pt x="759" y="466"/>
                    <a:pt x="914" y="550"/>
                  </a:cubicBezTo>
                  <a:cubicBezTo>
                    <a:pt x="816" y="453"/>
                    <a:pt x="718" y="368"/>
                    <a:pt x="661" y="324"/>
                  </a:cubicBezTo>
                  <a:cubicBezTo>
                    <a:pt x="452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7703286" y="3910471"/>
              <a:ext cx="234793" cy="122383"/>
            </a:xfrm>
            <a:custGeom>
              <a:rect b="b" l="l" r="r" t="t"/>
              <a:pathLst>
                <a:path extrusionOk="0" h="675" w="1295">
                  <a:moveTo>
                    <a:pt x="0" y="0"/>
                  </a:moveTo>
                  <a:cubicBezTo>
                    <a:pt x="661" y="267"/>
                    <a:pt x="1167" y="674"/>
                    <a:pt x="1167" y="674"/>
                  </a:cubicBezTo>
                  <a:cubicBezTo>
                    <a:pt x="1167" y="674"/>
                    <a:pt x="1237" y="674"/>
                    <a:pt x="1295" y="647"/>
                  </a:cubicBezTo>
                  <a:cubicBezTo>
                    <a:pt x="674" y="213"/>
                    <a:pt x="44" y="14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7660497" y="3821087"/>
              <a:ext cx="231711" cy="89566"/>
            </a:xfrm>
            <a:custGeom>
              <a:rect b="b" l="l" r="r" t="t"/>
              <a:pathLst>
                <a:path extrusionOk="0" h="494" w="1278">
                  <a:moveTo>
                    <a:pt x="0" y="1"/>
                  </a:moveTo>
                  <a:lnTo>
                    <a:pt x="0" y="1"/>
                  </a:lnTo>
                  <a:cubicBezTo>
                    <a:pt x="293" y="85"/>
                    <a:pt x="1234" y="493"/>
                    <a:pt x="1234" y="493"/>
                  </a:cubicBezTo>
                  <a:cubicBezTo>
                    <a:pt x="1234" y="493"/>
                    <a:pt x="1264" y="453"/>
                    <a:pt x="1278" y="409"/>
                  </a:cubicBezTo>
                  <a:cubicBezTo>
                    <a:pt x="1180" y="368"/>
                    <a:pt x="1052" y="325"/>
                    <a:pt x="897" y="267"/>
                  </a:cubicBezTo>
                  <a:cubicBezTo>
                    <a:pt x="506" y="129"/>
                    <a:pt x="54" y="14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7843799" y="4388942"/>
              <a:ext cx="132173" cy="754602"/>
            </a:xfrm>
            <a:custGeom>
              <a:rect b="b" l="l" r="r" t="t"/>
              <a:pathLst>
                <a:path extrusionOk="0" h="4162" w="729">
                  <a:moveTo>
                    <a:pt x="462" y="1"/>
                  </a:moveTo>
                  <a:cubicBezTo>
                    <a:pt x="462" y="1"/>
                    <a:pt x="321" y="2391"/>
                    <a:pt x="1" y="4161"/>
                  </a:cubicBezTo>
                  <a:lnTo>
                    <a:pt x="506" y="4161"/>
                  </a:lnTo>
                  <a:cubicBezTo>
                    <a:pt x="631" y="2782"/>
                    <a:pt x="729" y="874"/>
                    <a:pt x="46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44"/>
          <p:cNvGrpSpPr/>
          <p:nvPr/>
        </p:nvGrpSpPr>
        <p:grpSpPr>
          <a:xfrm rot="1746574">
            <a:off x="1421640" y="406783"/>
            <a:ext cx="757600" cy="869271"/>
            <a:chOff x="2963725" y="1527825"/>
            <a:chExt cx="263425" cy="289575"/>
          </a:xfrm>
        </p:grpSpPr>
        <p:sp>
          <p:nvSpPr>
            <p:cNvPr id="387" name="Google Shape;387;p44"/>
            <p:cNvSpPr/>
            <p:nvPr/>
          </p:nvSpPr>
          <p:spPr>
            <a:xfrm>
              <a:off x="2963725" y="1527825"/>
              <a:ext cx="263425" cy="289575"/>
            </a:xfrm>
            <a:custGeom>
              <a:rect b="b" l="l" r="r" t="t"/>
              <a:pathLst>
                <a:path extrusionOk="0" h="11583" w="10537">
                  <a:moveTo>
                    <a:pt x="8194" y="1"/>
                  </a:moveTo>
                  <a:cubicBezTo>
                    <a:pt x="6781" y="1"/>
                    <a:pt x="3570" y="1121"/>
                    <a:pt x="1939" y="3752"/>
                  </a:cubicBezTo>
                  <a:cubicBezTo>
                    <a:pt x="0" y="6884"/>
                    <a:pt x="968" y="11085"/>
                    <a:pt x="1740" y="11489"/>
                  </a:cubicBezTo>
                  <a:cubicBezTo>
                    <a:pt x="1856" y="11550"/>
                    <a:pt x="2046" y="11582"/>
                    <a:pt x="2293" y="11582"/>
                  </a:cubicBezTo>
                  <a:cubicBezTo>
                    <a:pt x="3699" y="11582"/>
                    <a:pt x="6934" y="10543"/>
                    <a:pt x="8598" y="7865"/>
                  </a:cubicBezTo>
                  <a:cubicBezTo>
                    <a:pt x="10536" y="4733"/>
                    <a:pt x="9481" y="633"/>
                    <a:pt x="8793" y="128"/>
                  </a:cubicBezTo>
                  <a:cubicBezTo>
                    <a:pt x="8680" y="44"/>
                    <a:pt x="8472" y="1"/>
                    <a:pt x="8194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2963725" y="1527825"/>
              <a:ext cx="233150" cy="289525"/>
            </a:xfrm>
            <a:custGeom>
              <a:rect b="b" l="l" r="r" t="t"/>
              <a:pathLst>
                <a:path extrusionOk="0" h="11581" w="9326">
                  <a:moveTo>
                    <a:pt x="8194" y="1"/>
                  </a:moveTo>
                  <a:cubicBezTo>
                    <a:pt x="6781" y="1"/>
                    <a:pt x="3570" y="1121"/>
                    <a:pt x="1939" y="3752"/>
                  </a:cubicBezTo>
                  <a:cubicBezTo>
                    <a:pt x="0" y="6884"/>
                    <a:pt x="968" y="11085"/>
                    <a:pt x="1740" y="11489"/>
                  </a:cubicBezTo>
                  <a:cubicBezTo>
                    <a:pt x="1857" y="11548"/>
                    <a:pt x="2047" y="11580"/>
                    <a:pt x="2293" y="11580"/>
                  </a:cubicBezTo>
                  <a:cubicBezTo>
                    <a:pt x="2403" y="11580"/>
                    <a:pt x="2524" y="11574"/>
                    <a:pt x="2654" y="11560"/>
                  </a:cubicBezTo>
                  <a:cubicBezTo>
                    <a:pt x="2162" y="10043"/>
                    <a:pt x="2006" y="7150"/>
                    <a:pt x="3439" y="4831"/>
                  </a:cubicBezTo>
                  <a:cubicBezTo>
                    <a:pt x="4943" y="2417"/>
                    <a:pt x="7782" y="1277"/>
                    <a:pt x="9326" y="1095"/>
                  </a:cubicBezTo>
                  <a:cubicBezTo>
                    <a:pt x="9157" y="603"/>
                    <a:pt x="8962" y="252"/>
                    <a:pt x="8793" y="128"/>
                  </a:cubicBezTo>
                  <a:cubicBezTo>
                    <a:pt x="8680" y="44"/>
                    <a:pt x="8472" y="1"/>
                    <a:pt x="819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3077075" y="1542900"/>
              <a:ext cx="129675" cy="93475"/>
            </a:xfrm>
            <a:custGeom>
              <a:rect b="b" l="l" r="r" t="t"/>
              <a:pathLst>
                <a:path extrusionOk="0" h="3739" w="5187">
                  <a:moveTo>
                    <a:pt x="1238" y="0"/>
                  </a:moveTo>
                  <a:cubicBezTo>
                    <a:pt x="830" y="169"/>
                    <a:pt x="409" y="381"/>
                    <a:pt x="1" y="634"/>
                  </a:cubicBezTo>
                  <a:cubicBezTo>
                    <a:pt x="1771" y="1574"/>
                    <a:pt x="3487" y="2613"/>
                    <a:pt x="5142" y="3739"/>
                  </a:cubicBezTo>
                  <a:cubicBezTo>
                    <a:pt x="5186" y="3274"/>
                    <a:pt x="5173" y="2825"/>
                    <a:pt x="5142" y="2390"/>
                  </a:cubicBezTo>
                  <a:cubicBezTo>
                    <a:pt x="4455" y="1885"/>
                    <a:pt x="3710" y="1419"/>
                    <a:pt x="2981" y="984"/>
                  </a:cubicBezTo>
                  <a:cubicBezTo>
                    <a:pt x="2405" y="634"/>
                    <a:pt x="1828" y="310"/>
                    <a:pt x="1238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2983350" y="1720225"/>
              <a:ext cx="116950" cy="88175"/>
            </a:xfrm>
            <a:custGeom>
              <a:rect b="b" l="l" r="r" t="t"/>
              <a:pathLst>
                <a:path extrusionOk="0" h="3527" w="4678">
                  <a:moveTo>
                    <a:pt x="28" y="0"/>
                  </a:moveTo>
                  <a:lnTo>
                    <a:pt x="28" y="0"/>
                  </a:lnTo>
                  <a:cubicBezTo>
                    <a:pt x="1" y="523"/>
                    <a:pt x="28" y="998"/>
                    <a:pt x="85" y="1450"/>
                  </a:cubicBezTo>
                  <a:cubicBezTo>
                    <a:pt x="534" y="1770"/>
                    <a:pt x="999" y="2081"/>
                    <a:pt x="1461" y="2377"/>
                  </a:cubicBezTo>
                  <a:cubicBezTo>
                    <a:pt x="2081" y="2782"/>
                    <a:pt x="2725" y="3163"/>
                    <a:pt x="3372" y="3527"/>
                  </a:cubicBezTo>
                  <a:cubicBezTo>
                    <a:pt x="3794" y="3389"/>
                    <a:pt x="4229" y="3203"/>
                    <a:pt x="4677" y="2967"/>
                  </a:cubicBezTo>
                  <a:cubicBezTo>
                    <a:pt x="3076" y="2067"/>
                    <a:pt x="1518" y="1069"/>
                    <a:pt x="28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3038475" y="1610750"/>
              <a:ext cx="95950" cy="135875"/>
            </a:xfrm>
            <a:custGeom>
              <a:rect b="b" l="l" r="r" t="t"/>
              <a:pathLst>
                <a:path extrusionOk="0" h="5435" w="3838">
                  <a:moveTo>
                    <a:pt x="3457" y="0"/>
                  </a:moveTo>
                  <a:cubicBezTo>
                    <a:pt x="3362" y="0"/>
                    <a:pt x="3270" y="49"/>
                    <a:pt x="3217" y="138"/>
                  </a:cubicBezTo>
                  <a:lnTo>
                    <a:pt x="2924" y="587"/>
                  </a:lnTo>
                  <a:lnTo>
                    <a:pt x="2543" y="351"/>
                  </a:lnTo>
                  <a:cubicBezTo>
                    <a:pt x="2520" y="336"/>
                    <a:pt x="2493" y="329"/>
                    <a:pt x="2467" y="329"/>
                  </a:cubicBezTo>
                  <a:cubicBezTo>
                    <a:pt x="2414" y="329"/>
                    <a:pt x="2361" y="357"/>
                    <a:pt x="2334" y="405"/>
                  </a:cubicBezTo>
                  <a:cubicBezTo>
                    <a:pt x="2277" y="475"/>
                    <a:pt x="2304" y="573"/>
                    <a:pt x="2374" y="617"/>
                  </a:cubicBezTo>
                  <a:lnTo>
                    <a:pt x="2755" y="856"/>
                  </a:lnTo>
                  <a:lnTo>
                    <a:pt x="2347" y="1500"/>
                  </a:lnTo>
                  <a:lnTo>
                    <a:pt x="1983" y="1278"/>
                  </a:lnTo>
                  <a:cubicBezTo>
                    <a:pt x="1952" y="1256"/>
                    <a:pt x="1918" y="1247"/>
                    <a:pt x="1886" y="1247"/>
                  </a:cubicBezTo>
                  <a:cubicBezTo>
                    <a:pt x="1832" y="1247"/>
                    <a:pt x="1783" y="1274"/>
                    <a:pt x="1757" y="1318"/>
                  </a:cubicBezTo>
                  <a:cubicBezTo>
                    <a:pt x="1714" y="1403"/>
                    <a:pt x="1730" y="1500"/>
                    <a:pt x="1815" y="1544"/>
                  </a:cubicBezTo>
                  <a:lnTo>
                    <a:pt x="2165" y="1767"/>
                  </a:lnTo>
                  <a:lnTo>
                    <a:pt x="1757" y="2414"/>
                  </a:lnTo>
                  <a:lnTo>
                    <a:pt x="1407" y="2188"/>
                  </a:lnTo>
                  <a:cubicBezTo>
                    <a:pt x="1384" y="2175"/>
                    <a:pt x="1359" y="2169"/>
                    <a:pt x="1333" y="2169"/>
                  </a:cubicBezTo>
                  <a:cubicBezTo>
                    <a:pt x="1278" y="2169"/>
                    <a:pt x="1220" y="2197"/>
                    <a:pt x="1181" y="2245"/>
                  </a:cubicBezTo>
                  <a:cubicBezTo>
                    <a:pt x="1140" y="2316"/>
                    <a:pt x="1167" y="2414"/>
                    <a:pt x="1238" y="2471"/>
                  </a:cubicBezTo>
                  <a:lnTo>
                    <a:pt x="1589" y="2680"/>
                  </a:lnTo>
                  <a:lnTo>
                    <a:pt x="1167" y="3328"/>
                  </a:lnTo>
                  <a:lnTo>
                    <a:pt x="830" y="3115"/>
                  </a:lnTo>
                  <a:cubicBezTo>
                    <a:pt x="804" y="3096"/>
                    <a:pt x="775" y="3087"/>
                    <a:pt x="746" y="3087"/>
                  </a:cubicBezTo>
                  <a:cubicBezTo>
                    <a:pt x="695" y="3087"/>
                    <a:pt x="646" y="3114"/>
                    <a:pt x="618" y="3159"/>
                  </a:cubicBezTo>
                  <a:cubicBezTo>
                    <a:pt x="564" y="3243"/>
                    <a:pt x="591" y="3341"/>
                    <a:pt x="662" y="3385"/>
                  </a:cubicBezTo>
                  <a:lnTo>
                    <a:pt x="999" y="3594"/>
                  </a:lnTo>
                  <a:lnTo>
                    <a:pt x="577" y="4228"/>
                  </a:lnTo>
                  <a:lnTo>
                    <a:pt x="267" y="4029"/>
                  </a:lnTo>
                  <a:cubicBezTo>
                    <a:pt x="240" y="4016"/>
                    <a:pt x="212" y="4010"/>
                    <a:pt x="185" y="4010"/>
                  </a:cubicBezTo>
                  <a:cubicBezTo>
                    <a:pt x="127" y="4010"/>
                    <a:pt x="72" y="4038"/>
                    <a:pt x="45" y="4086"/>
                  </a:cubicBezTo>
                  <a:cubicBezTo>
                    <a:pt x="1" y="4157"/>
                    <a:pt x="14" y="4255"/>
                    <a:pt x="99" y="4312"/>
                  </a:cubicBezTo>
                  <a:lnTo>
                    <a:pt x="409" y="4508"/>
                  </a:lnTo>
                  <a:lnTo>
                    <a:pt x="99" y="4969"/>
                  </a:lnTo>
                  <a:cubicBezTo>
                    <a:pt x="14" y="5111"/>
                    <a:pt x="58" y="5293"/>
                    <a:pt x="196" y="5391"/>
                  </a:cubicBezTo>
                  <a:cubicBezTo>
                    <a:pt x="246" y="5420"/>
                    <a:pt x="300" y="5435"/>
                    <a:pt x="354" y="5435"/>
                  </a:cubicBezTo>
                  <a:cubicBezTo>
                    <a:pt x="453" y="5435"/>
                    <a:pt x="550" y="5385"/>
                    <a:pt x="604" y="5293"/>
                  </a:cubicBezTo>
                  <a:lnTo>
                    <a:pt x="915" y="4818"/>
                  </a:lnTo>
                  <a:lnTo>
                    <a:pt x="1279" y="5040"/>
                  </a:lnTo>
                  <a:cubicBezTo>
                    <a:pt x="1311" y="5057"/>
                    <a:pt x="1345" y="5065"/>
                    <a:pt x="1377" y="5065"/>
                  </a:cubicBezTo>
                  <a:cubicBezTo>
                    <a:pt x="1430" y="5065"/>
                    <a:pt x="1477" y="5044"/>
                    <a:pt x="1505" y="5000"/>
                  </a:cubicBezTo>
                  <a:cubicBezTo>
                    <a:pt x="1545" y="4915"/>
                    <a:pt x="1531" y="4818"/>
                    <a:pt x="1447" y="4774"/>
                  </a:cubicBezTo>
                  <a:lnTo>
                    <a:pt x="1097" y="4548"/>
                  </a:lnTo>
                  <a:lnTo>
                    <a:pt x="1505" y="3904"/>
                  </a:lnTo>
                  <a:lnTo>
                    <a:pt x="1855" y="4127"/>
                  </a:lnTo>
                  <a:cubicBezTo>
                    <a:pt x="1879" y="4141"/>
                    <a:pt x="1905" y="4148"/>
                    <a:pt x="1932" y="4148"/>
                  </a:cubicBezTo>
                  <a:cubicBezTo>
                    <a:pt x="1986" y="4148"/>
                    <a:pt x="2043" y="4120"/>
                    <a:pt x="2081" y="4073"/>
                  </a:cubicBezTo>
                  <a:cubicBezTo>
                    <a:pt x="2121" y="4002"/>
                    <a:pt x="2095" y="3904"/>
                    <a:pt x="2024" y="3847"/>
                  </a:cubicBezTo>
                  <a:lnTo>
                    <a:pt x="1673" y="3638"/>
                  </a:lnTo>
                  <a:lnTo>
                    <a:pt x="2095" y="2990"/>
                  </a:lnTo>
                  <a:lnTo>
                    <a:pt x="2432" y="3199"/>
                  </a:lnTo>
                  <a:cubicBezTo>
                    <a:pt x="2458" y="3216"/>
                    <a:pt x="2487" y="3224"/>
                    <a:pt x="2516" y="3224"/>
                  </a:cubicBezTo>
                  <a:cubicBezTo>
                    <a:pt x="2566" y="3224"/>
                    <a:pt x="2615" y="3199"/>
                    <a:pt x="2641" y="3146"/>
                  </a:cubicBezTo>
                  <a:cubicBezTo>
                    <a:pt x="2698" y="3075"/>
                    <a:pt x="2671" y="2977"/>
                    <a:pt x="2600" y="2933"/>
                  </a:cubicBezTo>
                  <a:lnTo>
                    <a:pt x="2263" y="2724"/>
                  </a:lnTo>
                  <a:lnTo>
                    <a:pt x="2685" y="2077"/>
                  </a:lnTo>
                  <a:lnTo>
                    <a:pt x="2995" y="2289"/>
                  </a:lnTo>
                  <a:cubicBezTo>
                    <a:pt x="3021" y="2302"/>
                    <a:pt x="3050" y="2308"/>
                    <a:pt x="3077" y="2308"/>
                  </a:cubicBezTo>
                  <a:cubicBezTo>
                    <a:pt x="3135" y="2308"/>
                    <a:pt x="3190" y="2280"/>
                    <a:pt x="3217" y="2232"/>
                  </a:cubicBezTo>
                  <a:cubicBezTo>
                    <a:pt x="3261" y="2161"/>
                    <a:pt x="3248" y="2063"/>
                    <a:pt x="3163" y="2006"/>
                  </a:cubicBezTo>
                  <a:lnTo>
                    <a:pt x="2853" y="1810"/>
                  </a:lnTo>
                  <a:lnTo>
                    <a:pt x="3261" y="1177"/>
                  </a:lnTo>
                  <a:lnTo>
                    <a:pt x="3568" y="1362"/>
                  </a:lnTo>
                  <a:cubicBezTo>
                    <a:pt x="3593" y="1376"/>
                    <a:pt x="3622" y="1384"/>
                    <a:pt x="3650" y="1384"/>
                  </a:cubicBezTo>
                  <a:cubicBezTo>
                    <a:pt x="3703" y="1384"/>
                    <a:pt x="3757" y="1359"/>
                    <a:pt x="3794" y="1305"/>
                  </a:cubicBezTo>
                  <a:cubicBezTo>
                    <a:pt x="3838" y="1234"/>
                    <a:pt x="3807" y="1136"/>
                    <a:pt x="3736" y="1092"/>
                  </a:cubicBezTo>
                  <a:lnTo>
                    <a:pt x="3443" y="910"/>
                  </a:lnTo>
                  <a:lnTo>
                    <a:pt x="3723" y="462"/>
                  </a:lnTo>
                  <a:cubicBezTo>
                    <a:pt x="3807" y="320"/>
                    <a:pt x="3767" y="138"/>
                    <a:pt x="3625" y="54"/>
                  </a:cubicBezTo>
                  <a:cubicBezTo>
                    <a:pt x="3572" y="18"/>
                    <a:pt x="3514" y="0"/>
                    <a:pt x="3457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44"/>
          <p:cNvGrpSpPr/>
          <p:nvPr/>
        </p:nvGrpSpPr>
        <p:grpSpPr>
          <a:xfrm>
            <a:off x="337071" y="1932683"/>
            <a:ext cx="1925776" cy="3216757"/>
            <a:chOff x="337071" y="1932683"/>
            <a:chExt cx="1925776" cy="3216757"/>
          </a:xfrm>
        </p:grpSpPr>
        <p:sp>
          <p:nvSpPr>
            <p:cNvPr id="393" name="Google Shape;393;p44"/>
            <p:cNvSpPr/>
            <p:nvPr/>
          </p:nvSpPr>
          <p:spPr>
            <a:xfrm>
              <a:off x="337071" y="3483595"/>
              <a:ext cx="330832" cy="791932"/>
            </a:xfrm>
            <a:custGeom>
              <a:rect b="b" l="l" r="r" t="t"/>
              <a:pathLst>
                <a:path extrusionOk="0" h="5216" w="2179">
                  <a:moveTo>
                    <a:pt x="927" y="1"/>
                  </a:moveTo>
                  <a:cubicBezTo>
                    <a:pt x="927" y="1"/>
                    <a:pt x="577" y="99"/>
                    <a:pt x="395" y="338"/>
                  </a:cubicBezTo>
                  <a:cubicBezTo>
                    <a:pt x="364" y="382"/>
                    <a:pt x="351" y="409"/>
                    <a:pt x="324" y="453"/>
                  </a:cubicBezTo>
                  <a:cubicBezTo>
                    <a:pt x="196" y="675"/>
                    <a:pt x="142" y="941"/>
                    <a:pt x="142" y="941"/>
                  </a:cubicBezTo>
                  <a:lnTo>
                    <a:pt x="71" y="1309"/>
                  </a:lnTo>
                  <a:cubicBezTo>
                    <a:pt x="0" y="1673"/>
                    <a:pt x="142" y="2711"/>
                    <a:pt x="337" y="3092"/>
                  </a:cubicBezTo>
                  <a:cubicBezTo>
                    <a:pt x="479" y="3359"/>
                    <a:pt x="563" y="3709"/>
                    <a:pt x="688" y="4131"/>
                  </a:cubicBezTo>
                  <a:cubicBezTo>
                    <a:pt x="732" y="4299"/>
                    <a:pt x="799" y="4498"/>
                    <a:pt x="870" y="4694"/>
                  </a:cubicBezTo>
                  <a:cubicBezTo>
                    <a:pt x="1042" y="5144"/>
                    <a:pt x="1247" y="5215"/>
                    <a:pt x="1360" y="5215"/>
                  </a:cubicBezTo>
                  <a:cubicBezTo>
                    <a:pt x="1414" y="5215"/>
                    <a:pt x="1447" y="5200"/>
                    <a:pt x="1447" y="5200"/>
                  </a:cubicBezTo>
                  <a:cubicBezTo>
                    <a:pt x="1447" y="5200"/>
                    <a:pt x="2178" y="4539"/>
                    <a:pt x="2064" y="4161"/>
                  </a:cubicBezTo>
                  <a:cubicBezTo>
                    <a:pt x="2023" y="4006"/>
                    <a:pt x="1966" y="3864"/>
                    <a:pt x="1939" y="3723"/>
                  </a:cubicBezTo>
                  <a:cubicBezTo>
                    <a:pt x="1881" y="3527"/>
                    <a:pt x="1841" y="3332"/>
                    <a:pt x="1841" y="3092"/>
                  </a:cubicBezTo>
                  <a:cubicBezTo>
                    <a:pt x="1841" y="2698"/>
                    <a:pt x="1996" y="2432"/>
                    <a:pt x="1939" y="1953"/>
                  </a:cubicBezTo>
                  <a:cubicBezTo>
                    <a:pt x="1925" y="1815"/>
                    <a:pt x="1912" y="1700"/>
                    <a:pt x="1895" y="1602"/>
                  </a:cubicBezTo>
                  <a:cubicBezTo>
                    <a:pt x="1881" y="1336"/>
                    <a:pt x="1895" y="1194"/>
                    <a:pt x="1895" y="1194"/>
                  </a:cubicBezTo>
                  <a:lnTo>
                    <a:pt x="1757" y="662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441376" y="4048695"/>
              <a:ext cx="226526" cy="226829"/>
            </a:xfrm>
            <a:custGeom>
              <a:rect b="b" l="l" r="r" t="t"/>
              <a:pathLst>
                <a:path extrusionOk="0" h="1494" w="1492">
                  <a:moveTo>
                    <a:pt x="1201" y="0"/>
                  </a:moveTo>
                  <a:cubicBezTo>
                    <a:pt x="596" y="0"/>
                    <a:pt x="208" y="232"/>
                    <a:pt x="1" y="409"/>
                  </a:cubicBezTo>
                  <a:cubicBezTo>
                    <a:pt x="45" y="577"/>
                    <a:pt x="112" y="776"/>
                    <a:pt x="183" y="972"/>
                  </a:cubicBezTo>
                  <a:cubicBezTo>
                    <a:pt x="355" y="1422"/>
                    <a:pt x="560" y="1493"/>
                    <a:pt x="673" y="1493"/>
                  </a:cubicBezTo>
                  <a:cubicBezTo>
                    <a:pt x="727" y="1493"/>
                    <a:pt x="760" y="1478"/>
                    <a:pt x="760" y="1478"/>
                  </a:cubicBezTo>
                  <a:cubicBezTo>
                    <a:pt x="760" y="1478"/>
                    <a:pt x="1491" y="817"/>
                    <a:pt x="1377" y="439"/>
                  </a:cubicBezTo>
                  <a:cubicBezTo>
                    <a:pt x="1336" y="284"/>
                    <a:pt x="1279" y="142"/>
                    <a:pt x="1252" y="1"/>
                  </a:cubicBezTo>
                  <a:cubicBezTo>
                    <a:pt x="1235" y="1"/>
                    <a:pt x="1218" y="0"/>
                    <a:pt x="120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386111" y="3483595"/>
              <a:ext cx="238673" cy="243379"/>
            </a:xfrm>
            <a:custGeom>
              <a:rect b="b" l="l" r="r" t="t"/>
              <a:pathLst>
                <a:path extrusionOk="0" h="1603" w="1572">
                  <a:moveTo>
                    <a:pt x="604" y="1"/>
                  </a:moveTo>
                  <a:cubicBezTo>
                    <a:pt x="604" y="1"/>
                    <a:pt x="254" y="99"/>
                    <a:pt x="72" y="338"/>
                  </a:cubicBezTo>
                  <a:cubicBezTo>
                    <a:pt x="41" y="382"/>
                    <a:pt x="28" y="409"/>
                    <a:pt x="1" y="453"/>
                  </a:cubicBezTo>
                  <a:cubicBezTo>
                    <a:pt x="183" y="719"/>
                    <a:pt x="577" y="1211"/>
                    <a:pt x="1039" y="1434"/>
                  </a:cubicBezTo>
                  <a:cubicBezTo>
                    <a:pt x="1252" y="1531"/>
                    <a:pt x="1434" y="1575"/>
                    <a:pt x="1572" y="1602"/>
                  </a:cubicBezTo>
                  <a:cubicBezTo>
                    <a:pt x="1558" y="1336"/>
                    <a:pt x="1572" y="1194"/>
                    <a:pt x="1572" y="1194"/>
                  </a:cubicBezTo>
                  <a:lnTo>
                    <a:pt x="1434" y="662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396891" y="3070018"/>
              <a:ext cx="353909" cy="600627"/>
            </a:xfrm>
            <a:custGeom>
              <a:rect b="b" l="l" r="r" t="t"/>
              <a:pathLst>
                <a:path extrusionOk="0" h="3956" w="2331">
                  <a:moveTo>
                    <a:pt x="928" y="1"/>
                  </a:moveTo>
                  <a:cubicBezTo>
                    <a:pt x="911" y="28"/>
                    <a:pt x="857" y="240"/>
                    <a:pt x="786" y="493"/>
                  </a:cubicBezTo>
                  <a:cubicBezTo>
                    <a:pt x="742" y="675"/>
                    <a:pt x="702" y="884"/>
                    <a:pt x="675" y="1053"/>
                  </a:cubicBezTo>
                  <a:cubicBezTo>
                    <a:pt x="618" y="1491"/>
                    <a:pt x="506" y="1744"/>
                    <a:pt x="365" y="2051"/>
                  </a:cubicBezTo>
                  <a:cubicBezTo>
                    <a:pt x="223" y="2347"/>
                    <a:pt x="41" y="2782"/>
                    <a:pt x="1" y="3062"/>
                  </a:cubicBezTo>
                  <a:cubicBezTo>
                    <a:pt x="1" y="3062"/>
                    <a:pt x="742" y="3821"/>
                    <a:pt x="1096" y="3918"/>
                  </a:cubicBezTo>
                  <a:cubicBezTo>
                    <a:pt x="1218" y="3946"/>
                    <a:pt x="1303" y="3956"/>
                    <a:pt x="1363" y="3956"/>
                  </a:cubicBezTo>
                  <a:cubicBezTo>
                    <a:pt x="1483" y="3956"/>
                    <a:pt x="1501" y="3918"/>
                    <a:pt x="1501" y="3918"/>
                  </a:cubicBezTo>
                  <a:cubicBezTo>
                    <a:pt x="1501" y="3918"/>
                    <a:pt x="1616" y="3598"/>
                    <a:pt x="1700" y="3443"/>
                  </a:cubicBezTo>
                  <a:cubicBezTo>
                    <a:pt x="1740" y="3386"/>
                    <a:pt x="1798" y="3315"/>
                    <a:pt x="1868" y="3244"/>
                  </a:cubicBezTo>
                  <a:cubicBezTo>
                    <a:pt x="1966" y="3119"/>
                    <a:pt x="2091" y="2951"/>
                    <a:pt x="2175" y="2684"/>
                  </a:cubicBezTo>
                  <a:cubicBezTo>
                    <a:pt x="2330" y="2250"/>
                    <a:pt x="2290" y="210"/>
                    <a:pt x="2290" y="210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516227" y="3070018"/>
              <a:ext cx="234573" cy="492678"/>
            </a:xfrm>
            <a:custGeom>
              <a:rect b="b" l="l" r="r" t="t"/>
              <a:pathLst>
                <a:path extrusionOk="0" h="3245" w="1545">
                  <a:moveTo>
                    <a:pt x="142" y="1"/>
                  </a:moveTo>
                  <a:cubicBezTo>
                    <a:pt x="125" y="28"/>
                    <a:pt x="71" y="240"/>
                    <a:pt x="0" y="493"/>
                  </a:cubicBezTo>
                  <a:cubicBezTo>
                    <a:pt x="155" y="618"/>
                    <a:pt x="324" y="800"/>
                    <a:pt x="408" y="999"/>
                  </a:cubicBezTo>
                  <a:cubicBezTo>
                    <a:pt x="408" y="999"/>
                    <a:pt x="267" y="1474"/>
                    <a:pt x="617" y="2165"/>
                  </a:cubicBezTo>
                  <a:cubicBezTo>
                    <a:pt x="884" y="2738"/>
                    <a:pt x="1025" y="2907"/>
                    <a:pt x="1082" y="3244"/>
                  </a:cubicBezTo>
                  <a:cubicBezTo>
                    <a:pt x="1180" y="3119"/>
                    <a:pt x="1305" y="2951"/>
                    <a:pt x="1389" y="2684"/>
                  </a:cubicBezTo>
                  <a:cubicBezTo>
                    <a:pt x="1544" y="2250"/>
                    <a:pt x="1504" y="210"/>
                    <a:pt x="1504" y="210"/>
                  </a:cubicBezTo>
                  <a:lnTo>
                    <a:pt x="142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456255" y="2646269"/>
              <a:ext cx="370306" cy="575424"/>
            </a:xfrm>
            <a:custGeom>
              <a:rect b="b" l="l" r="r" t="t"/>
              <a:pathLst>
                <a:path extrusionOk="0" h="3790" w="2439">
                  <a:moveTo>
                    <a:pt x="1999" y="1"/>
                  </a:moveTo>
                  <a:cubicBezTo>
                    <a:pt x="1914" y="1"/>
                    <a:pt x="1819" y="7"/>
                    <a:pt x="1717" y="24"/>
                  </a:cubicBezTo>
                  <a:cubicBezTo>
                    <a:pt x="1575" y="51"/>
                    <a:pt x="1434" y="95"/>
                    <a:pt x="1279" y="152"/>
                  </a:cubicBezTo>
                  <a:cubicBezTo>
                    <a:pt x="1012" y="277"/>
                    <a:pt x="689" y="543"/>
                    <a:pt x="466" y="938"/>
                  </a:cubicBezTo>
                  <a:cubicBezTo>
                    <a:pt x="156" y="1470"/>
                    <a:pt x="1" y="2202"/>
                    <a:pt x="267" y="3058"/>
                  </a:cubicBezTo>
                  <a:cubicBezTo>
                    <a:pt x="267" y="3058"/>
                    <a:pt x="466" y="3142"/>
                    <a:pt x="675" y="3298"/>
                  </a:cubicBezTo>
                  <a:cubicBezTo>
                    <a:pt x="844" y="3422"/>
                    <a:pt x="1026" y="3591"/>
                    <a:pt x="1127" y="3790"/>
                  </a:cubicBezTo>
                  <a:lnTo>
                    <a:pt x="1211" y="2637"/>
                  </a:lnTo>
                  <a:lnTo>
                    <a:pt x="1279" y="1470"/>
                  </a:lnTo>
                  <a:cubicBezTo>
                    <a:pt x="1279" y="1470"/>
                    <a:pt x="1730" y="108"/>
                    <a:pt x="2418" y="68"/>
                  </a:cubicBezTo>
                  <a:cubicBezTo>
                    <a:pt x="2439" y="68"/>
                    <a:pt x="2272" y="1"/>
                    <a:pt x="1999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456255" y="2646282"/>
              <a:ext cx="370307" cy="575426"/>
            </a:xfrm>
            <a:custGeom>
              <a:rect b="b" l="l" r="r" t="t"/>
              <a:pathLst>
                <a:path extrusionOk="0" h="3790" w="2439">
                  <a:moveTo>
                    <a:pt x="1999" y="1"/>
                  </a:moveTo>
                  <a:cubicBezTo>
                    <a:pt x="1914" y="1"/>
                    <a:pt x="1819" y="7"/>
                    <a:pt x="1717" y="24"/>
                  </a:cubicBezTo>
                  <a:cubicBezTo>
                    <a:pt x="1575" y="51"/>
                    <a:pt x="1434" y="95"/>
                    <a:pt x="1279" y="152"/>
                  </a:cubicBezTo>
                  <a:cubicBezTo>
                    <a:pt x="1012" y="277"/>
                    <a:pt x="689" y="543"/>
                    <a:pt x="466" y="938"/>
                  </a:cubicBezTo>
                  <a:cubicBezTo>
                    <a:pt x="156" y="1470"/>
                    <a:pt x="1" y="2202"/>
                    <a:pt x="267" y="3058"/>
                  </a:cubicBezTo>
                  <a:cubicBezTo>
                    <a:pt x="267" y="3058"/>
                    <a:pt x="466" y="3142"/>
                    <a:pt x="675" y="3298"/>
                  </a:cubicBezTo>
                  <a:cubicBezTo>
                    <a:pt x="844" y="3422"/>
                    <a:pt x="1026" y="3591"/>
                    <a:pt x="1127" y="3790"/>
                  </a:cubicBezTo>
                  <a:lnTo>
                    <a:pt x="1211" y="2637"/>
                  </a:lnTo>
                  <a:lnTo>
                    <a:pt x="1279" y="1470"/>
                  </a:lnTo>
                  <a:cubicBezTo>
                    <a:pt x="1279" y="1470"/>
                    <a:pt x="1730" y="108"/>
                    <a:pt x="2418" y="68"/>
                  </a:cubicBezTo>
                  <a:cubicBezTo>
                    <a:pt x="2439" y="68"/>
                    <a:pt x="2272" y="1"/>
                    <a:pt x="1999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4"/>
            <p:cNvSpPr/>
            <p:nvPr/>
          </p:nvSpPr>
          <p:spPr>
            <a:xfrm>
              <a:off x="526855" y="2646269"/>
              <a:ext cx="299706" cy="400368"/>
            </a:xfrm>
            <a:custGeom>
              <a:rect b="b" l="l" r="r" t="t"/>
              <a:pathLst>
                <a:path extrusionOk="0" h="2637" w="1974">
                  <a:moveTo>
                    <a:pt x="1534" y="1"/>
                  </a:moveTo>
                  <a:cubicBezTo>
                    <a:pt x="1449" y="1"/>
                    <a:pt x="1354" y="7"/>
                    <a:pt x="1252" y="24"/>
                  </a:cubicBezTo>
                  <a:cubicBezTo>
                    <a:pt x="1110" y="51"/>
                    <a:pt x="969" y="95"/>
                    <a:pt x="814" y="152"/>
                  </a:cubicBezTo>
                  <a:cubicBezTo>
                    <a:pt x="547" y="277"/>
                    <a:pt x="224" y="543"/>
                    <a:pt x="1" y="938"/>
                  </a:cubicBezTo>
                  <a:cubicBezTo>
                    <a:pt x="72" y="1457"/>
                    <a:pt x="281" y="2455"/>
                    <a:pt x="746" y="2637"/>
                  </a:cubicBezTo>
                  <a:lnTo>
                    <a:pt x="814" y="1470"/>
                  </a:lnTo>
                  <a:cubicBezTo>
                    <a:pt x="814" y="1470"/>
                    <a:pt x="1265" y="108"/>
                    <a:pt x="1953" y="68"/>
                  </a:cubicBezTo>
                  <a:cubicBezTo>
                    <a:pt x="1974" y="68"/>
                    <a:pt x="1807" y="1"/>
                    <a:pt x="1534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4"/>
            <p:cNvSpPr/>
            <p:nvPr/>
          </p:nvSpPr>
          <p:spPr>
            <a:xfrm>
              <a:off x="554639" y="2646269"/>
              <a:ext cx="271923" cy="575426"/>
            </a:xfrm>
            <a:custGeom>
              <a:rect b="b" l="l" r="r" t="t"/>
              <a:pathLst>
                <a:path extrusionOk="0" h="3790" w="1791">
                  <a:moveTo>
                    <a:pt x="1351" y="1"/>
                  </a:moveTo>
                  <a:cubicBezTo>
                    <a:pt x="1266" y="1"/>
                    <a:pt x="1171" y="7"/>
                    <a:pt x="1069" y="24"/>
                  </a:cubicBezTo>
                  <a:cubicBezTo>
                    <a:pt x="715" y="236"/>
                    <a:pt x="253" y="671"/>
                    <a:pt x="111" y="1568"/>
                  </a:cubicBezTo>
                  <a:cubicBezTo>
                    <a:pt x="14" y="2273"/>
                    <a:pt x="0" y="2863"/>
                    <a:pt x="27" y="3298"/>
                  </a:cubicBezTo>
                  <a:cubicBezTo>
                    <a:pt x="196" y="3422"/>
                    <a:pt x="378" y="3591"/>
                    <a:pt x="479" y="3790"/>
                  </a:cubicBezTo>
                  <a:lnTo>
                    <a:pt x="631" y="1470"/>
                  </a:lnTo>
                  <a:cubicBezTo>
                    <a:pt x="631" y="1470"/>
                    <a:pt x="1082" y="108"/>
                    <a:pt x="1770" y="68"/>
                  </a:cubicBezTo>
                  <a:cubicBezTo>
                    <a:pt x="1791" y="68"/>
                    <a:pt x="1624" y="1"/>
                    <a:pt x="135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4"/>
            <p:cNvSpPr/>
            <p:nvPr/>
          </p:nvSpPr>
          <p:spPr>
            <a:xfrm>
              <a:off x="599124" y="4031842"/>
              <a:ext cx="1015722" cy="1117598"/>
            </a:xfrm>
            <a:custGeom>
              <a:rect b="b" l="l" r="r" t="t"/>
              <a:pathLst>
                <a:path extrusionOk="0" h="7361" w="6690">
                  <a:moveTo>
                    <a:pt x="5789" y="1"/>
                  </a:moveTo>
                  <a:cubicBezTo>
                    <a:pt x="5776" y="1"/>
                    <a:pt x="5762" y="1"/>
                    <a:pt x="5749" y="14"/>
                  </a:cubicBezTo>
                  <a:cubicBezTo>
                    <a:pt x="5705" y="28"/>
                    <a:pt x="5647" y="44"/>
                    <a:pt x="5594" y="71"/>
                  </a:cubicBezTo>
                  <a:cubicBezTo>
                    <a:pt x="5438" y="129"/>
                    <a:pt x="5283" y="169"/>
                    <a:pt x="5142" y="227"/>
                  </a:cubicBezTo>
                  <a:cubicBezTo>
                    <a:pt x="5088" y="240"/>
                    <a:pt x="5030" y="253"/>
                    <a:pt x="4973" y="267"/>
                  </a:cubicBezTo>
                  <a:cubicBezTo>
                    <a:pt x="3512" y="716"/>
                    <a:pt x="2335" y="819"/>
                    <a:pt x="1564" y="819"/>
                  </a:cubicBezTo>
                  <a:cubicBezTo>
                    <a:pt x="912" y="819"/>
                    <a:pt x="550" y="746"/>
                    <a:pt x="550" y="746"/>
                  </a:cubicBezTo>
                  <a:lnTo>
                    <a:pt x="550" y="901"/>
                  </a:lnTo>
                  <a:lnTo>
                    <a:pt x="550" y="1039"/>
                  </a:lnTo>
                  <a:cubicBezTo>
                    <a:pt x="550" y="1491"/>
                    <a:pt x="550" y="2290"/>
                    <a:pt x="493" y="2627"/>
                  </a:cubicBezTo>
                  <a:cubicBezTo>
                    <a:pt x="466" y="2769"/>
                    <a:pt x="439" y="2951"/>
                    <a:pt x="408" y="3176"/>
                  </a:cubicBezTo>
                  <a:cubicBezTo>
                    <a:pt x="324" y="3793"/>
                    <a:pt x="226" y="4721"/>
                    <a:pt x="128" y="5607"/>
                  </a:cubicBezTo>
                  <a:cubicBezTo>
                    <a:pt x="0" y="6814"/>
                    <a:pt x="128" y="7360"/>
                    <a:pt x="128" y="7360"/>
                  </a:cubicBezTo>
                  <a:lnTo>
                    <a:pt x="6507" y="7360"/>
                  </a:lnTo>
                  <a:cubicBezTo>
                    <a:pt x="6507" y="7360"/>
                    <a:pt x="6548" y="6673"/>
                    <a:pt x="6575" y="6042"/>
                  </a:cubicBezTo>
                  <a:cubicBezTo>
                    <a:pt x="6605" y="5408"/>
                    <a:pt x="6490" y="4006"/>
                    <a:pt x="6490" y="4006"/>
                  </a:cubicBezTo>
                  <a:cubicBezTo>
                    <a:pt x="6618" y="3514"/>
                    <a:pt x="6676" y="2826"/>
                    <a:pt x="6676" y="2826"/>
                  </a:cubicBezTo>
                  <a:cubicBezTo>
                    <a:pt x="6689" y="2236"/>
                    <a:pt x="6618" y="1744"/>
                    <a:pt x="6507" y="1349"/>
                  </a:cubicBezTo>
                  <a:cubicBezTo>
                    <a:pt x="6450" y="1140"/>
                    <a:pt x="6379" y="941"/>
                    <a:pt x="6308" y="786"/>
                  </a:cubicBezTo>
                  <a:cubicBezTo>
                    <a:pt x="6184" y="493"/>
                    <a:pt x="6042" y="297"/>
                    <a:pt x="5944" y="169"/>
                  </a:cubicBezTo>
                  <a:cubicBezTo>
                    <a:pt x="5860" y="58"/>
                    <a:pt x="5789" y="1"/>
                    <a:pt x="578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4"/>
            <p:cNvSpPr/>
            <p:nvPr/>
          </p:nvSpPr>
          <p:spPr>
            <a:xfrm>
              <a:off x="661070" y="4168486"/>
              <a:ext cx="145450" cy="346165"/>
            </a:xfrm>
            <a:custGeom>
              <a:rect b="b" l="l" r="r" t="t"/>
              <a:pathLst>
                <a:path extrusionOk="0" h="2280" w="958">
                  <a:moveTo>
                    <a:pt x="142" y="1"/>
                  </a:moveTo>
                  <a:lnTo>
                    <a:pt x="142" y="139"/>
                  </a:lnTo>
                  <a:cubicBezTo>
                    <a:pt x="142" y="591"/>
                    <a:pt x="142" y="1390"/>
                    <a:pt x="85" y="1727"/>
                  </a:cubicBezTo>
                  <a:cubicBezTo>
                    <a:pt x="58" y="1869"/>
                    <a:pt x="31" y="2051"/>
                    <a:pt x="0" y="2276"/>
                  </a:cubicBezTo>
                  <a:cubicBezTo>
                    <a:pt x="19" y="2279"/>
                    <a:pt x="38" y="2280"/>
                    <a:pt x="57" y="2280"/>
                  </a:cubicBezTo>
                  <a:cubicBezTo>
                    <a:pt x="151" y="2280"/>
                    <a:pt x="238" y="2251"/>
                    <a:pt x="297" y="2192"/>
                  </a:cubicBezTo>
                  <a:cubicBezTo>
                    <a:pt x="324" y="2162"/>
                    <a:pt x="337" y="2148"/>
                    <a:pt x="351" y="2135"/>
                  </a:cubicBezTo>
                  <a:cubicBezTo>
                    <a:pt x="366" y="2130"/>
                    <a:pt x="382" y="2129"/>
                    <a:pt x="398" y="2129"/>
                  </a:cubicBezTo>
                  <a:cubicBezTo>
                    <a:pt x="431" y="2129"/>
                    <a:pt x="466" y="2135"/>
                    <a:pt x="493" y="2135"/>
                  </a:cubicBezTo>
                  <a:cubicBezTo>
                    <a:pt x="590" y="2135"/>
                    <a:pt x="675" y="2078"/>
                    <a:pt x="732" y="1993"/>
                  </a:cubicBezTo>
                  <a:cubicBezTo>
                    <a:pt x="772" y="1909"/>
                    <a:pt x="759" y="1798"/>
                    <a:pt x="705" y="1727"/>
                  </a:cubicBezTo>
                  <a:cubicBezTo>
                    <a:pt x="759" y="1700"/>
                    <a:pt x="830" y="1656"/>
                    <a:pt x="887" y="1629"/>
                  </a:cubicBezTo>
                  <a:cubicBezTo>
                    <a:pt x="900" y="1616"/>
                    <a:pt x="927" y="1589"/>
                    <a:pt x="941" y="1572"/>
                  </a:cubicBezTo>
                  <a:cubicBezTo>
                    <a:pt x="958" y="1531"/>
                    <a:pt x="958" y="1504"/>
                    <a:pt x="958" y="1474"/>
                  </a:cubicBezTo>
                  <a:cubicBezTo>
                    <a:pt x="941" y="1363"/>
                    <a:pt x="900" y="1265"/>
                    <a:pt x="816" y="1181"/>
                  </a:cubicBezTo>
                  <a:cubicBezTo>
                    <a:pt x="927" y="1110"/>
                    <a:pt x="958" y="955"/>
                    <a:pt x="927" y="844"/>
                  </a:cubicBezTo>
                  <a:cubicBezTo>
                    <a:pt x="900" y="716"/>
                    <a:pt x="830" y="604"/>
                    <a:pt x="745" y="493"/>
                  </a:cubicBezTo>
                  <a:cubicBezTo>
                    <a:pt x="688" y="392"/>
                    <a:pt x="634" y="281"/>
                    <a:pt x="536" y="223"/>
                  </a:cubicBezTo>
                  <a:cubicBezTo>
                    <a:pt x="435" y="156"/>
                    <a:pt x="337" y="85"/>
                    <a:pt x="226" y="41"/>
                  </a:cubicBezTo>
                  <a:cubicBezTo>
                    <a:pt x="199" y="28"/>
                    <a:pt x="169" y="14"/>
                    <a:pt x="14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4"/>
            <p:cNvSpPr/>
            <p:nvPr/>
          </p:nvSpPr>
          <p:spPr>
            <a:xfrm>
              <a:off x="1354160" y="4033967"/>
              <a:ext cx="224248" cy="1115472"/>
            </a:xfrm>
            <a:custGeom>
              <a:rect b="b" l="l" r="r" t="t"/>
              <a:pathLst>
                <a:path extrusionOk="0" h="7347" w="1477">
                  <a:moveTo>
                    <a:pt x="776" y="0"/>
                  </a:moveTo>
                  <a:cubicBezTo>
                    <a:pt x="732" y="14"/>
                    <a:pt x="674" y="30"/>
                    <a:pt x="621" y="57"/>
                  </a:cubicBezTo>
                  <a:cubicBezTo>
                    <a:pt x="465" y="115"/>
                    <a:pt x="310" y="155"/>
                    <a:pt x="169" y="213"/>
                  </a:cubicBezTo>
                  <a:cubicBezTo>
                    <a:pt x="115" y="226"/>
                    <a:pt x="57" y="239"/>
                    <a:pt x="0" y="253"/>
                  </a:cubicBezTo>
                  <a:lnTo>
                    <a:pt x="17" y="266"/>
                  </a:lnTo>
                  <a:cubicBezTo>
                    <a:pt x="213" y="745"/>
                    <a:pt x="550" y="1716"/>
                    <a:pt x="590" y="2937"/>
                  </a:cubicBezTo>
                  <a:cubicBezTo>
                    <a:pt x="647" y="4342"/>
                    <a:pt x="621" y="6490"/>
                    <a:pt x="607" y="7333"/>
                  </a:cubicBezTo>
                  <a:lnTo>
                    <a:pt x="607" y="7346"/>
                  </a:lnTo>
                  <a:lnTo>
                    <a:pt x="1406" y="7346"/>
                  </a:lnTo>
                  <a:cubicBezTo>
                    <a:pt x="1433" y="6281"/>
                    <a:pt x="1477" y="3709"/>
                    <a:pt x="1393" y="2643"/>
                  </a:cubicBezTo>
                  <a:cubicBezTo>
                    <a:pt x="1322" y="1672"/>
                    <a:pt x="985" y="563"/>
                    <a:pt x="776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4"/>
            <p:cNvSpPr/>
            <p:nvPr/>
          </p:nvSpPr>
          <p:spPr>
            <a:xfrm>
              <a:off x="1379666" y="4042621"/>
              <a:ext cx="173234" cy="1106818"/>
            </a:xfrm>
            <a:custGeom>
              <a:rect b="b" l="l" r="r" t="t"/>
              <a:pathLst>
                <a:path extrusionOk="0" h="7290" w="1141">
                  <a:moveTo>
                    <a:pt x="453" y="0"/>
                  </a:moveTo>
                  <a:cubicBezTo>
                    <a:pt x="297" y="58"/>
                    <a:pt x="142" y="98"/>
                    <a:pt x="1" y="156"/>
                  </a:cubicBezTo>
                  <a:cubicBezTo>
                    <a:pt x="200" y="648"/>
                    <a:pt x="550" y="1629"/>
                    <a:pt x="591" y="2866"/>
                  </a:cubicBezTo>
                  <a:cubicBezTo>
                    <a:pt x="648" y="4285"/>
                    <a:pt x="621" y="6447"/>
                    <a:pt x="608" y="7289"/>
                  </a:cubicBezTo>
                  <a:lnTo>
                    <a:pt x="1069" y="7289"/>
                  </a:lnTo>
                  <a:cubicBezTo>
                    <a:pt x="1096" y="6335"/>
                    <a:pt x="1140" y="3665"/>
                    <a:pt x="1056" y="2600"/>
                  </a:cubicBezTo>
                  <a:cubicBezTo>
                    <a:pt x="985" y="1629"/>
                    <a:pt x="635" y="533"/>
                    <a:pt x="453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4"/>
            <p:cNvSpPr/>
            <p:nvPr/>
          </p:nvSpPr>
          <p:spPr>
            <a:xfrm>
              <a:off x="921605" y="4057501"/>
              <a:ext cx="665609" cy="269189"/>
            </a:xfrm>
            <a:custGeom>
              <a:rect b="b" l="l" r="r" t="t"/>
              <a:pathLst>
                <a:path extrusionOk="0" h="1773" w="4384">
                  <a:moveTo>
                    <a:pt x="3820" y="0"/>
                  </a:moveTo>
                  <a:cubicBezTo>
                    <a:pt x="3456" y="182"/>
                    <a:pt x="3102" y="364"/>
                    <a:pt x="2738" y="563"/>
                  </a:cubicBezTo>
                  <a:cubicBezTo>
                    <a:pt x="2472" y="688"/>
                    <a:pt x="2205" y="830"/>
                    <a:pt x="1922" y="927"/>
                  </a:cubicBezTo>
                  <a:cubicBezTo>
                    <a:pt x="1691" y="1005"/>
                    <a:pt x="1457" y="1048"/>
                    <a:pt x="1224" y="1048"/>
                  </a:cubicBezTo>
                  <a:cubicBezTo>
                    <a:pt x="1162" y="1048"/>
                    <a:pt x="1101" y="1045"/>
                    <a:pt x="1039" y="1039"/>
                  </a:cubicBezTo>
                  <a:cubicBezTo>
                    <a:pt x="786" y="998"/>
                    <a:pt x="547" y="900"/>
                    <a:pt x="321" y="772"/>
                  </a:cubicBezTo>
                  <a:cubicBezTo>
                    <a:pt x="265" y="742"/>
                    <a:pt x="218" y="714"/>
                    <a:pt x="173" y="714"/>
                  </a:cubicBezTo>
                  <a:cubicBezTo>
                    <a:pt x="138" y="714"/>
                    <a:pt x="104" y="730"/>
                    <a:pt x="68" y="772"/>
                  </a:cubicBezTo>
                  <a:cubicBezTo>
                    <a:pt x="0" y="857"/>
                    <a:pt x="0" y="954"/>
                    <a:pt x="54" y="1055"/>
                  </a:cubicBezTo>
                  <a:cubicBezTo>
                    <a:pt x="68" y="1082"/>
                    <a:pt x="98" y="1109"/>
                    <a:pt x="112" y="1153"/>
                  </a:cubicBezTo>
                  <a:cubicBezTo>
                    <a:pt x="125" y="1194"/>
                    <a:pt x="125" y="1237"/>
                    <a:pt x="125" y="1278"/>
                  </a:cubicBezTo>
                  <a:cubicBezTo>
                    <a:pt x="139" y="1406"/>
                    <a:pt x="236" y="1504"/>
                    <a:pt x="337" y="1561"/>
                  </a:cubicBezTo>
                  <a:cubicBezTo>
                    <a:pt x="422" y="1602"/>
                    <a:pt x="515" y="1620"/>
                    <a:pt x="612" y="1620"/>
                  </a:cubicBezTo>
                  <a:cubicBezTo>
                    <a:pt x="641" y="1620"/>
                    <a:pt x="671" y="1618"/>
                    <a:pt x="702" y="1615"/>
                  </a:cubicBezTo>
                  <a:cubicBezTo>
                    <a:pt x="764" y="1728"/>
                    <a:pt x="902" y="1773"/>
                    <a:pt x="1040" y="1773"/>
                  </a:cubicBezTo>
                  <a:cubicBezTo>
                    <a:pt x="1058" y="1773"/>
                    <a:pt x="1077" y="1772"/>
                    <a:pt x="1096" y="1770"/>
                  </a:cubicBezTo>
                  <a:cubicBezTo>
                    <a:pt x="1234" y="1757"/>
                    <a:pt x="1376" y="1699"/>
                    <a:pt x="1517" y="1659"/>
                  </a:cubicBezTo>
                  <a:cubicBezTo>
                    <a:pt x="1660" y="1621"/>
                    <a:pt x="1803" y="1609"/>
                    <a:pt x="1947" y="1609"/>
                  </a:cubicBezTo>
                  <a:cubicBezTo>
                    <a:pt x="2126" y="1609"/>
                    <a:pt x="2305" y="1629"/>
                    <a:pt x="2485" y="1645"/>
                  </a:cubicBezTo>
                  <a:cubicBezTo>
                    <a:pt x="2627" y="1659"/>
                    <a:pt x="2765" y="1686"/>
                    <a:pt x="2906" y="1686"/>
                  </a:cubicBezTo>
                  <a:cubicBezTo>
                    <a:pt x="3439" y="1686"/>
                    <a:pt x="3931" y="1447"/>
                    <a:pt x="4383" y="1180"/>
                  </a:cubicBezTo>
                  <a:cubicBezTo>
                    <a:pt x="4326" y="971"/>
                    <a:pt x="4255" y="772"/>
                    <a:pt x="4184" y="617"/>
                  </a:cubicBezTo>
                  <a:cubicBezTo>
                    <a:pt x="4060" y="324"/>
                    <a:pt x="3918" y="128"/>
                    <a:pt x="382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4"/>
            <p:cNvSpPr/>
            <p:nvPr/>
          </p:nvSpPr>
          <p:spPr>
            <a:xfrm>
              <a:off x="682477" y="4031842"/>
              <a:ext cx="874523" cy="225007"/>
            </a:xfrm>
            <a:custGeom>
              <a:rect b="b" l="l" r="r" t="t"/>
              <a:pathLst>
                <a:path extrusionOk="0" h="1482" w="5760">
                  <a:moveTo>
                    <a:pt x="5240" y="1"/>
                  </a:moveTo>
                  <a:cubicBezTo>
                    <a:pt x="3406" y="678"/>
                    <a:pt x="1936" y="820"/>
                    <a:pt x="1025" y="820"/>
                  </a:cubicBezTo>
                  <a:cubicBezTo>
                    <a:pt x="367" y="820"/>
                    <a:pt x="1" y="746"/>
                    <a:pt x="1" y="746"/>
                  </a:cubicBezTo>
                  <a:lnTo>
                    <a:pt x="1" y="1039"/>
                  </a:lnTo>
                  <a:cubicBezTo>
                    <a:pt x="387" y="1218"/>
                    <a:pt x="1169" y="1481"/>
                    <a:pt x="2340" y="1481"/>
                  </a:cubicBezTo>
                  <a:cubicBezTo>
                    <a:pt x="2824" y="1481"/>
                    <a:pt x="3374" y="1436"/>
                    <a:pt x="3989" y="1322"/>
                  </a:cubicBezTo>
                  <a:cubicBezTo>
                    <a:pt x="4734" y="1181"/>
                    <a:pt x="5311" y="985"/>
                    <a:pt x="5759" y="786"/>
                  </a:cubicBezTo>
                  <a:cubicBezTo>
                    <a:pt x="5520" y="240"/>
                    <a:pt x="5240" y="1"/>
                    <a:pt x="52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4"/>
            <p:cNvSpPr/>
            <p:nvPr/>
          </p:nvSpPr>
          <p:spPr>
            <a:xfrm>
              <a:off x="596999" y="2564283"/>
              <a:ext cx="1213856" cy="1631076"/>
            </a:xfrm>
            <a:custGeom>
              <a:rect b="b" l="l" r="r" t="t"/>
              <a:pathLst>
                <a:path extrusionOk="0" h="10743" w="7995">
                  <a:moveTo>
                    <a:pt x="5270" y="1"/>
                  </a:moveTo>
                  <a:cubicBezTo>
                    <a:pt x="4583" y="1"/>
                    <a:pt x="2924" y="227"/>
                    <a:pt x="2924" y="227"/>
                  </a:cubicBezTo>
                  <a:cubicBezTo>
                    <a:pt x="2924" y="227"/>
                    <a:pt x="2543" y="227"/>
                    <a:pt x="2081" y="298"/>
                  </a:cubicBezTo>
                  <a:cubicBezTo>
                    <a:pt x="2068" y="298"/>
                    <a:pt x="2037" y="298"/>
                    <a:pt x="2024" y="311"/>
                  </a:cubicBezTo>
                  <a:cubicBezTo>
                    <a:pt x="1983" y="311"/>
                    <a:pt x="1926" y="325"/>
                    <a:pt x="1869" y="325"/>
                  </a:cubicBezTo>
                  <a:cubicBezTo>
                    <a:pt x="1505" y="395"/>
                    <a:pt x="1097" y="507"/>
                    <a:pt x="817" y="692"/>
                  </a:cubicBezTo>
                  <a:cubicBezTo>
                    <a:pt x="142" y="1140"/>
                    <a:pt x="1" y="1912"/>
                    <a:pt x="1" y="2684"/>
                  </a:cubicBezTo>
                  <a:cubicBezTo>
                    <a:pt x="14" y="2799"/>
                    <a:pt x="14" y="2883"/>
                    <a:pt x="14" y="2981"/>
                  </a:cubicBezTo>
                  <a:cubicBezTo>
                    <a:pt x="14" y="3035"/>
                    <a:pt x="31" y="3092"/>
                    <a:pt x="31" y="3150"/>
                  </a:cubicBezTo>
                  <a:cubicBezTo>
                    <a:pt x="31" y="3190"/>
                    <a:pt x="31" y="3248"/>
                    <a:pt x="45" y="3288"/>
                  </a:cubicBezTo>
                  <a:cubicBezTo>
                    <a:pt x="58" y="3457"/>
                    <a:pt x="72" y="3612"/>
                    <a:pt x="85" y="3794"/>
                  </a:cubicBezTo>
                  <a:cubicBezTo>
                    <a:pt x="85" y="3962"/>
                    <a:pt x="99" y="4175"/>
                    <a:pt x="85" y="4454"/>
                  </a:cubicBezTo>
                  <a:cubicBezTo>
                    <a:pt x="72" y="4623"/>
                    <a:pt x="85" y="4751"/>
                    <a:pt x="116" y="4876"/>
                  </a:cubicBezTo>
                  <a:cubicBezTo>
                    <a:pt x="213" y="5425"/>
                    <a:pt x="564" y="5692"/>
                    <a:pt x="621" y="6423"/>
                  </a:cubicBezTo>
                  <a:cubicBezTo>
                    <a:pt x="621" y="6437"/>
                    <a:pt x="635" y="6450"/>
                    <a:pt x="635" y="6450"/>
                  </a:cubicBezTo>
                  <a:cubicBezTo>
                    <a:pt x="648" y="6690"/>
                    <a:pt x="675" y="6929"/>
                    <a:pt x="689" y="7165"/>
                  </a:cubicBezTo>
                  <a:cubicBezTo>
                    <a:pt x="719" y="7404"/>
                    <a:pt x="732" y="7644"/>
                    <a:pt x="746" y="7883"/>
                  </a:cubicBezTo>
                  <a:cubicBezTo>
                    <a:pt x="773" y="8345"/>
                    <a:pt x="773" y="8797"/>
                    <a:pt x="689" y="9205"/>
                  </a:cubicBezTo>
                  <a:cubicBezTo>
                    <a:pt x="520" y="10004"/>
                    <a:pt x="621" y="10607"/>
                    <a:pt x="648" y="10607"/>
                  </a:cubicBezTo>
                  <a:cubicBezTo>
                    <a:pt x="661" y="10614"/>
                    <a:pt x="1184" y="10742"/>
                    <a:pt x="2034" y="10742"/>
                  </a:cubicBezTo>
                  <a:cubicBezTo>
                    <a:pt x="2985" y="10742"/>
                    <a:pt x="4347" y="10581"/>
                    <a:pt x="5860" y="9906"/>
                  </a:cubicBezTo>
                  <a:cubicBezTo>
                    <a:pt x="5860" y="9906"/>
                    <a:pt x="5732" y="9289"/>
                    <a:pt x="5661" y="9090"/>
                  </a:cubicBezTo>
                  <a:cubicBezTo>
                    <a:pt x="5594" y="8895"/>
                    <a:pt x="5985" y="7994"/>
                    <a:pt x="6154" y="7742"/>
                  </a:cubicBezTo>
                  <a:cubicBezTo>
                    <a:pt x="6268" y="7573"/>
                    <a:pt x="6717" y="7293"/>
                    <a:pt x="7094" y="6646"/>
                  </a:cubicBezTo>
                  <a:cubicBezTo>
                    <a:pt x="7280" y="6353"/>
                    <a:pt x="7431" y="5972"/>
                    <a:pt x="7533" y="5479"/>
                  </a:cubicBezTo>
                  <a:cubicBezTo>
                    <a:pt x="7587" y="5227"/>
                    <a:pt x="7630" y="4933"/>
                    <a:pt x="7671" y="4653"/>
                  </a:cubicBezTo>
                  <a:cubicBezTo>
                    <a:pt x="7701" y="4468"/>
                    <a:pt x="7728" y="4299"/>
                    <a:pt x="7755" y="4131"/>
                  </a:cubicBezTo>
                  <a:cubicBezTo>
                    <a:pt x="7924" y="2840"/>
                    <a:pt x="7994" y="1491"/>
                    <a:pt x="7897" y="1127"/>
                  </a:cubicBezTo>
                  <a:cubicBezTo>
                    <a:pt x="7769" y="675"/>
                    <a:pt x="6238" y="142"/>
                    <a:pt x="5564" y="31"/>
                  </a:cubicBezTo>
                  <a:cubicBezTo>
                    <a:pt x="5510" y="18"/>
                    <a:pt x="5452" y="18"/>
                    <a:pt x="5409" y="18"/>
                  </a:cubicBezTo>
                  <a:cubicBezTo>
                    <a:pt x="5368" y="1"/>
                    <a:pt x="5324" y="1"/>
                    <a:pt x="5270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4"/>
            <p:cNvSpPr/>
            <p:nvPr/>
          </p:nvSpPr>
          <p:spPr>
            <a:xfrm>
              <a:off x="614459" y="3191328"/>
              <a:ext cx="251425" cy="571932"/>
            </a:xfrm>
            <a:custGeom>
              <a:rect b="b" l="l" r="r" t="t"/>
              <a:pathLst>
                <a:path extrusionOk="0" h="3767" w="1656">
                  <a:moveTo>
                    <a:pt x="827" y="577"/>
                  </a:moveTo>
                  <a:cubicBezTo>
                    <a:pt x="928" y="577"/>
                    <a:pt x="982" y="608"/>
                    <a:pt x="1039" y="662"/>
                  </a:cubicBezTo>
                  <a:cubicBezTo>
                    <a:pt x="1079" y="732"/>
                    <a:pt x="1110" y="803"/>
                    <a:pt x="1110" y="887"/>
                  </a:cubicBezTo>
                  <a:lnTo>
                    <a:pt x="1110" y="1562"/>
                  </a:lnTo>
                  <a:cubicBezTo>
                    <a:pt x="1110" y="1589"/>
                    <a:pt x="1110" y="1619"/>
                    <a:pt x="1096" y="1660"/>
                  </a:cubicBezTo>
                  <a:cubicBezTo>
                    <a:pt x="1052" y="1815"/>
                    <a:pt x="968" y="1885"/>
                    <a:pt x="827" y="1885"/>
                  </a:cubicBezTo>
                  <a:cubicBezTo>
                    <a:pt x="759" y="1885"/>
                    <a:pt x="715" y="1872"/>
                    <a:pt x="675" y="1842"/>
                  </a:cubicBezTo>
                  <a:cubicBezTo>
                    <a:pt x="591" y="1771"/>
                    <a:pt x="560" y="1673"/>
                    <a:pt x="560" y="1575"/>
                  </a:cubicBezTo>
                  <a:lnTo>
                    <a:pt x="560" y="887"/>
                  </a:lnTo>
                  <a:cubicBezTo>
                    <a:pt x="560" y="803"/>
                    <a:pt x="574" y="732"/>
                    <a:pt x="631" y="662"/>
                  </a:cubicBezTo>
                  <a:cubicBezTo>
                    <a:pt x="675" y="608"/>
                    <a:pt x="742" y="577"/>
                    <a:pt x="827" y="577"/>
                  </a:cubicBezTo>
                  <a:close/>
                  <a:moveTo>
                    <a:pt x="813" y="1"/>
                  </a:moveTo>
                  <a:cubicBezTo>
                    <a:pt x="702" y="1"/>
                    <a:pt x="591" y="31"/>
                    <a:pt x="489" y="72"/>
                  </a:cubicBezTo>
                  <a:cubicBezTo>
                    <a:pt x="338" y="142"/>
                    <a:pt x="223" y="240"/>
                    <a:pt x="125" y="382"/>
                  </a:cubicBezTo>
                  <a:cubicBezTo>
                    <a:pt x="54" y="493"/>
                    <a:pt x="14" y="608"/>
                    <a:pt x="1" y="746"/>
                  </a:cubicBezTo>
                  <a:cubicBezTo>
                    <a:pt x="98" y="1295"/>
                    <a:pt x="449" y="1562"/>
                    <a:pt x="506" y="2293"/>
                  </a:cubicBezTo>
                  <a:cubicBezTo>
                    <a:pt x="506" y="2307"/>
                    <a:pt x="520" y="2320"/>
                    <a:pt x="520" y="2320"/>
                  </a:cubicBezTo>
                  <a:cubicBezTo>
                    <a:pt x="574" y="2334"/>
                    <a:pt x="631" y="2334"/>
                    <a:pt x="688" y="2334"/>
                  </a:cubicBezTo>
                  <a:cubicBezTo>
                    <a:pt x="843" y="2334"/>
                    <a:pt x="982" y="2277"/>
                    <a:pt x="1110" y="2165"/>
                  </a:cubicBezTo>
                  <a:lnTo>
                    <a:pt x="1110" y="2897"/>
                  </a:lnTo>
                  <a:cubicBezTo>
                    <a:pt x="1110" y="2995"/>
                    <a:pt x="1079" y="3065"/>
                    <a:pt x="1039" y="3136"/>
                  </a:cubicBezTo>
                  <a:cubicBezTo>
                    <a:pt x="982" y="3190"/>
                    <a:pt x="928" y="3220"/>
                    <a:pt x="827" y="3220"/>
                  </a:cubicBezTo>
                  <a:cubicBezTo>
                    <a:pt x="742" y="3220"/>
                    <a:pt x="675" y="3190"/>
                    <a:pt x="631" y="3136"/>
                  </a:cubicBezTo>
                  <a:cubicBezTo>
                    <a:pt x="604" y="3106"/>
                    <a:pt x="591" y="3065"/>
                    <a:pt x="574" y="3035"/>
                  </a:cubicBezTo>
                  <a:lnTo>
                    <a:pt x="574" y="3035"/>
                  </a:lnTo>
                  <a:cubicBezTo>
                    <a:pt x="604" y="3274"/>
                    <a:pt x="617" y="3514"/>
                    <a:pt x="631" y="3753"/>
                  </a:cubicBezTo>
                  <a:cubicBezTo>
                    <a:pt x="688" y="3767"/>
                    <a:pt x="759" y="3767"/>
                    <a:pt x="813" y="3767"/>
                  </a:cubicBezTo>
                  <a:cubicBezTo>
                    <a:pt x="1052" y="3767"/>
                    <a:pt x="1248" y="3682"/>
                    <a:pt x="1416" y="3514"/>
                  </a:cubicBezTo>
                  <a:cubicBezTo>
                    <a:pt x="1572" y="3345"/>
                    <a:pt x="1656" y="3136"/>
                    <a:pt x="1656" y="2897"/>
                  </a:cubicBezTo>
                  <a:lnTo>
                    <a:pt x="1656" y="887"/>
                  </a:lnTo>
                  <a:cubicBezTo>
                    <a:pt x="1656" y="648"/>
                    <a:pt x="1572" y="439"/>
                    <a:pt x="1416" y="271"/>
                  </a:cubicBezTo>
                  <a:cubicBezTo>
                    <a:pt x="1265" y="102"/>
                    <a:pt x="1066" y="1"/>
                    <a:pt x="813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4"/>
            <p:cNvSpPr/>
            <p:nvPr/>
          </p:nvSpPr>
          <p:spPr>
            <a:xfrm>
              <a:off x="906270" y="3191328"/>
              <a:ext cx="273440" cy="571932"/>
            </a:xfrm>
            <a:custGeom>
              <a:rect b="b" l="l" r="r" t="t"/>
              <a:pathLst>
                <a:path extrusionOk="0" h="3767" w="1801">
                  <a:moveTo>
                    <a:pt x="900" y="523"/>
                  </a:moveTo>
                  <a:cubicBezTo>
                    <a:pt x="944" y="523"/>
                    <a:pt x="985" y="523"/>
                    <a:pt x="1028" y="537"/>
                  </a:cubicBezTo>
                  <a:cubicBezTo>
                    <a:pt x="1180" y="608"/>
                    <a:pt x="1251" y="759"/>
                    <a:pt x="1264" y="1012"/>
                  </a:cubicBezTo>
                  <a:cubicBezTo>
                    <a:pt x="1264" y="1154"/>
                    <a:pt x="1238" y="1265"/>
                    <a:pt x="1180" y="1349"/>
                  </a:cubicBezTo>
                  <a:cubicBezTo>
                    <a:pt x="1126" y="1451"/>
                    <a:pt x="1028" y="1504"/>
                    <a:pt x="900" y="1504"/>
                  </a:cubicBezTo>
                  <a:cubicBezTo>
                    <a:pt x="759" y="1504"/>
                    <a:pt x="674" y="1451"/>
                    <a:pt x="607" y="1366"/>
                  </a:cubicBezTo>
                  <a:cubicBezTo>
                    <a:pt x="563" y="1295"/>
                    <a:pt x="536" y="1167"/>
                    <a:pt x="536" y="1012"/>
                  </a:cubicBezTo>
                  <a:cubicBezTo>
                    <a:pt x="536" y="914"/>
                    <a:pt x="536" y="830"/>
                    <a:pt x="563" y="759"/>
                  </a:cubicBezTo>
                  <a:cubicBezTo>
                    <a:pt x="577" y="692"/>
                    <a:pt x="621" y="635"/>
                    <a:pt x="661" y="591"/>
                  </a:cubicBezTo>
                  <a:cubicBezTo>
                    <a:pt x="718" y="550"/>
                    <a:pt x="803" y="523"/>
                    <a:pt x="900" y="523"/>
                  </a:cubicBezTo>
                  <a:close/>
                  <a:moveTo>
                    <a:pt x="900" y="2138"/>
                  </a:moveTo>
                  <a:cubicBezTo>
                    <a:pt x="985" y="2138"/>
                    <a:pt x="1042" y="2152"/>
                    <a:pt x="1096" y="2192"/>
                  </a:cubicBezTo>
                  <a:cubicBezTo>
                    <a:pt x="1197" y="2263"/>
                    <a:pt x="1238" y="2418"/>
                    <a:pt x="1238" y="2631"/>
                  </a:cubicBezTo>
                  <a:lnTo>
                    <a:pt x="1238" y="2813"/>
                  </a:lnTo>
                  <a:cubicBezTo>
                    <a:pt x="1238" y="2866"/>
                    <a:pt x="1238" y="2924"/>
                    <a:pt x="1211" y="2981"/>
                  </a:cubicBezTo>
                  <a:cubicBezTo>
                    <a:pt x="1153" y="3119"/>
                    <a:pt x="1042" y="3190"/>
                    <a:pt x="900" y="3204"/>
                  </a:cubicBezTo>
                  <a:cubicBezTo>
                    <a:pt x="803" y="3190"/>
                    <a:pt x="732" y="3163"/>
                    <a:pt x="661" y="3092"/>
                  </a:cubicBezTo>
                  <a:cubicBezTo>
                    <a:pt x="590" y="3022"/>
                    <a:pt x="550" y="2924"/>
                    <a:pt x="550" y="2813"/>
                  </a:cubicBezTo>
                  <a:lnTo>
                    <a:pt x="550" y="2631"/>
                  </a:lnTo>
                  <a:cubicBezTo>
                    <a:pt x="550" y="2502"/>
                    <a:pt x="563" y="2405"/>
                    <a:pt x="607" y="2320"/>
                  </a:cubicBezTo>
                  <a:cubicBezTo>
                    <a:pt x="648" y="2209"/>
                    <a:pt x="745" y="2138"/>
                    <a:pt x="900" y="2138"/>
                  </a:cubicBezTo>
                  <a:close/>
                  <a:moveTo>
                    <a:pt x="873" y="1"/>
                  </a:moveTo>
                  <a:cubicBezTo>
                    <a:pt x="621" y="1"/>
                    <a:pt x="408" y="102"/>
                    <a:pt x="253" y="271"/>
                  </a:cubicBezTo>
                  <a:cubicBezTo>
                    <a:pt x="115" y="422"/>
                    <a:pt x="44" y="621"/>
                    <a:pt x="44" y="861"/>
                  </a:cubicBezTo>
                  <a:lnTo>
                    <a:pt x="44" y="1070"/>
                  </a:lnTo>
                  <a:cubicBezTo>
                    <a:pt x="44" y="1198"/>
                    <a:pt x="58" y="1322"/>
                    <a:pt x="101" y="1407"/>
                  </a:cubicBezTo>
                  <a:cubicBezTo>
                    <a:pt x="186" y="1589"/>
                    <a:pt x="297" y="1717"/>
                    <a:pt x="452" y="1788"/>
                  </a:cubicBezTo>
                  <a:cubicBezTo>
                    <a:pt x="368" y="1842"/>
                    <a:pt x="283" y="1899"/>
                    <a:pt x="226" y="1970"/>
                  </a:cubicBezTo>
                  <a:cubicBezTo>
                    <a:pt x="71" y="2138"/>
                    <a:pt x="0" y="2334"/>
                    <a:pt x="0" y="2560"/>
                  </a:cubicBezTo>
                  <a:lnTo>
                    <a:pt x="0" y="2897"/>
                  </a:lnTo>
                  <a:cubicBezTo>
                    <a:pt x="0" y="3136"/>
                    <a:pt x="84" y="3332"/>
                    <a:pt x="253" y="3514"/>
                  </a:cubicBezTo>
                  <a:cubicBezTo>
                    <a:pt x="422" y="3682"/>
                    <a:pt x="634" y="3767"/>
                    <a:pt x="873" y="3767"/>
                  </a:cubicBezTo>
                  <a:lnTo>
                    <a:pt x="914" y="3767"/>
                  </a:lnTo>
                  <a:cubicBezTo>
                    <a:pt x="1153" y="3767"/>
                    <a:pt x="1366" y="3682"/>
                    <a:pt x="1534" y="3514"/>
                  </a:cubicBezTo>
                  <a:cubicBezTo>
                    <a:pt x="1716" y="3345"/>
                    <a:pt x="1801" y="3136"/>
                    <a:pt x="1801" y="2897"/>
                  </a:cubicBezTo>
                  <a:lnTo>
                    <a:pt x="1801" y="2560"/>
                  </a:lnTo>
                  <a:cubicBezTo>
                    <a:pt x="1801" y="2418"/>
                    <a:pt x="1770" y="2307"/>
                    <a:pt x="1730" y="2209"/>
                  </a:cubicBezTo>
                  <a:cubicBezTo>
                    <a:pt x="1632" y="2024"/>
                    <a:pt x="1504" y="1885"/>
                    <a:pt x="1349" y="1788"/>
                  </a:cubicBezTo>
                  <a:cubicBezTo>
                    <a:pt x="1420" y="1744"/>
                    <a:pt x="1490" y="1703"/>
                    <a:pt x="1548" y="1633"/>
                  </a:cubicBezTo>
                  <a:cubicBezTo>
                    <a:pt x="1686" y="1477"/>
                    <a:pt x="1757" y="1295"/>
                    <a:pt x="1757" y="1070"/>
                  </a:cubicBezTo>
                  <a:lnTo>
                    <a:pt x="1757" y="861"/>
                  </a:lnTo>
                  <a:cubicBezTo>
                    <a:pt x="1757" y="635"/>
                    <a:pt x="1686" y="439"/>
                    <a:pt x="1548" y="271"/>
                  </a:cubicBezTo>
                  <a:cubicBezTo>
                    <a:pt x="1393" y="102"/>
                    <a:pt x="1180" y="1"/>
                    <a:pt x="914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4"/>
            <p:cNvSpPr/>
            <p:nvPr/>
          </p:nvSpPr>
          <p:spPr>
            <a:xfrm>
              <a:off x="603679" y="3036920"/>
              <a:ext cx="1170889" cy="233965"/>
            </a:xfrm>
            <a:custGeom>
              <a:rect b="b" l="l" r="r" t="t"/>
              <a:pathLst>
                <a:path extrusionOk="0" h="1541" w="7712">
                  <a:moveTo>
                    <a:pt x="1887" y="1"/>
                  </a:moveTo>
                  <a:cubicBezTo>
                    <a:pt x="1055" y="1"/>
                    <a:pt x="432" y="85"/>
                    <a:pt x="1" y="175"/>
                  </a:cubicBezTo>
                  <a:cubicBezTo>
                    <a:pt x="14" y="344"/>
                    <a:pt x="28" y="499"/>
                    <a:pt x="41" y="681"/>
                  </a:cubicBezTo>
                  <a:cubicBezTo>
                    <a:pt x="456" y="580"/>
                    <a:pt x="1090" y="477"/>
                    <a:pt x="1963" y="477"/>
                  </a:cubicBezTo>
                  <a:cubicBezTo>
                    <a:pt x="3280" y="477"/>
                    <a:pt x="5143" y="711"/>
                    <a:pt x="7627" y="1540"/>
                  </a:cubicBezTo>
                  <a:cubicBezTo>
                    <a:pt x="7657" y="1355"/>
                    <a:pt x="7684" y="1186"/>
                    <a:pt x="7711" y="1018"/>
                  </a:cubicBezTo>
                  <a:cubicBezTo>
                    <a:pt x="5159" y="226"/>
                    <a:pt x="3244" y="1"/>
                    <a:pt x="18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4"/>
            <p:cNvSpPr/>
            <p:nvPr/>
          </p:nvSpPr>
          <p:spPr>
            <a:xfrm>
              <a:off x="1275210" y="2568990"/>
              <a:ext cx="539745" cy="1004335"/>
            </a:xfrm>
            <a:custGeom>
              <a:rect b="b" l="l" r="r" t="t"/>
              <a:pathLst>
                <a:path extrusionOk="0" h="6615" w="3555">
                  <a:moveTo>
                    <a:pt x="1097" y="0"/>
                  </a:moveTo>
                  <a:cubicBezTo>
                    <a:pt x="675" y="196"/>
                    <a:pt x="1" y="701"/>
                    <a:pt x="1" y="1925"/>
                  </a:cubicBezTo>
                  <a:cubicBezTo>
                    <a:pt x="1" y="1925"/>
                    <a:pt x="1" y="2613"/>
                    <a:pt x="254" y="3146"/>
                  </a:cubicBezTo>
                  <a:cubicBezTo>
                    <a:pt x="254" y="3146"/>
                    <a:pt x="1141" y="3483"/>
                    <a:pt x="1491" y="4592"/>
                  </a:cubicBezTo>
                  <a:cubicBezTo>
                    <a:pt x="1731" y="5364"/>
                    <a:pt x="2250" y="6123"/>
                    <a:pt x="2627" y="6615"/>
                  </a:cubicBezTo>
                  <a:cubicBezTo>
                    <a:pt x="2813" y="6322"/>
                    <a:pt x="2964" y="5941"/>
                    <a:pt x="3066" y="5448"/>
                  </a:cubicBezTo>
                  <a:cubicBezTo>
                    <a:pt x="3372" y="3918"/>
                    <a:pt x="3554" y="1602"/>
                    <a:pt x="3430" y="1096"/>
                  </a:cubicBezTo>
                  <a:cubicBezTo>
                    <a:pt x="3302" y="644"/>
                    <a:pt x="1771" y="111"/>
                    <a:pt x="109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836126" y="2564283"/>
              <a:ext cx="571932" cy="429215"/>
            </a:xfrm>
            <a:custGeom>
              <a:rect b="b" l="l" r="r" t="t"/>
              <a:pathLst>
                <a:path extrusionOk="0" h="2827" w="3767">
                  <a:moveTo>
                    <a:pt x="3695" y="1"/>
                  </a:moveTo>
                  <a:cubicBezTo>
                    <a:pt x="3008" y="1"/>
                    <a:pt x="1349" y="227"/>
                    <a:pt x="1349" y="227"/>
                  </a:cubicBezTo>
                  <a:cubicBezTo>
                    <a:pt x="1349" y="227"/>
                    <a:pt x="843" y="227"/>
                    <a:pt x="294" y="325"/>
                  </a:cubicBezTo>
                  <a:cubicBezTo>
                    <a:pt x="142" y="621"/>
                    <a:pt x="0" y="1043"/>
                    <a:pt x="112" y="1562"/>
                  </a:cubicBezTo>
                  <a:cubicBezTo>
                    <a:pt x="337" y="2529"/>
                    <a:pt x="590" y="2826"/>
                    <a:pt x="590" y="2826"/>
                  </a:cubicBezTo>
                  <a:cubicBezTo>
                    <a:pt x="590" y="2826"/>
                    <a:pt x="2755" y="1842"/>
                    <a:pt x="3412" y="1029"/>
                  </a:cubicBezTo>
                  <a:cubicBezTo>
                    <a:pt x="3749" y="621"/>
                    <a:pt x="3766" y="254"/>
                    <a:pt x="3695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4"/>
            <p:cNvSpPr/>
            <p:nvPr/>
          </p:nvSpPr>
          <p:spPr>
            <a:xfrm>
              <a:off x="596999" y="2609376"/>
              <a:ext cx="316104" cy="433162"/>
            </a:xfrm>
            <a:custGeom>
              <a:rect b="b" l="l" r="r" t="t"/>
              <a:pathLst>
                <a:path extrusionOk="0" h="2853" w="2082">
                  <a:moveTo>
                    <a:pt x="2081" y="1"/>
                  </a:moveTo>
                  <a:cubicBezTo>
                    <a:pt x="2068" y="1"/>
                    <a:pt x="2037" y="1"/>
                    <a:pt x="2024" y="14"/>
                  </a:cubicBezTo>
                  <a:cubicBezTo>
                    <a:pt x="1983" y="14"/>
                    <a:pt x="1926" y="28"/>
                    <a:pt x="1869" y="28"/>
                  </a:cubicBezTo>
                  <a:cubicBezTo>
                    <a:pt x="1505" y="98"/>
                    <a:pt x="1097" y="210"/>
                    <a:pt x="817" y="395"/>
                  </a:cubicBezTo>
                  <a:cubicBezTo>
                    <a:pt x="142" y="843"/>
                    <a:pt x="1" y="1602"/>
                    <a:pt x="1" y="2387"/>
                  </a:cubicBezTo>
                  <a:cubicBezTo>
                    <a:pt x="14" y="2502"/>
                    <a:pt x="14" y="2586"/>
                    <a:pt x="14" y="2684"/>
                  </a:cubicBezTo>
                  <a:cubicBezTo>
                    <a:pt x="14" y="2738"/>
                    <a:pt x="31" y="2795"/>
                    <a:pt x="31" y="2853"/>
                  </a:cubicBezTo>
                  <a:cubicBezTo>
                    <a:pt x="436" y="2570"/>
                    <a:pt x="1575" y="1700"/>
                    <a:pt x="208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4"/>
            <p:cNvSpPr/>
            <p:nvPr/>
          </p:nvSpPr>
          <p:spPr>
            <a:xfrm>
              <a:off x="599124" y="2620155"/>
              <a:ext cx="256132" cy="302591"/>
            </a:xfrm>
            <a:custGeom>
              <a:rect b="b" l="l" r="r" t="t"/>
              <a:pathLst>
                <a:path extrusionOk="0" h="1993" w="1687">
                  <a:moveTo>
                    <a:pt x="1686" y="0"/>
                  </a:moveTo>
                  <a:lnTo>
                    <a:pt x="1686" y="0"/>
                  </a:lnTo>
                  <a:cubicBezTo>
                    <a:pt x="1366" y="71"/>
                    <a:pt x="1042" y="169"/>
                    <a:pt x="803" y="324"/>
                  </a:cubicBezTo>
                  <a:cubicBezTo>
                    <a:pt x="226" y="715"/>
                    <a:pt x="31" y="1335"/>
                    <a:pt x="0" y="1993"/>
                  </a:cubicBezTo>
                  <a:cubicBezTo>
                    <a:pt x="240" y="1784"/>
                    <a:pt x="536" y="1517"/>
                    <a:pt x="759" y="1278"/>
                  </a:cubicBezTo>
                  <a:cubicBezTo>
                    <a:pt x="1012" y="981"/>
                    <a:pt x="1420" y="391"/>
                    <a:pt x="1686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1518436" y="2973912"/>
              <a:ext cx="667583" cy="584685"/>
            </a:xfrm>
            <a:custGeom>
              <a:rect b="b" l="l" r="r" t="t"/>
              <a:pathLst>
                <a:path extrusionOk="0" h="3851" w="4397">
                  <a:moveTo>
                    <a:pt x="1786" y="1"/>
                  </a:moveTo>
                  <a:cubicBezTo>
                    <a:pt x="1368" y="1"/>
                    <a:pt x="722" y="131"/>
                    <a:pt x="0" y="745"/>
                  </a:cubicBezTo>
                  <a:lnTo>
                    <a:pt x="58" y="1406"/>
                  </a:lnTo>
                  <a:cubicBezTo>
                    <a:pt x="58" y="1406"/>
                    <a:pt x="115" y="1547"/>
                    <a:pt x="267" y="1787"/>
                  </a:cubicBezTo>
                  <a:cubicBezTo>
                    <a:pt x="577" y="2293"/>
                    <a:pt x="1238" y="3220"/>
                    <a:pt x="2290" y="3850"/>
                  </a:cubicBezTo>
                  <a:cubicBezTo>
                    <a:pt x="2290" y="3850"/>
                    <a:pt x="2828" y="2925"/>
                    <a:pt x="3803" y="2925"/>
                  </a:cubicBezTo>
                  <a:cubicBezTo>
                    <a:pt x="3986" y="2925"/>
                    <a:pt x="4184" y="2957"/>
                    <a:pt x="4397" y="3034"/>
                  </a:cubicBezTo>
                  <a:cubicBezTo>
                    <a:pt x="4397" y="3034"/>
                    <a:pt x="3962" y="1490"/>
                    <a:pt x="2515" y="674"/>
                  </a:cubicBezTo>
                  <a:lnTo>
                    <a:pt x="2404" y="523"/>
                  </a:lnTo>
                  <a:lnTo>
                    <a:pt x="2347" y="438"/>
                  </a:lnTo>
                  <a:lnTo>
                    <a:pt x="2276" y="71"/>
                  </a:lnTo>
                  <a:cubicBezTo>
                    <a:pt x="2276" y="71"/>
                    <a:pt x="2092" y="1"/>
                    <a:pt x="178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1518436" y="2973912"/>
              <a:ext cx="365144" cy="271315"/>
            </a:xfrm>
            <a:custGeom>
              <a:rect b="b" l="l" r="r" t="t"/>
              <a:pathLst>
                <a:path extrusionOk="0" h="1787" w="2405">
                  <a:moveTo>
                    <a:pt x="1786" y="1"/>
                  </a:moveTo>
                  <a:cubicBezTo>
                    <a:pt x="1368" y="1"/>
                    <a:pt x="722" y="131"/>
                    <a:pt x="0" y="745"/>
                  </a:cubicBezTo>
                  <a:lnTo>
                    <a:pt x="58" y="1406"/>
                  </a:lnTo>
                  <a:cubicBezTo>
                    <a:pt x="58" y="1406"/>
                    <a:pt x="115" y="1547"/>
                    <a:pt x="267" y="1787"/>
                  </a:cubicBezTo>
                  <a:cubicBezTo>
                    <a:pt x="548" y="1334"/>
                    <a:pt x="1243" y="515"/>
                    <a:pt x="2234" y="515"/>
                  </a:cubicBezTo>
                  <a:cubicBezTo>
                    <a:pt x="2290" y="515"/>
                    <a:pt x="2347" y="517"/>
                    <a:pt x="2404" y="523"/>
                  </a:cubicBezTo>
                  <a:lnTo>
                    <a:pt x="2347" y="438"/>
                  </a:lnTo>
                  <a:lnTo>
                    <a:pt x="2276" y="71"/>
                  </a:lnTo>
                  <a:cubicBezTo>
                    <a:pt x="2276" y="71"/>
                    <a:pt x="2092" y="1"/>
                    <a:pt x="178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4"/>
            <p:cNvSpPr/>
            <p:nvPr/>
          </p:nvSpPr>
          <p:spPr>
            <a:xfrm>
              <a:off x="1298895" y="2535588"/>
              <a:ext cx="663486" cy="651795"/>
            </a:xfrm>
            <a:custGeom>
              <a:rect b="b" l="l" r="r" t="t"/>
              <a:pathLst>
                <a:path extrusionOk="0" h="4293" w="4370">
                  <a:moveTo>
                    <a:pt x="2007" y="1"/>
                  </a:moveTo>
                  <a:cubicBezTo>
                    <a:pt x="1170" y="1"/>
                    <a:pt x="549" y="273"/>
                    <a:pt x="226" y="1117"/>
                  </a:cubicBezTo>
                  <a:cubicBezTo>
                    <a:pt x="0" y="1707"/>
                    <a:pt x="57" y="2284"/>
                    <a:pt x="155" y="2691"/>
                  </a:cubicBezTo>
                  <a:cubicBezTo>
                    <a:pt x="239" y="3015"/>
                    <a:pt x="351" y="3224"/>
                    <a:pt x="351" y="3224"/>
                  </a:cubicBezTo>
                  <a:cubicBezTo>
                    <a:pt x="1251" y="3716"/>
                    <a:pt x="1504" y="4293"/>
                    <a:pt x="1504" y="4293"/>
                  </a:cubicBezTo>
                  <a:cubicBezTo>
                    <a:pt x="2192" y="3421"/>
                    <a:pt x="2875" y="3245"/>
                    <a:pt x="3313" y="3245"/>
                  </a:cubicBezTo>
                  <a:cubicBezTo>
                    <a:pt x="3609" y="3245"/>
                    <a:pt x="3793" y="3325"/>
                    <a:pt x="3793" y="3325"/>
                  </a:cubicBezTo>
                  <a:cubicBezTo>
                    <a:pt x="4342" y="2381"/>
                    <a:pt x="4369" y="1609"/>
                    <a:pt x="4130" y="1050"/>
                  </a:cubicBezTo>
                  <a:cubicBezTo>
                    <a:pt x="3877" y="473"/>
                    <a:pt x="3314" y="122"/>
                    <a:pt x="2711" y="52"/>
                  </a:cubicBezTo>
                  <a:cubicBezTo>
                    <a:pt x="2462" y="19"/>
                    <a:pt x="2227" y="1"/>
                    <a:pt x="2007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4"/>
            <p:cNvSpPr/>
            <p:nvPr/>
          </p:nvSpPr>
          <p:spPr>
            <a:xfrm>
              <a:off x="1300557" y="2536216"/>
              <a:ext cx="663486" cy="651795"/>
            </a:xfrm>
            <a:custGeom>
              <a:rect b="b" l="l" r="r" t="t"/>
              <a:pathLst>
                <a:path extrusionOk="0" h="4293" w="4370">
                  <a:moveTo>
                    <a:pt x="2007" y="1"/>
                  </a:moveTo>
                  <a:cubicBezTo>
                    <a:pt x="1170" y="1"/>
                    <a:pt x="549" y="273"/>
                    <a:pt x="226" y="1117"/>
                  </a:cubicBezTo>
                  <a:cubicBezTo>
                    <a:pt x="0" y="1707"/>
                    <a:pt x="57" y="2284"/>
                    <a:pt x="155" y="2691"/>
                  </a:cubicBezTo>
                  <a:cubicBezTo>
                    <a:pt x="239" y="3015"/>
                    <a:pt x="351" y="3224"/>
                    <a:pt x="351" y="3224"/>
                  </a:cubicBezTo>
                  <a:cubicBezTo>
                    <a:pt x="1251" y="3716"/>
                    <a:pt x="1504" y="4293"/>
                    <a:pt x="1504" y="4293"/>
                  </a:cubicBezTo>
                  <a:cubicBezTo>
                    <a:pt x="2192" y="3421"/>
                    <a:pt x="2875" y="3245"/>
                    <a:pt x="3313" y="3245"/>
                  </a:cubicBezTo>
                  <a:cubicBezTo>
                    <a:pt x="3609" y="3245"/>
                    <a:pt x="3793" y="3325"/>
                    <a:pt x="3793" y="3325"/>
                  </a:cubicBezTo>
                  <a:cubicBezTo>
                    <a:pt x="4342" y="2381"/>
                    <a:pt x="4369" y="1609"/>
                    <a:pt x="4130" y="1050"/>
                  </a:cubicBezTo>
                  <a:cubicBezTo>
                    <a:pt x="3877" y="473"/>
                    <a:pt x="3314" y="122"/>
                    <a:pt x="2711" y="52"/>
                  </a:cubicBezTo>
                  <a:cubicBezTo>
                    <a:pt x="2462" y="19"/>
                    <a:pt x="2227" y="1"/>
                    <a:pt x="2007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4"/>
            <p:cNvSpPr/>
            <p:nvPr/>
          </p:nvSpPr>
          <p:spPr>
            <a:xfrm>
              <a:off x="1298895" y="2535588"/>
              <a:ext cx="627197" cy="492071"/>
            </a:xfrm>
            <a:custGeom>
              <a:rect b="b" l="l" r="r" t="t"/>
              <a:pathLst>
                <a:path extrusionOk="0" h="3241" w="4131">
                  <a:moveTo>
                    <a:pt x="2007" y="1"/>
                  </a:moveTo>
                  <a:cubicBezTo>
                    <a:pt x="1170" y="1"/>
                    <a:pt x="549" y="273"/>
                    <a:pt x="226" y="1117"/>
                  </a:cubicBezTo>
                  <a:cubicBezTo>
                    <a:pt x="0" y="1707"/>
                    <a:pt x="57" y="2284"/>
                    <a:pt x="155" y="2691"/>
                  </a:cubicBezTo>
                  <a:cubicBezTo>
                    <a:pt x="506" y="2762"/>
                    <a:pt x="971" y="2917"/>
                    <a:pt x="1362" y="3241"/>
                  </a:cubicBezTo>
                  <a:cubicBezTo>
                    <a:pt x="1362" y="3241"/>
                    <a:pt x="1531" y="2088"/>
                    <a:pt x="2542" y="1218"/>
                  </a:cubicBezTo>
                  <a:cubicBezTo>
                    <a:pt x="2883" y="933"/>
                    <a:pt x="3196" y="838"/>
                    <a:pt x="3463" y="838"/>
                  </a:cubicBezTo>
                  <a:cubicBezTo>
                    <a:pt x="3748" y="838"/>
                    <a:pt x="3978" y="947"/>
                    <a:pt x="4130" y="1050"/>
                  </a:cubicBezTo>
                  <a:cubicBezTo>
                    <a:pt x="3877" y="473"/>
                    <a:pt x="3314" y="122"/>
                    <a:pt x="2711" y="52"/>
                  </a:cubicBezTo>
                  <a:cubicBezTo>
                    <a:pt x="2462" y="19"/>
                    <a:pt x="2227" y="1"/>
                    <a:pt x="2007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883193" y="2566864"/>
              <a:ext cx="501332" cy="384122"/>
            </a:xfrm>
            <a:custGeom>
              <a:rect b="b" l="l" r="r" t="t"/>
              <a:pathLst>
                <a:path extrusionOk="0" h="2530" w="3302">
                  <a:moveTo>
                    <a:pt x="2866" y="1"/>
                  </a:moveTo>
                  <a:lnTo>
                    <a:pt x="560" y="152"/>
                  </a:lnTo>
                  <a:cubicBezTo>
                    <a:pt x="560" y="152"/>
                    <a:pt x="422" y="281"/>
                    <a:pt x="280" y="463"/>
                  </a:cubicBezTo>
                  <a:cubicBezTo>
                    <a:pt x="139" y="658"/>
                    <a:pt x="0" y="941"/>
                    <a:pt x="0" y="1235"/>
                  </a:cubicBezTo>
                  <a:cubicBezTo>
                    <a:pt x="14" y="1825"/>
                    <a:pt x="351" y="2529"/>
                    <a:pt x="351" y="2529"/>
                  </a:cubicBezTo>
                  <a:cubicBezTo>
                    <a:pt x="351" y="2529"/>
                    <a:pt x="1700" y="1727"/>
                    <a:pt x="2445" y="1181"/>
                  </a:cubicBezTo>
                  <a:cubicBezTo>
                    <a:pt x="2681" y="995"/>
                    <a:pt x="2866" y="844"/>
                    <a:pt x="2950" y="742"/>
                  </a:cubicBezTo>
                  <a:cubicBezTo>
                    <a:pt x="3301" y="267"/>
                    <a:pt x="2866" y="1"/>
                    <a:pt x="2866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925704" y="2566864"/>
              <a:ext cx="458821" cy="182648"/>
            </a:xfrm>
            <a:custGeom>
              <a:rect b="b" l="l" r="r" t="t"/>
              <a:pathLst>
                <a:path extrusionOk="0" h="1203" w="3022">
                  <a:moveTo>
                    <a:pt x="2586" y="1"/>
                  </a:moveTo>
                  <a:lnTo>
                    <a:pt x="280" y="152"/>
                  </a:lnTo>
                  <a:cubicBezTo>
                    <a:pt x="280" y="152"/>
                    <a:pt x="142" y="281"/>
                    <a:pt x="0" y="463"/>
                  </a:cubicBezTo>
                  <a:cubicBezTo>
                    <a:pt x="182" y="729"/>
                    <a:pt x="533" y="1066"/>
                    <a:pt x="1083" y="1150"/>
                  </a:cubicBezTo>
                  <a:cubicBezTo>
                    <a:pt x="1312" y="1189"/>
                    <a:pt x="1529" y="1202"/>
                    <a:pt x="1724" y="1202"/>
                  </a:cubicBezTo>
                  <a:cubicBezTo>
                    <a:pt x="1887" y="1202"/>
                    <a:pt x="2036" y="1193"/>
                    <a:pt x="2165" y="1181"/>
                  </a:cubicBezTo>
                  <a:cubicBezTo>
                    <a:pt x="2401" y="995"/>
                    <a:pt x="2586" y="844"/>
                    <a:pt x="2670" y="742"/>
                  </a:cubicBezTo>
                  <a:cubicBezTo>
                    <a:pt x="3021" y="267"/>
                    <a:pt x="2586" y="1"/>
                    <a:pt x="258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1413979" y="3417854"/>
              <a:ext cx="848868" cy="799979"/>
            </a:xfrm>
            <a:custGeom>
              <a:rect b="b" l="l" r="r" t="t"/>
              <a:pathLst>
                <a:path extrusionOk="0" h="5269" w="5591">
                  <a:moveTo>
                    <a:pt x="4491" y="1"/>
                  </a:moveTo>
                  <a:cubicBezTo>
                    <a:pt x="3516" y="1"/>
                    <a:pt x="2978" y="926"/>
                    <a:pt x="2978" y="926"/>
                  </a:cubicBezTo>
                  <a:cubicBezTo>
                    <a:pt x="2978" y="926"/>
                    <a:pt x="2964" y="953"/>
                    <a:pt x="2937" y="1010"/>
                  </a:cubicBezTo>
                  <a:cubicBezTo>
                    <a:pt x="2809" y="1223"/>
                    <a:pt x="2489" y="1755"/>
                    <a:pt x="2303" y="2035"/>
                  </a:cubicBezTo>
                  <a:cubicBezTo>
                    <a:pt x="2121" y="2332"/>
                    <a:pt x="1322" y="3118"/>
                    <a:pt x="688" y="3610"/>
                  </a:cubicBezTo>
                  <a:cubicBezTo>
                    <a:pt x="564" y="3707"/>
                    <a:pt x="436" y="3805"/>
                    <a:pt x="324" y="3876"/>
                  </a:cubicBezTo>
                  <a:lnTo>
                    <a:pt x="1" y="4115"/>
                  </a:lnTo>
                  <a:lnTo>
                    <a:pt x="267" y="5268"/>
                  </a:lnTo>
                  <a:cubicBezTo>
                    <a:pt x="267" y="5268"/>
                    <a:pt x="493" y="5167"/>
                    <a:pt x="843" y="4999"/>
                  </a:cubicBezTo>
                  <a:cubicBezTo>
                    <a:pt x="1531" y="4648"/>
                    <a:pt x="2698" y="4018"/>
                    <a:pt x="3416" y="3357"/>
                  </a:cubicBezTo>
                  <a:cubicBezTo>
                    <a:pt x="4512" y="2372"/>
                    <a:pt x="5031" y="1796"/>
                    <a:pt x="5169" y="1644"/>
                  </a:cubicBezTo>
                  <a:cubicBezTo>
                    <a:pt x="5324" y="1476"/>
                    <a:pt x="5590" y="1374"/>
                    <a:pt x="5395" y="926"/>
                  </a:cubicBezTo>
                  <a:cubicBezTo>
                    <a:pt x="5297" y="717"/>
                    <a:pt x="5226" y="518"/>
                    <a:pt x="5186" y="380"/>
                  </a:cubicBezTo>
                  <a:cubicBezTo>
                    <a:pt x="5129" y="211"/>
                    <a:pt x="5085" y="110"/>
                    <a:pt x="5085" y="110"/>
                  </a:cubicBezTo>
                  <a:cubicBezTo>
                    <a:pt x="4872" y="33"/>
                    <a:pt x="4674" y="1"/>
                    <a:pt x="4491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1413979" y="3965797"/>
              <a:ext cx="128142" cy="252033"/>
            </a:xfrm>
            <a:custGeom>
              <a:rect b="b" l="l" r="r" t="t"/>
              <a:pathLst>
                <a:path extrusionOk="0" h="1660" w="844">
                  <a:moveTo>
                    <a:pt x="688" y="1"/>
                  </a:moveTo>
                  <a:cubicBezTo>
                    <a:pt x="564" y="98"/>
                    <a:pt x="436" y="196"/>
                    <a:pt x="324" y="267"/>
                  </a:cubicBezTo>
                  <a:lnTo>
                    <a:pt x="1" y="506"/>
                  </a:lnTo>
                  <a:lnTo>
                    <a:pt x="267" y="1659"/>
                  </a:lnTo>
                  <a:cubicBezTo>
                    <a:pt x="267" y="1659"/>
                    <a:pt x="493" y="1558"/>
                    <a:pt x="843" y="1390"/>
                  </a:cubicBezTo>
                  <a:cubicBezTo>
                    <a:pt x="759" y="901"/>
                    <a:pt x="719" y="267"/>
                    <a:pt x="68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4"/>
            <p:cNvSpPr/>
            <p:nvPr/>
          </p:nvSpPr>
          <p:spPr>
            <a:xfrm>
              <a:off x="1859895" y="3417854"/>
              <a:ext cx="341459" cy="153497"/>
            </a:xfrm>
            <a:custGeom>
              <a:rect b="b" l="l" r="r" t="t"/>
              <a:pathLst>
                <a:path extrusionOk="0" h="1011" w="2249">
                  <a:moveTo>
                    <a:pt x="1554" y="1"/>
                  </a:moveTo>
                  <a:cubicBezTo>
                    <a:pt x="579" y="1"/>
                    <a:pt x="41" y="926"/>
                    <a:pt x="41" y="926"/>
                  </a:cubicBezTo>
                  <a:cubicBezTo>
                    <a:pt x="41" y="926"/>
                    <a:pt x="27" y="953"/>
                    <a:pt x="0" y="1010"/>
                  </a:cubicBezTo>
                  <a:cubicBezTo>
                    <a:pt x="142" y="926"/>
                    <a:pt x="293" y="815"/>
                    <a:pt x="435" y="687"/>
                  </a:cubicBezTo>
                  <a:cubicBezTo>
                    <a:pt x="650" y="504"/>
                    <a:pt x="952" y="255"/>
                    <a:pt x="1503" y="255"/>
                  </a:cubicBezTo>
                  <a:cubicBezTo>
                    <a:pt x="1713" y="255"/>
                    <a:pt x="1958" y="291"/>
                    <a:pt x="2249" y="380"/>
                  </a:cubicBezTo>
                  <a:cubicBezTo>
                    <a:pt x="2192" y="211"/>
                    <a:pt x="2148" y="110"/>
                    <a:pt x="2148" y="110"/>
                  </a:cubicBezTo>
                  <a:cubicBezTo>
                    <a:pt x="1935" y="33"/>
                    <a:pt x="1737" y="1"/>
                    <a:pt x="1554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4"/>
            <p:cNvSpPr/>
            <p:nvPr/>
          </p:nvSpPr>
          <p:spPr>
            <a:xfrm>
              <a:off x="443502" y="4061600"/>
              <a:ext cx="345710" cy="373342"/>
            </a:xfrm>
            <a:custGeom>
              <a:rect b="b" l="l" r="r" t="t"/>
              <a:pathLst>
                <a:path extrusionOk="0" h="2459" w="2277">
                  <a:moveTo>
                    <a:pt x="1251" y="0"/>
                  </a:moveTo>
                  <a:cubicBezTo>
                    <a:pt x="253" y="31"/>
                    <a:pt x="0" y="887"/>
                    <a:pt x="0" y="887"/>
                  </a:cubicBezTo>
                  <a:cubicBezTo>
                    <a:pt x="85" y="944"/>
                    <a:pt x="156" y="1055"/>
                    <a:pt x="199" y="1140"/>
                  </a:cubicBezTo>
                  <a:cubicBezTo>
                    <a:pt x="240" y="1224"/>
                    <a:pt x="267" y="1281"/>
                    <a:pt x="267" y="1281"/>
                  </a:cubicBezTo>
                  <a:cubicBezTo>
                    <a:pt x="267" y="1281"/>
                    <a:pt x="368" y="1433"/>
                    <a:pt x="422" y="1561"/>
                  </a:cubicBezTo>
                  <a:cubicBezTo>
                    <a:pt x="563" y="1854"/>
                    <a:pt x="675" y="1996"/>
                    <a:pt x="914" y="2151"/>
                  </a:cubicBezTo>
                  <a:cubicBezTo>
                    <a:pt x="1133" y="2293"/>
                    <a:pt x="1363" y="2435"/>
                    <a:pt x="1486" y="2435"/>
                  </a:cubicBezTo>
                  <a:cubicBezTo>
                    <a:pt x="1498" y="2435"/>
                    <a:pt x="1508" y="2434"/>
                    <a:pt x="1518" y="2431"/>
                  </a:cubicBezTo>
                  <a:cubicBezTo>
                    <a:pt x="1548" y="2431"/>
                    <a:pt x="1561" y="2417"/>
                    <a:pt x="1575" y="2404"/>
                  </a:cubicBezTo>
                  <a:cubicBezTo>
                    <a:pt x="1588" y="2360"/>
                    <a:pt x="1575" y="2320"/>
                    <a:pt x="1575" y="2306"/>
                  </a:cubicBezTo>
                  <a:lnTo>
                    <a:pt x="1575" y="2293"/>
                  </a:lnTo>
                  <a:cubicBezTo>
                    <a:pt x="1660" y="2368"/>
                    <a:pt x="1730" y="2459"/>
                    <a:pt x="1828" y="2459"/>
                  </a:cubicBezTo>
                  <a:cubicBezTo>
                    <a:pt x="1857" y="2459"/>
                    <a:pt x="1890" y="2450"/>
                    <a:pt x="1926" y="2431"/>
                  </a:cubicBezTo>
                  <a:cubicBezTo>
                    <a:pt x="1983" y="2404"/>
                    <a:pt x="2010" y="2360"/>
                    <a:pt x="2010" y="2320"/>
                  </a:cubicBezTo>
                  <a:cubicBezTo>
                    <a:pt x="2023" y="2262"/>
                    <a:pt x="2010" y="2208"/>
                    <a:pt x="2010" y="2208"/>
                  </a:cubicBezTo>
                  <a:lnTo>
                    <a:pt x="2010" y="2208"/>
                  </a:lnTo>
                  <a:cubicBezTo>
                    <a:pt x="2039" y="2219"/>
                    <a:pt x="2065" y="2223"/>
                    <a:pt x="2088" y="2223"/>
                  </a:cubicBezTo>
                  <a:cubicBezTo>
                    <a:pt x="2218" y="2223"/>
                    <a:pt x="2251" y="2079"/>
                    <a:pt x="2263" y="1996"/>
                  </a:cubicBezTo>
                  <a:cubicBezTo>
                    <a:pt x="2263" y="1956"/>
                    <a:pt x="2222" y="1871"/>
                    <a:pt x="2178" y="1800"/>
                  </a:cubicBezTo>
                  <a:cubicBezTo>
                    <a:pt x="2121" y="1730"/>
                    <a:pt x="2067" y="1672"/>
                    <a:pt x="2067" y="1672"/>
                  </a:cubicBezTo>
                  <a:cubicBezTo>
                    <a:pt x="2121" y="1672"/>
                    <a:pt x="2276" y="1602"/>
                    <a:pt x="2263" y="1450"/>
                  </a:cubicBezTo>
                  <a:cubicBezTo>
                    <a:pt x="2249" y="1295"/>
                    <a:pt x="2178" y="1197"/>
                    <a:pt x="1996" y="887"/>
                  </a:cubicBezTo>
                  <a:cubicBezTo>
                    <a:pt x="1814" y="563"/>
                    <a:pt x="1686" y="337"/>
                    <a:pt x="1531" y="240"/>
                  </a:cubicBezTo>
                  <a:cubicBezTo>
                    <a:pt x="1464" y="186"/>
                    <a:pt x="1393" y="142"/>
                    <a:pt x="1349" y="101"/>
                  </a:cubicBezTo>
                  <a:lnTo>
                    <a:pt x="125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4"/>
            <p:cNvSpPr/>
            <p:nvPr/>
          </p:nvSpPr>
          <p:spPr>
            <a:xfrm>
              <a:off x="443502" y="4061600"/>
              <a:ext cx="204966" cy="173083"/>
            </a:xfrm>
            <a:custGeom>
              <a:rect b="b" l="l" r="r" t="t"/>
              <a:pathLst>
                <a:path extrusionOk="0" h="1140" w="1350">
                  <a:moveTo>
                    <a:pt x="1251" y="0"/>
                  </a:moveTo>
                  <a:cubicBezTo>
                    <a:pt x="253" y="31"/>
                    <a:pt x="0" y="887"/>
                    <a:pt x="0" y="887"/>
                  </a:cubicBezTo>
                  <a:cubicBezTo>
                    <a:pt x="85" y="944"/>
                    <a:pt x="156" y="1055"/>
                    <a:pt x="199" y="1140"/>
                  </a:cubicBezTo>
                  <a:cubicBezTo>
                    <a:pt x="493" y="354"/>
                    <a:pt x="1083" y="155"/>
                    <a:pt x="1349" y="101"/>
                  </a:cubicBezTo>
                  <a:lnTo>
                    <a:pt x="1251" y="0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4"/>
            <p:cNvSpPr/>
            <p:nvPr/>
          </p:nvSpPr>
          <p:spPr>
            <a:xfrm>
              <a:off x="667750" y="4176685"/>
              <a:ext cx="106582" cy="158355"/>
            </a:xfrm>
            <a:custGeom>
              <a:rect b="b" l="l" r="r" t="t"/>
              <a:pathLst>
                <a:path extrusionOk="0" h="1043" w="702">
                  <a:moveTo>
                    <a:pt x="0" y="1"/>
                  </a:moveTo>
                  <a:lnTo>
                    <a:pt x="0" y="1"/>
                  </a:lnTo>
                  <a:cubicBezTo>
                    <a:pt x="98" y="297"/>
                    <a:pt x="307" y="732"/>
                    <a:pt x="462" y="914"/>
                  </a:cubicBezTo>
                  <a:cubicBezTo>
                    <a:pt x="546" y="1012"/>
                    <a:pt x="631" y="1042"/>
                    <a:pt x="701" y="1042"/>
                  </a:cubicBezTo>
                  <a:cubicBezTo>
                    <a:pt x="644" y="972"/>
                    <a:pt x="590" y="914"/>
                    <a:pt x="590" y="914"/>
                  </a:cubicBezTo>
                  <a:cubicBezTo>
                    <a:pt x="364" y="830"/>
                    <a:pt x="27" y="58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4"/>
            <p:cNvSpPr/>
            <p:nvPr/>
          </p:nvSpPr>
          <p:spPr>
            <a:xfrm>
              <a:off x="629338" y="4238630"/>
              <a:ext cx="121462" cy="175208"/>
            </a:xfrm>
            <a:custGeom>
              <a:rect b="b" l="l" r="r" t="t"/>
              <a:pathLst>
                <a:path extrusionOk="0" h="1154" w="800">
                  <a:moveTo>
                    <a:pt x="0" y="1"/>
                  </a:moveTo>
                  <a:cubicBezTo>
                    <a:pt x="0" y="1"/>
                    <a:pt x="240" y="479"/>
                    <a:pt x="476" y="803"/>
                  </a:cubicBezTo>
                  <a:cubicBezTo>
                    <a:pt x="604" y="972"/>
                    <a:pt x="715" y="1083"/>
                    <a:pt x="786" y="1154"/>
                  </a:cubicBezTo>
                  <a:cubicBezTo>
                    <a:pt x="799" y="1096"/>
                    <a:pt x="786" y="1042"/>
                    <a:pt x="786" y="1042"/>
                  </a:cubicBezTo>
                  <a:cubicBezTo>
                    <a:pt x="745" y="999"/>
                    <a:pt x="688" y="958"/>
                    <a:pt x="644" y="901"/>
                  </a:cubicBezTo>
                  <a:cubicBezTo>
                    <a:pt x="506" y="73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4"/>
            <p:cNvSpPr/>
            <p:nvPr/>
          </p:nvSpPr>
          <p:spPr>
            <a:xfrm>
              <a:off x="582272" y="4294502"/>
              <a:ext cx="102483" cy="132089"/>
            </a:xfrm>
            <a:custGeom>
              <a:rect b="b" l="l" r="r" t="t"/>
              <a:pathLst>
                <a:path extrusionOk="0" h="870" w="675">
                  <a:moveTo>
                    <a:pt x="0" y="0"/>
                  </a:moveTo>
                  <a:lnTo>
                    <a:pt x="0" y="0"/>
                  </a:lnTo>
                  <a:cubicBezTo>
                    <a:pt x="182" y="351"/>
                    <a:pt x="519" y="715"/>
                    <a:pt x="661" y="870"/>
                  </a:cubicBezTo>
                  <a:cubicBezTo>
                    <a:pt x="674" y="826"/>
                    <a:pt x="661" y="786"/>
                    <a:pt x="661" y="772"/>
                  </a:cubicBezTo>
                  <a:lnTo>
                    <a:pt x="661" y="759"/>
                  </a:lnTo>
                  <a:cubicBezTo>
                    <a:pt x="435" y="5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4"/>
            <p:cNvSpPr/>
            <p:nvPr/>
          </p:nvSpPr>
          <p:spPr>
            <a:xfrm>
              <a:off x="1358714" y="3953499"/>
              <a:ext cx="108708" cy="78495"/>
            </a:xfrm>
            <a:custGeom>
              <a:rect b="b" l="l" r="r" t="t"/>
              <a:pathLst>
                <a:path extrusionOk="0" h="517" w="716">
                  <a:moveTo>
                    <a:pt x="456" y="0"/>
                  </a:moveTo>
                  <a:cubicBezTo>
                    <a:pt x="419" y="0"/>
                    <a:pt x="379" y="8"/>
                    <a:pt x="338" y="24"/>
                  </a:cubicBezTo>
                  <a:cubicBezTo>
                    <a:pt x="125" y="109"/>
                    <a:pt x="1" y="335"/>
                    <a:pt x="1" y="335"/>
                  </a:cubicBezTo>
                  <a:lnTo>
                    <a:pt x="338" y="517"/>
                  </a:lnTo>
                  <a:lnTo>
                    <a:pt x="661" y="335"/>
                  </a:lnTo>
                  <a:cubicBezTo>
                    <a:pt x="716" y="131"/>
                    <a:pt x="609" y="0"/>
                    <a:pt x="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4"/>
            <p:cNvSpPr/>
            <p:nvPr/>
          </p:nvSpPr>
          <p:spPr>
            <a:xfrm>
              <a:off x="1358714" y="3953499"/>
              <a:ext cx="108708" cy="78495"/>
            </a:xfrm>
            <a:custGeom>
              <a:rect b="b" l="l" r="r" t="t"/>
              <a:pathLst>
                <a:path extrusionOk="0" h="517" w="716">
                  <a:moveTo>
                    <a:pt x="456" y="0"/>
                  </a:moveTo>
                  <a:cubicBezTo>
                    <a:pt x="419" y="0"/>
                    <a:pt x="379" y="8"/>
                    <a:pt x="338" y="24"/>
                  </a:cubicBezTo>
                  <a:cubicBezTo>
                    <a:pt x="125" y="109"/>
                    <a:pt x="1" y="335"/>
                    <a:pt x="1" y="335"/>
                  </a:cubicBezTo>
                  <a:lnTo>
                    <a:pt x="338" y="517"/>
                  </a:lnTo>
                  <a:lnTo>
                    <a:pt x="661" y="335"/>
                  </a:lnTo>
                  <a:cubicBezTo>
                    <a:pt x="716" y="131"/>
                    <a:pt x="609" y="0"/>
                    <a:pt x="45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4"/>
            <p:cNvSpPr/>
            <p:nvPr/>
          </p:nvSpPr>
          <p:spPr>
            <a:xfrm>
              <a:off x="919024" y="3969896"/>
              <a:ext cx="580586" cy="345862"/>
            </a:xfrm>
            <a:custGeom>
              <a:rect b="b" l="l" r="r" t="t"/>
              <a:pathLst>
                <a:path extrusionOk="0" h="2278" w="3824">
                  <a:moveTo>
                    <a:pt x="3824" y="1"/>
                  </a:moveTo>
                  <a:lnTo>
                    <a:pt x="3416" y="227"/>
                  </a:lnTo>
                  <a:cubicBezTo>
                    <a:pt x="3247" y="227"/>
                    <a:pt x="2516" y="58"/>
                    <a:pt x="2307" y="58"/>
                  </a:cubicBezTo>
                  <a:cubicBezTo>
                    <a:pt x="2081" y="58"/>
                    <a:pt x="1855" y="142"/>
                    <a:pt x="1518" y="200"/>
                  </a:cubicBezTo>
                  <a:cubicBezTo>
                    <a:pt x="1167" y="254"/>
                    <a:pt x="705" y="409"/>
                    <a:pt x="493" y="591"/>
                  </a:cubicBezTo>
                  <a:cubicBezTo>
                    <a:pt x="368" y="705"/>
                    <a:pt x="368" y="803"/>
                    <a:pt x="381" y="874"/>
                  </a:cubicBezTo>
                  <a:cubicBezTo>
                    <a:pt x="395" y="928"/>
                    <a:pt x="439" y="958"/>
                    <a:pt x="439" y="958"/>
                  </a:cubicBezTo>
                  <a:lnTo>
                    <a:pt x="422" y="958"/>
                  </a:lnTo>
                  <a:cubicBezTo>
                    <a:pt x="408" y="972"/>
                    <a:pt x="31" y="1140"/>
                    <a:pt x="17" y="1393"/>
                  </a:cubicBezTo>
                  <a:cubicBezTo>
                    <a:pt x="0" y="1531"/>
                    <a:pt x="58" y="1589"/>
                    <a:pt x="129" y="1616"/>
                  </a:cubicBezTo>
                  <a:cubicBezTo>
                    <a:pt x="166" y="1632"/>
                    <a:pt x="199" y="1635"/>
                    <a:pt x="221" y="1635"/>
                  </a:cubicBezTo>
                  <a:cubicBezTo>
                    <a:pt x="241" y="1635"/>
                    <a:pt x="253" y="1632"/>
                    <a:pt x="253" y="1632"/>
                  </a:cubicBezTo>
                  <a:lnTo>
                    <a:pt x="253" y="1632"/>
                  </a:lnTo>
                  <a:cubicBezTo>
                    <a:pt x="73" y="1778"/>
                    <a:pt x="194" y="2016"/>
                    <a:pt x="347" y="2016"/>
                  </a:cubicBezTo>
                  <a:cubicBezTo>
                    <a:pt x="372" y="2016"/>
                    <a:pt x="397" y="2010"/>
                    <a:pt x="422" y="1997"/>
                  </a:cubicBezTo>
                  <a:cubicBezTo>
                    <a:pt x="493" y="1953"/>
                    <a:pt x="590" y="1912"/>
                    <a:pt x="705" y="1855"/>
                  </a:cubicBezTo>
                  <a:cubicBezTo>
                    <a:pt x="860" y="1771"/>
                    <a:pt x="1012" y="1700"/>
                    <a:pt x="1029" y="1700"/>
                  </a:cubicBezTo>
                  <a:cubicBezTo>
                    <a:pt x="843" y="1868"/>
                    <a:pt x="732" y="2121"/>
                    <a:pt x="789" y="2206"/>
                  </a:cubicBezTo>
                  <a:cubicBezTo>
                    <a:pt x="819" y="2248"/>
                    <a:pt x="844" y="2278"/>
                    <a:pt x="884" y="2278"/>
                  </a:cubicBezTo>
                  <a:cubicBezTo>
                    <a:pt x="940" y="2278"/>
                    <a:pt x="1025" y="2222"/>
                    <a:pt x="1197" y="2067"/>
                  </a:cubicBezTo>
                  <a:cubicBezTo>
                    <a:pt x="1491" y="1801"/>
                    <a:pt x="1926" y="1771"/>
                    <a:pt x="1926" y="1771"/>
                  </a:cubicBezTo>
                  <a:cubicBezTo>
                    <a:pt x="2010" y="1782"/>
                    <a:pt x="2096" y="1787"/>
                    <a:pt x="2182" y="1787"/>
                  </a:cubicBezTo>
                  <a:cubicBezTo>
                    <a:pt x="2621" y="1787"/>
                    <a:pt x="3035" y="1659"/>
                    <a:pt x="3035" y="1659"/>
                  </a:cubicBezTo>
                  <a:cubicBezTo>
                    <a:pt x="3158" y="1653"/>
                    <a:pt x="3264" y="1650"/>
                    <a:pt x="3355" y="1650"/>
                  </a:cubicBezTo>
                  <a:cubicBezTo>
                    <a:pt x="3626" y="1650"/>
                    <a:pt x="3753" y="1673"/>
                    <a:pt x="3753" y="1673"/>
                  </a:cubicBezTo>
                  <a:cubicBezTo>
                    <a:pt x="3753" y="479"/>
                    <a:pt x="3824" y="1"/>
                    <a:pt x="382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4"/>
            <p:cNvSpPr/>
            <p:nvPr/>
          </p:nvSpPr>
          <p:spPr>
            <a:xfrm>
              <a:off x="1356741" y="3969896"/>
              <a:ext cx="142869" cy="254006"/>
            </a:xfrm>
            <a:custGeom>
              <a:rect b="b" l="l" r="r" t="t"/>
              <a:pathLst>
                <a:path extrusionOk="0" h="1673" w="941">
                  <a:moveTo>
                    <a:pt x="941" y="1"/>
                  </a:moveTo>
                  <a:lnTo>
                    <a:pt x="533" y="227"/>
                  </a:lnTo>
                  <a:cubicBezTo>
                    <a:pt x="533" y="227"/>
                    <a:pt x="0" y="648"/>
                    <a:pt x="152" y="1659"/>
                  </a:cubicBezTo>
                  <a:cubicBezTo>
                    <a:pt x="275" y="1653"/>
                    <a:pt x="381" y="1650"/>
                    <a:pt x="472" y="1650"/>
                  </a:cubicBezTo>
                  <a:cubicBezTo>
                    <a:pt x="743" y="1650"/>
                    <a:pt x="870" y="1673"/>
                    <a:pt x="870" y="1673"/>
                  </a:cubicBezTo>
                  <a:cubicBezTo>
                    <a:pt x="870" y="479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1026062" y="4170612"/>
              <a:ext cx="136189" cy="80924"/>
            </a:xfrm>
            <a:custGeom>
              <a:rect b="b" l="l" r="r" t="t"/>
              <a:pathLst>
                <a:path extrusionOk="0" h="533" w="897">
                  <a:moveTo>
                    <a:pt x="897" y="0"/>
                  </a:moveTo>
                  <a:lnTo>
                    <a:pt x="897" y="0"/>
                  </a:lnTo>
                  <a:cubicBezTo>
                    <a:pt x="897" y="0"/>
                    <a:pt x="462" y="169"/>
                    <a:pt x="253" y="310"/>
                  </a:cubicBezTo>
                  <a:cubicBezTo>
                    <a:pt x="182" y="351"/>
                    <a:pt x="84" y="435"/>
                    <a:pt x="0" y="533"/>
                  </a:cubicBezTo>
                  <a:cubicBezTo>
                    <a:pt x="155" y="449"/>
                    <a:pt x="307" y="378"/>
                    <a:pt x="324" y="378"/>
                  </a:cubicBezTo>
                  <a:lnTo>
                    <a:pt x="89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938458" y="4115347"/>
              <a:ext cx="196160" cy="102939"/>
            </a:xfrm>
            <a:custGeom>
              <a:rect b="b" l="l" r="r" t="t"/>
              <a:pathLst>
                <a:path extrusionOk="0" h="678" w="1292">
                  <a:moveTo>
                    <a:pt x="1292" y="0"/>
                  </a:moveTo>
                  <a:cubicBezTo>
                    <a:pt x="1289" y="1"/>
                    <a:pt x="1287" y="2"/>
                    <a:pt x="1285" y="3"/>
                  </a:cubicBezTo>
                  <a:lnTo>
                    <a:pt x="1285" y="3"/>
                  </a:lnTo>
                  <a:cubicBezTo>
                    <a:pt x="1288" y="2"/>
                    <a:pt x="1291" y="1"/>
                    <a:pt x="1292" y="0"/>
                  </a:cubicBezTo>
                  <a:close/>
                  <a:moveTo>
                    <a:pt x="1285" y="3"/>
                  </a:moveTo>
                  <a:lnTo>
                    <a:pt x="1285" y="3"/>
                  </a:lnTo>
                  <a:cubicBezTo>
                    <a:pt x="1209" y="33"/>
                    <a:pt x="603" y="242"/>
                    <a:pt x="1" y="658"/>
                  </a:cubicBezTo>
                  <a:cubicBezTo>
                    <a:pt x="38" y="674"/>
                    <a:pt x="71" y="677"/>
                    <a:pt x="93" y="677"/>
                  </a:cubicBezTo>
                  <a:cubicBezTo>
                    <a:pt x="113" y="677"/>
                    <a:pt x="125" y="674"/>
                    <a:pt x="125" y="674"/>
                  </a:cubicBezTo>
                  <a:cubicBezTo>
                    <a:pt x="125" y="674"/>
                    <a:pt x="644" y="270"/>
                    <a:pt x="1285" y="3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976870" y="4042621"/>
              <a:ext cx="194187" cy="72877"/>
            </a:xfrm>
            <a:custGeom>
              <a:rect b="b" l="l" r="r" t="t"/>
              <a:pathLst>
                <a:path extrusionOk="0" h="480" w="1279">
                  <a:moveTo>
                    <a:pt x="1278" y="0"/>
                  </a:moveTo>
                  <a:cubicBezTo>
                    <a:pt x="1264" y="4"/>
                    <a:pt x="1249" y="8"/>
                    <a:pt x="1231" y="14"/>
                  </a:cubicBezTo>
                  <a:lnTo>
                    <a:pt x="1231" y="14"/>
                  </a:lnTo>
                  <a:cubicBezTo>
                    <a:pt x="1256" y="7"/>
                    <a:pt x="1272" y="3"/>
                    <a:pt x="1278" y="0"/>
                  </a:cubicBezTo>
                  <a:close/>
                  <a:moveTo>
                    <a:pt x="1231" y="14"/>
                  </a:moveTo>
                  <a:cubicBezTo>
                    <a:pt x="1099" y="49"/>
                    <a:pt x="723" y="147"/>
                    <a:pt x="378" y="267"/>
                  </a:cubicBezTo>
                  <a:cubicBezTo>
                    <a:pt x="240" y="311"/>
                    <a:pt x="112" y="365"/>
                    <a:pt x="0" y="395"/>
                  </a:cubicBezTo>
                  <a:cubicBezTo>
                    <a:pt x="14" y="449"/>
                    <a:pt x="58" y="479"/>
                    <a:pt x="58" y="479"/>
                  </a:cubicBezTo>
                  <a:cubicBezTo>
                    <a:pt x="58" y="479"/>
                    <a:pt x="907" y="111"/>
                    <a:pt x="1231" y="14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4"/>
            <p:cNvSpPr/>
            <p:nvPr/>
          </p:nvSpPr>
          <p:spPr>
            <a:xfrm>
              <a:off x="908851" y="4516018"/>
              <a:ext cx="110682" cy="633422"/>
            </a:xfrm>
            <a:custGeom>
              <a:rect b="b" l="l" r="r" t="t"/>
              <a:pathLst>
                <a:path extrusionOk="0" h="4172" w="729">
                  <a:moveTo>
                    <a:pt x="266" y="1"/>
                  </a:moveTo>
                  <a:cubicBezTo>
                    <a:pt x="0" y="871"/>
                    <a:pt x="98" y="2796"/>
                    <a:pt x="223" y="4171"/>
                  </a:cubicBezTo>
                  <a:lnTo>
                    <a:pt x="728" y="4171"/>
                  </a:lnTo>
                  <a:cubicBezTo>
                    <a:pt x="391" y="2388"/>
                    <a:pt x="266" y="1"/>
                    <a:pt x="26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4"/>
            <p:cNvSpPr/>
            <p:nvPr/>
          </p:nvSpPr>
          <p:spPr>
            <a:xfrm>
              <a:off x="601411" y="2609676"/>
              <a:ext cx="307299" cy="405531"/>
            </a:xfrm>
            <a:custGeom>
              <a:rect b="b" l="l" r="r" t="t"/>
              <a:pathLst>
                <a:path extrusionOk="0" h="2671" w="2024">
                  <a:moveTo>
                    <a:pt x="2024" y="0"/>
                  </a:moveTo>
                  <a:cubicBezTo>
                    <a:pt x="1983" y="0"/>
                    <a:pt x="1926" y="14"/>
                    <a:pt x="1869" y="14"/>
                  </a:cubicBezTo>
                  <a:cubicBezTo>
                    <a:pt x="1828" y="27"/>
                    <a:pt x="1757" y="44"/>
                    <a:pt x="1700" y="57"/>
                  </a:cubicBezTo>
                  <a:cubicBezTo>
                    <a:pt x="1380" y="128"/>
                    <a:pt x="1056" y="226"/>
                    <a:pt x="817" y="381"/>
                  </a:cubicBezTo>
                  <a:cubicBezTo>
                    <a:pt x="240" y="772"/>
                    <a:pt x="45" y="1392"/>
                    <a:pt x="14" y="2050"/>
                  </a:cubicBezTo>
                  <a:cubicBezTo>
                    <a:pt x="1" y="2151"/>
                    <a:pt x="1" y="2262"/>
                    <a:pt x="1" y="2373"/>
                  </a:cubicBezTo>
                  <a:cubicBezTo>
                    <a:pt x="14" y="2488"/>
                    <a:pt x="14" y="2572"/>
                    <a:pt x="14" y="2670"/>
                  </a:cubicBezTo>
                  <a:cubicBezTo>
                    <a:pt x="156" y="2502"/>
                    <a:pt x="382" y="2276"/>
                    <a:pt x="648" y="2067"/>
                  </a:cubicBezTo>
                  <a:cubicBezTo>
                    <a:pt x="1140" y="1686"/>
                    <a:pt x="1842" y="550"/>
                    <a:pt x="2024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874538" y="2218877"/>
              <a:ext cx="475674" cy="487213"/>
            </a:xfrm>
            <a:custGeom>
              <a:rect b="b" l="l" r="r" t="t"/>
              <a:pathLst>
                <a:path extrusionOk="0" h="3209" w="3133">
                  <a:moveTo>
                    <a:pt x="1544" y="0"/>
                  </a:moveTo>
                  <a:lnTo>
                    <a:pt x="169" y="58"/>
                  </a:lnTo>
                  <a:lnTo>
                    <a:pt x="57" y="58"/>
                  </a:lnTo>
                  <a:cubicBezTo>
                    <a:pt x="57" y="58"/>
                    <a:pt x="41" y="213"/>
                    <a:pt x="27" y="422"/>
                  </a:cubicBezTo>
                  <a:cubicBezTo>
                    <a:pt x="14" y="745"/>
                    <a:pt x="0" y="1251"/>
                    <a:pt x="57" y="1602"/>
                  </a:cubicBezTo>
                  <a:cubicBezTo>
                    <a:pt x="125" y="1969"/>
                    <a:pt x="310" y="2347"/>
                    <a:pt x="519" y="2630"/>
                  </a:cubicBezTo>
                  <a:cubicBezTo>
                    <a:pt x="631" y="2782"/>
                    <a:pt x="745" y="2910"/>
                    <a:pt x="870" y="2994"/>
                  </a:cubicBezTo>
                  <a:cubicBezTo>
                    <a:pt x="1127" y="3180"/>
                    <a:pt x="1278" y="3208"/>
                    <a:pt x="1346" y="3208"/>
                  </a:cubicBezTo>
                  <a:cubicBezTo>
                    <a:pt x="1375" y="3208"/>
                    <a:pt x="1389" y="3203"/>
                    <a:pt x="1389" y="3203"/>
                  </a:cubicBezTo>
                  <a:lnTo>
                    <a:pt x="1743" y="3203"/>
                  </a:lnTo>
                  <a:cubicBezTo>
                    <a:pt x="1743" y="3203"/>
                    <a:pt x="1758" y="3208"/>
                    <a:pt x="1790" y="3208"/>
                  </a:cubicBezTo>
                  <a:cubicBezTo>
                    <a:pt x="1862" y="3208"/>
                    <a:pt x="2021" y="3180"/>
                    <a:pt x="2276" y="2994"/>
                  </a:cubicBezTo>
                  <a:cubicBezTo>
                    <a:pt x="2387" y="2910"/>
                    <a:pt x="2515" y="2782"/>
                    <a:pt x="2627" y="2630"/>
                  </a:cubicBezTo>
                  <a:cubicBezTo>
                    <a:pt x="2839" y="2347"/>
                    <a:pt x="3007" y="1969"/>
                    <a:pt x="3075" y="1602"/>
                  </a:cubicBezTo>
                  <a:cubicBezTo>
                    <a:pt x="3132" y="1308"/>
                    <a:pt x="3132" y="927"/>
                    <a:pt x="3119" y="607"/>
                  </a:cubicBezTo>
                  <a:cubicBezTo>
                    <a:pt x="3105" y="297"/>
                    <a:pt x="3075" y="58"/>
                    <a:pt x="3075" y="58"/>
                  </a:cubicBezTo>
                  <a:lnTo>
                    <a:pt x="2964" y="58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4"/>
            <p:cNvSpPr/>
            <p:nvPr/>
          </p:nvSpPr>
          <p:spPr>
            <a:xfrm>
              <a:off x="872413" y="2221458"/>
              <a:ext cx="477799" cy="396724"/>
            </a:xfrm>
            <a:custGeom>
              <a:rect b="b" l="l" r="r" t="t"/>
              <a:pathLst>
                <a:path extrusionOk="0" h="2613" w="3147">
                  <a:moveTo>
                    <a:pt x="1504" y="0"/>
                  </a:moveTo>
                  <a:lnTo>
                    <a:pt x="183" y="54"/>
                  </a:lnTo>
                  <a:lnTo>
                    <a:pt x="183" y="41"/>
                  </a:lnTo>
                  <a:lnTo>
                    <a:pt x="71" y="41"/>
                  </a:lnTo>
                  <a:lnTo>
                    <a:pt x="71" y="67"/>
                  </a:lnTo>
                  <a:lnTo>
                    <a:pt x="28" y="67"/>
                  </a:lnTo>
                  <a:cubicBezTo>
                    <a:pt x="28" y="67"/>
                    <a:pt x="14" y="209"/>
                    <a:pt x="1" y="421"/>
                  </a:cubicBezTo>
                  <a:lnTo>
                    <a:pt x="41" y="421"/>
                  </a:lnTo>
                  <a:cubicBezTo>
                    <a:pt x="28" y="742"/>
                    <a:pt x="14" y="1234"/>
                    <a:pt x="71" y="1585"/>
                  </a:cubicBezTo>
                  <a:cubicBezTo>
                    <a:pt x="139" y="1952"/>
                    <a:pt x="324" y="2330"/>
                    <a:pt x="533" y="2613"/>
                  </a:cubicBezTo>
                  <a:cubicBezTo>
                    <a:pt x="688" y="2191"/>
                    <a:pt x="533" y="1642"/>
                    <a:pt x="392" y="1123"/>
                  </a:cubicBezTo>
                  <a:cubicBezTo>
                    <a:pt x="338" y="870"/>
                    <a:pt x="281" y="617"/>
                    <a:pt x="240" y="405"/>
                  </a:cubicBezTo>
                  <a:cubicBezTo>
                    <a:pt x="476" y="387"/>
                    <a:pt x="740" y="375"/>
                    <a:pt x="1022" y="375"/>
                  </a:cubicBezTo>
                  <a:cubicBezTo>
                    <a:pt x="1595" y="375"/>
                    <a:pt x="2245" y="424"/>
                    <a:pt x="2893" y="573"/>
                  </a:cubicBezTo>
                  <a:cubicBezTo>
                    <a:pt x="2866" y="742"/>
                    <a:pt x="2823" y="941"/>
                    <a:pt x="2769" y="1123"/>
                  </a:cubicBezTo>
                  <a:cubicBezTo>
                    <a:pt x="2627" y="1642"/>
                    <a:pt x="2472" y="2191"/>
                    <a:pt x="2641" y="2613"/>
                  </a:cubicBezTo>
                  <a:cubicBezTo>
                    <a:pt x="2853" y="2330"/>
                    <a:pt x="3021" y="1952"/>
                    <a:pt x="3089" y="1585"/>
                  </a:cubicBezTo>
                  <a:cubicBezTo>
                    <a:pt x="3146" y="1291"/>
                    <a:pt x="3146" y="910"/>
                    <a:pt x="3133" y="590"/>
                  </a:cubicBezTo>
                  <a:cubicBezTo>
                    <a:pt x="3119" y="280"/>
                    <a:pt x="3089" y="41"/>
                    <a:pt x="3089" y="41"/>
                  </a:cubicBezTo>
                  <a:lnTo>
                    <a:pt x="2978" y="41"/>
                  </a:lnTo>
                  <a:lnTo>
                    <a:pt x="2978" y="67"/>
                  </a:lnTo>
                  <a:lnTo>
                    <a:pt x="155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819273" y="2195799"/>
              <a:ext cx="134215" cy="392169"/>
            </a:xfrm>
            <a:custGeom>
              <a:rect b="b" l="l" r="r" t="t"/>
              <a:pathLst>
                <a:path extrusionOk="0" h="2583" w="884">
                  <a:moveTo>
                    <a:pt x="546" y="0"/>
                  </a:moveTo>
                  <a:lnTo>
                    <a:pt x="84" y="338"/>
                  </a:lnTo>
                  <a:cubicBezTo>
                    <a:pt x="84" y="338"/>
                    <a:pt x="0" y="897"/>
                    <a:pt x="111" y="1403"/>
                  </a:cubicBezTo>
                  <a:cubicBezTo>
                    <a:pt x="236" y="1909"/>
                    <a:pt x="378" y="2512"/>
                    <a:pt x="378" y="2512"/>
                  </a:cubicBezTo>
                  <a:lnTo>
                    <a:pt x="506" y="2583"/>
                  </a:lnTo>
                  <a:cubicBezTo>
                    <a:pt x="573" y="2556"/>
                    <a:pt x="631" y="2529"/>
                    <a:pt x="674" y="2499"/>
                  </a:cubicBezTo>
                  <a:cubicBezTo>
                    <a:pt x="883" y="2303"/>
                    <a:pt x="701" y="1922"/>
                    <a:pt x="590" y="1265"/>
                  </a:cubicBezTo>
                  <a:cubicBezTo>
                    <a:pt x="519" y="911"/>
                    <a:pt x="506" y="631"/>
                    <a:pt x="506" y="422"/>
                  </a:cubicBezTo>
                  <a:cubicBezTo>
                    <a:pt x="506" y="152"/>
                    <a:pt x="533" y="14"/>
                    <a:pt x="54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4"/>
            <p:cNvSpPr/>
            <p:nvPr/>
          </p:nvSpPr>
          <p:spPr>
            <a:xfrm>
              <a:off x="819273" y="2195799"/>
              <a:ext cx="102483" cy="392169"/>
            </a:xfrm>
            <a:custGeom>
              <a:rect b="b" l="l" r="r" t="t"/>
              <a:pathLst>
                <a:path extrusionOk="0" h="2583" w="675">
                  <a:moveTo>
                    <a:pt x="546" y="0"/>
                  </a:moveTo>
                  <a:lnTo>
                    <a:pt x="84" y="338"/>
                  </a:lnTo>
                  <a:cubicBezTo>
                    <a:pt x="84" y="338"/>
                    <a:pt x="0" y="897"/>
                    <a:pt x="111" y="1403"/>
                  </a:cubicBezTo>
                  <a:cubicBezTo>
                    <a:pt x="236" y="1909"/>
                    <a:pt x="378" y="2512"/>
                    <a:pt x="378" y="2512"/>
                  </a:cubicBezTo>
                  <a:lnTo>
                    <a:pt x="506" y="2583"/>
                  </a:lnTo>
                  <a:cubicBezTo>
                    <a:pt x="573" y="2556"/>
                    <a:pt x="631" y="2529"/>
                    <a:pt x="674" y="2499"/>
                  </a:cubicBezTo>
                  <a:cubicBezTo>
                    <a:pt x="674" y="2317"/>
                    <a:pt x="631" y="2064"/>
                    <a:pt x="519" y="1784"/>
                  </a:cubicBezTo>
                  <a:cubicBezTo>
                    <a:pt x="293" y="1234"/>
                    <a:pt x="280" y="715"/>
                    <a:pt x="307" y="604"/>
                  </a:cubicBezTo>
                  <a:cubicBezTo>
                    <a:pt x="307" y="533"/>
                    <a:pt x="405" y="462"/>
                    <a:pt x="506" y="422"/>
                  </a:cubicBezTo>
                  <a:cubicBezTo>
                    <a:pt x="506" y="152"/>
                    <a:pt x="533" y="14"/>
                    <a:pt x="546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4"/>
            <p:cNvSpPr/>
            <p:nvPr/>
          </p:nvSpPr>
          <p:spPr>
            <a:xfrm>
              <a:off x="1279916" y="2195799"/>
              <a:ext cx="136341" cy="392169"/>
            </a:xfrm>
            <a:custGeom>
              <a:rect b="b" l="l" r="r" t="t"/>
              <a:pathLst>
                <a:path extrusionOk="0" h="2583" w="898">
                  <a:moveTo>
                    <a:pt x="351" y="0"/>
                  </a:moveTo>
                  <a:cubicBezTo>
                    <a:pt x="364" y="14"/>
                    <a:pt x="391" y="152"/>
                    <a:pt x="391" y="422"/>
                  </a:cubicBezTo>
                  <a:cubicBezTo>
                    <a:pt x="391" y="631"/>
                    <a:pt x="378" y="911"/>
                    <a:pt x="307" y="1265"/>
                  </a:cubicBezTo>
                  <a:cubicBezTo>
                    <a:pt x="196" y="1922"/>
                    <a:pt x="0" y="2303"/>
                    <a:pt x="223" y="2499"/>
                  </a:cubicBezTo>
                  <a:cubicBezTo>
                    <a:pt x="267" y="2529"/>
                    <a:pt x="321" y="2556"/>
                    <a:pt x="391" y="2583"/>
                  </a:cubicBezTo>
                  <a:lnTo>
                    <a:pt x="520" y="2512"/>
                  </a:lnTo>
                  <a:cubicBezTo>
                    <a:pt x="520" y="2512"/>
                    <a:pt x="658" y="1909"/>
                    <a:pt x="786" y="1403"/>
                  </a:cubicBezTo>
                  <a:cubicBezTo>
                    <a:pt x="897" y="897"/>
                    <a:pt x="813" y="338"/>
                    <a:pt x="813" y="338"/>
                  </a:cubicBezTo>
                  <a:lnTo>
                    <a:pt x="35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4"/>
            <p:cNvSpPr/>
            <p:nvPr/>
          </p:nvSpPr>
          <p:spPr>
            <a:xfrm>
              <a:off x="1313622" y="2195799"/>
              <a:ext cx="102635" cy="392169"/>
            </a:xfrm>
            <a:custGeom>
              <a:rect b="b" l="l" r="r" t="t"/>
              <a:pathLst>
                <a:path extrusionOk="0" h="2583" w="676">
                  <a:moveTo>
                    <a:pt x="129" y="0"/>
                  </a:moveTo>
                  <a:cubicBezTo>
                    <a:pt x="142" y="14"/>
                    <a:pt x="169" y="152"/>
                    <a:pt x="169" y="422"/>
                  </a:cubicBezTo>
                  <a:cubicBezTo>
                    <a:pt x="254" y="462"/>
                    <a:pt x="351" y="533"/>
                    <a:pt x="368" y="604"/>
                  </a:cubicBezTo>
                  <a:cubicBezTo>
                    <a:pt x="395" y="715"/>
                    <a:pt x="382" y="1234"/>
                    <a:pt x="156" y="1784"/>
                  </a:cubicBezTo>
                  <a:cubicBezTo>
                    <a:pt x="31" y="2064"/>
                    <a:pt x="1" y="2317"/>
                    <a:pt x="1" y="2499"/>
                  </a:cubicBezTo>
                  <a:cubicBezTo>
                    <a:pt x="45" y="2529"/>
                    <a:pt x="99" y="2556"/>
                    <a:pt x="169" y="2583"/>
                  </a:cubicBezTo>
                  <a:lnTo>
                    <a:pt x="298" y="2512"/>
                  </a:lnTo>
                  <a:cubicBezTo>
                    <a:pt x="298" y="2512"/>
                    <a:pt x="436" y="1909"/>
                    <a:pt x="564" y="1403"/>
                  </a:cubicBezTo>
                  <a:cubicBezTo>
                    <a:pt x="675" y="897"/>
                    <a:pt x="591" y="338"/>
                    <a:pt x="591" y="338"/>
                  </a:cubicBezTo>
                  <a:lnTo>
                    <a:pt x="129" y="0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4"/>
            <p:cNvSpPr/>
            <p:nvPr/>
          </p:nvSpPr>
          <p:spPr>
            <a:xfrm>
              <a:off x="812593" y="1932683"/>
              <a:ext cx="610192" cy="671530"/>
            </a:xfrm>
            <a:custGeom>
              <a:rect b="b" l="l" r="r" t="t"/>
              <a:pathLst>
                <a:path extrusionOk="0" h="4423" w="4019">
                  <a:moveTo>
                    <a:pt x="1901" y="1"/>
                  </a:moveTo>
                  <a:cubicBezTo>
                    <a:pt x="1868" y="1"/>
                    <a:pt x="1819" y="4"/>
                    <a:pt x="1757" y="17"/>
                  </a:cubicBezTo>
                  <a:cubicBezTo>
                    <a:pt x="1602" y="31"/>
                    <a:pt x="1376" y="88"/>
                    <a:pt x="1123" y="200"/>
                  </a:cubicBezTo>
                  <a:cubicBezTo>
                    <a:pt x="830" y="341"/>
                    <a:pt x="519" y="580"/>
                    <a:pt x="297" y="988"/>
                  </a:cubicBezTo>
                  <a:cubicBezTo>
                    <a:pt x="142" y="1241"/>
                    <a:pt x="71" y="1521"/>
                    <a:pt x="27" y="1787"/>
                  </a:cubicBezTo>
                  <a:cubicBezTo>
                    <a:pt x="0" y="2071"/>
                    <a:pt x="0" y="2337"/>
                    <a:pt x="27" y="2559"/>
                  </a:cubicBezTo>
                  <a:cubicBezTo>
                    <a:pt x="27" y="2559"/>
                    <a:pt x="58" y="2674"/>
                    <a:pt x="71" y="2812"/>
                  </a:cubicBezTo>
                  <a:cubicBezTo>
                    <a:pt x="71" y="2940"/>
                    <a:pt x="85" y="3082"/>
                    <a:pt x="71" y="3220"/>
                  </a:cubicBezTo>
                  <a:cubicBezTo>
                    <a:pt x="44" y="3544"/>
                    <a:pt x="253" y="3841"/>
                    <a:pt x="240" y="3965"/>
                  </a:cubicBezTo>
                  <a:cubicBezTo>
                    <a:pt x="240" y="4077"/>
                    <a:pt x="182" y="4178"/>
                    <a:pt x="196" y="4316"/>
                  </a:cubicBezTo>
                  <a:cubicBezTo>
                    <a:pt x="211" y="4387"/>
                    <a:pt x="274" y="4422"/>
                    <a:pt x="348" y="4422"/>
                  </a:cubicBezTo>
                  <a:cubicBezTo>
                    <a:pt x="422" y="4422"/>
                    <a:pt x="506" y="4387"/>
                    <a:pt x="563" y="4316"/>
                  </a:cubicBezTo>
                  <a:cubicBezTo>
                    <a:pt x="661" y="4191"/>
                    <a:pt x="479" y="3672"/>
                    <a:pt x="351" y="3234"/>
                  </a:cubicBezTo>
                  <a:cubicBezTo>
                    <a:pt x="310" y="3109"/>
                    <a:pt x="280" y="2981"/>
                    <a:pt x="267" y="2870"/>
                  </a:cubicBezTo>
                  <a:cubicBezTo>
                    <a:pt x="240" y="2559"/>
                    <a:pt x="253" y="2293"/>
                    <a:pt x="267" y="2209"/>
                  </a:cubicBezTo>
                  <a:cubicBezTo>
                    <a:pt x="267" y="2209"/>
                    <a:pt x="351" y="2155"/>
                    <a:pt x="519" y="2098"/>
                  </a:cubicBezTo>
                  <a:cubicBezTo>
                    <a:pt x="661" y="2040"/>
                    <a:pt x="857" y="1986"/>
                    <a:pt x="1109" y="1943"/>
                  </a:cubicBezTo>
                  <a:cubicBezTo>
                    <a:pt x="1265" y="1929"/>
                    <a:pt x="1433" y="1902"/>
                    <a:pt x="1615" y="1902"/>
                  </a:cubicBezTo>
                  <a:lnTo>
                    <a:pt x="2387" y="1902"/>
                  </a:lnTo>
                  <a:cubicBezTo>
                    <a:pt x="2586" y="1902"/>
                    <a:pt x="2755" y="1929"/>
                    <a:pt x="2910" y="1943"/>
                  </a:cubicBezTo>
                  <a:cubicBezTo>
                    <a:pt x="3163" y="1986"/>
                    <a:pt x="3358" y="2040"/>
                    <a:pt x="3500" y="2098"/>
                  </a:cubicBezTo>
                  <a:cubicBezTo>
                    <a:pt x="3651" y="2155"/>
                    <a:pt x="3753" y="2209"/>
                    <a:pt x="3753" y="2209"/>
                  </a:cubicBezTo>
                  <a:cubicBezTo>
                    <a:pt x="3766" y="2293"/>
                    <a:pt x="3780" y="2559"/>
                    <a:pt x="3736" y="2856"/>
                  </a:cubicBezTo>
                  <a:cubicBezTo>
                    <a:pt x="3722" y="2981"/>
                    <a:pt x="3709" y="3109"/>
                    <a:pt x="3668" y="3234"/>
                  </a:cubicBezTo>
                  <a:cubicBezTo>
                    <a:pt x="3540" y="3672"/>
                    <a:pt x="3358" y="4191"/>
                    <a:pt x="3456" y="4316"/>
                  </a:cubicBezTo>
                  <a:cubicBezTo>
                    <a:pt x="3512" y="4387"/>
                    <a:pt x="3596" y="4422"/>
                    <a:pt x="3670" y="4422"/>
                  </a:cubicBezTo>
                  <a:cubicBezTo>
                    <a:pt x="3743" y="4422"/>
                    <a:pt x="3807" y="4387"/>
                    <a:pt x="3820" y="4316"/>
                  </a:cubicBezTo>
                  <a:cubicBezTo>
                    <a:pt x="3837" y="4178"/>
                    <a:pt x="3780" y="4077"/>
                    <a:pt x="3780" y="3965"/>
                  </a:cubicBezTo>
                  <a:cubicBezTo>
                    <a:pt x="3766" y="3841"/>
                    <a:pt x="3975" y="3544"/>
                    <a:pt x="3948" y="3220"/>
                  </a:cubicBezTo>
                  <a:cubicBezTo>
                    <a:pt x="3935" y="3065"/>
                    <a:pt x="3948" y="2927"/>
                    <a:pt x="3948" y="2812"/>
                  </a:cubicBezTo>
                  <a:cubicBezTo>
                    <a:pt x="3962" y="2661"/>
                    <a:pt x="3989" y="2559"/>
                    <a:pt x="3989" y="2559"/>
                  </a:cubicBezTo>
                  <a:cubicBezTo>
                    <a:pt x="4005" y="2337"/>
                    <a:pt x="4019" y="2071"/>
                    <a:pt x="3975" y="1801"/>
                  </a:cubicBezTo>
                  <a:cubicBezTo>
                    <a:pt x="3948" y="1521"/>
                    <a:pt x="3864" y="1255"/>
                    <a:pt x="3722" y="988"/>
                  </a:cubicBezTo>
                  <a:cubicBezTo>
                    <a:pt x="3500" y="580"/>
                    <a:pt x="3190" y="341"/>
                    <a:pt x="2893" y="200"/>
                  </a:cubicBezTo>
                  <a:cubicBezTo>
                    <a:pt x="2640" y="88"/>
                    <a:pt x="2418" y="31"/>
                    <a:pt x="2262" y="17"/>
                  </a:cubicBezTo>
                  <a:cubicBezTo>
                    <a:pt x="2198" y="4"/>
                    <a:pt x="2150" y="1"/>
                    <a:pt x="2117" y="1"/>
                  </a:cubicBezTo>
                  <a:cubicBezTo>
                    <a:pt x="2084" y="1"/>
                    <a:pt x="2067" y="4"/>
                    <a:pt x="2067" y="4"/>
                  </a:cubicBezTo>
                  <a:lnTo>
                    <a:pt x="1952" y="4"/>
                  </a:lnTo>
                  <a:cubicBezTo>
                    <a:pt x="1952" y="4"/>
                    <a:pt x="1935" y="1"/>
                    <a:pt x="190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4"/>
            <p:cNvSpPr/>
            <p:nvPr/>
          </p:nvSpPr>
          <p:spPr>
            <a:xfrm>
              <a:off x="1251676" y="1962897"/>
              <a:ext cx="173234" cy="641317"/>
            </a:xfrm>
            <a:custGeom>
              <a:rect b="b" l="l" r="r" t="t"/>
              <a:pathLst>
                <a:path extrusionOk="0" h="4224" w="1141">
                  <a:moveTo>
                    <a:pt x="1" y="1"/>
                  </a:moveTo>
                  <a:lnTo>
                    <a:pt x="1" y="1"/>
                  </a:lnTo>
                  <a:cubicBezTo>
                    <a:pt x="271" y="297"/>
                    <a:pt x="577" y="874"/>
                    <a:pt x="608" y="1899"/>
                  </a:cubicBezTo>
                  <a:cubicBezTo>
                    <a:pt x="759" y="1956"/>
                    <a:pt x="861" y="2010"/>
                    <a:pt x="861" y="2010"/>
                  </a:cubicBezTo>
                  <a:cubicBezTo>
                    <a:pt x="874" y="2138"/>
                    <a:pt x="901" y="2600"/>
                    <a:pt x="776" y="3035"/>
                  </a:cubicBezTo>
                  <a:cubicBezTo>
                    <a:pt x="648" y="3473"/>
                    <a:pt x="466" y="3992"/>
                    <a:pt x="564" y="4117"/>
                  </a:cubicBezTo>
                  <a:cubicBezTo>
                    <a:pt x="620" y="4188"/>
                    <a:pt x="704" y="4223"/>
                    <a:pt x="778" y="4223"/>
                  </a:cubicBezTo>
                  <a:cubicBezTo>
                    <a:pt x="851" y="4223"/>
                    <a:pt x="915" y="4188"/>
                    <a:pt x="928" y="4117"/>
                  </a:cubicBezTo>
                  <a:cubicBezTo>
                    <a:pt x="945" y="3979"/>
                    <a:pt x="888" y="3878"/>
                    <a:pt x="888" y="3766"/>
                  </a:cubicBezTo>
                  <a:cubicBezTo>
                    <a:pt x="874" y="3642"/>
                    <a:pt x="1083" y="3345"/>
                    <a:pt x="1056" y="3021"/>
                  </a:cubicBezTo>
                  <a:cubicBezTo>
                    <a:pt x="1029" y="2684"/>
                    <a:pt x="1097" y="2360"/>
                    <a:pt x="1097" y="2360"/>
                  </a:cubicBezTo>
                  <a:cubicBezTo>
                    <a:pt x="1140" y="1912"/>
                    <a:pt x="1127" y="1322"/>
                    <a:pt x="830" y="789"/>
                  </a:cubicBezTo>
                  <a:cubicBezTo>
                    <a:pt x="608" y="381"/>
                    <a:pt x="298" y="142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4"/>
            <p:cNvSpPr/>
            <p:nvPr/>
          </p:nvSpPr>
          <p:spPr>
            <a:xfrm>
              <a:off x="810467" y="1962897"/>
              <a:ext cx="172627" cy="641317"/>
            </a:xfrm>
            <a:custGeom>
              <a:rect b="b" l="l" r="r" t="t"/>
              <a:pathLst>
                <a:path extrusionOk="0" h="4224" w="1137">
                  <a:moveTo>
                    <a:pt x="1137" y="1"/>
                  </a:moveTo>
                  <a:lnTo>
                    <a:pt x="1137" y="1"/>
                  </a:lnTo>
                  <a:cubicBezTo>
                    <a:pt x="844" y="142"/>
                    <a:pt x="533" y="381"/>
                    <a:pt x="311" y="789"/>
                  </a:cubicBezTo>
                  <a:cubicBezTo>
                    <a:pt x="14" y="1322"/>
                    <a:pt x="1" y="1912"/>
                    <a:pt x="41" y="2360"/>
                  </a:cubicBezTo>
                  <a:cubicBezTo>
                    <a:pt x="41" y="2360"/>
                    <a:pt x="112" y="2684"/>
                    <a:pt x="85" y="3021"/>
                  </a:cubicBezTo>
                  <a:cubicBezTo>
                    <a:pt x="58" y="3345"/>
                    <a:pt x="267" y="3642"/>
                    <a:pt x="254" y="3766"/>
                  </a:cubicBezTo>
                  <a:cubicBezTo>
                    <a:pt x="254" y="3878"/>
                    <a:pt x="196" y="3979"/>
                    <a:pt x="210" y="4117"/>
                  </a:cubicBezTo>
                  <a:cubicBezTo>
                    <a:pt x="225" y="4188"/>
                    <a:pt x="288" y="4223"/>
                    <a:pt x="362" y="4223"/>
                  </a:cubicBezTo>
                  <a:cubicBezTo>
                    <a:pt x="436" y="4223"/>
                    <a:pt x="520" y="4188"/>
                    <a:pt x="577" y="4117"/>
                  </a:cubicBezTo>
                  <a:cubicBezTo>
                    <a:pt x="675" y="3992"/>
                    <a:pt x="493" y="3473"/>
                    <a:pt x="365" y="3035"/>
                  </a:cubicBezTo>
                  <a:cubicBezTo>
                    <a:pt x="240" y="2600"/>
                    <a:pt x="267" y="2138"/>
                    <a:pt x="281" y="2010"/>
                  </a:cubicBezTo>
                  <a:cubicBezTo>
                    <a:pt x="281" y="2010"/>
                    <a:pt x="365" y="1956"/>
                    <a:pt x="533" y="1899"/>
                  </a:cubicBezTo>
                  <a:cubicBezTo>
                    <a:pt x="547" y="874"/>
                    <a:pt x="871" y="297"/>
                    <a:pt x="113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4"/>
            <p:cNvSpPr/>
            <p:nvPr/>
          </p:nvSpPr>
          <p:spPr>
            <a:xfrm>
              <a:off x="1079201" y="1932683"/>
              <a:ext cx="76976" cy="288927"/>
            </a:xfrm>
            <a:custGeom>
              <a:rect b="b" l="l" r="r" t="t"/>
              <a:pathLst>
                <a:path extrusionOk="0" h="1903" w="507">
                  <a:moveTo>
                    <a:pt x="145" y="1"/>
                  </a:moveTo>
                  <a:cubicBezTo>
                    <a:pt x="112" y="1"/>
                    <a:pt x="63" y="4"/>
                    <a:pt x="1" y="17"/>
                  </a:cubicBezTo>
                  <a:lnTo>
                    <a:pt x="1" y="1902"/>
                  </a:lnTo>
                  <a:lnTo>
                    <a:pt x="506" y="1902"/>
                  </a:lnTo>
                  <a:lnTo>
                    <a:pt x="506" y="17"/>
                  </a:lnTo>
                  <a:cubicBezTo>
                    <a:pt x="442" y="4"/>
                    <a:pt x="394" y="1"/>
                    <a:pt x="361" y="1"/>
                  </a:cubicBezTo>
                  <a:cubicBezTo>
                    <a:pt x="328" y="1"/>
                    <a:pt x="311" y="4"/>
                    <a:pt x="311" y="4"/>
                  </a:cubicBezTo>
                  <a:lnTo>
                    <a:pt x="196" y="4"/>
                  </a:lnTo>
                  <a:cubicBezTo>
                    <a:pt x="196" y="4"/>
                    <a:pt x="179" y="1"/>
                    <a:pt x="14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4"/>
            <p:cNvSpPr/>
            <p:nvPr/>
          </p:nvSpPr>
          <p:spPr>
            <a:xfrm>
              <a:off x="782835" y="2152832"/>
              <a:ext cx="667735" cy="548399"/>
            </a:xfrm>
            <a:custGeom>
              <a:rect b="b" l="l" r="r" t="t"/>
              <a:pathLst>
                <a:path extrusionOk="0" h="3612" w="4398">
                  <a:moveTo>
                    <a:pt x="2135" y="226"/>
                  </a:moveTo>
                  <a:lnTo>
                    <a:pt x="2135" y="351"/>
                  </a:lnTo>
                  <a:cubicBezTo>
                    <a:pt x="1434" y="368"/>
                    <a:pt x="729" y="422"/>
                    <a:pt x="338" y="536"/>
                  </a:cubicBezTo>
                  <a:cubicBezTo>
                    <a:pt x="338" y="493"/>
                    <a:pt x="324" y="452"/>
                    <a:pt x="324" y="422"/>
                  </a:cubicBezTo>
                  <a:cubicBezTo>
                    <a:pt x="675" y="297"/>
                    <a:pt x="1403" y="240"/>
                    <a:pt x="2135" y="226"/>
                  </a:cubicBezTo>
                  <a:close/>
                  <a:moveTo>
                    <a:pt x="2276" y="226"/>
                  </a:moveTo>
                  <a:cubicBezTo>
                    <a:pt x="3005" y="240"/>
                    <a:pt x="3723" y="297"/>
                    <a:pt x="4087" y="422"/>
                  </a:cubicBezTo>
                  <a:cubicBezTo>
                    <a:pt x="4087" y="452"/>
                    <a:pt x="4073" y="493"/>
                    <a:pt x="4060" y="536"/>
                  </a:cubicBezTo>
                  <a:cubicBezTo>
                    <a:pt x="3665" y="422"/>
                    <a:pt x="2978" y="368"/>
                    <a:pt x="2276" y="351"/>
                  </a:cubicBezTo>
                  <a:lnTo>
                    <a:pt x="2276" y="226"/>
                  </a:lnTo>
                  <a:close/>
                  <a:moveTo>
                    <a:pt x="2198" y="508"/>
                  </a:moveTo>
                  <a:cubicBezTo>
                    <a:pt x="2921" y="508"/>
                    <a:pt x="3645" y="563"/>
                    <a:pt x="4033" y="675"/>
                  </a:cubicBezTo>
                  <a:cubicBezTo>
                    <a:pt x="3976" y="985"/>
                    <a:pt x="3891" y="1406"/>
                    <a:pt x="3807" y="1841"/>
                  </a:cubicBezTo>
                  <a:cubicBezTo>
                    <a:pt x="3652" y="1801"/>
                    <a:pt x="3470" y="1757"/>
                    <a:pt x="3328" y="1757"/>
                  </a:cubicBezTo>
                  <a:lnTo>
                    <a:pt x="3160" y="1757"/>
                  </a:lnTo>
                  <a:cubicBezTo>
                    <a:pt x="3160" y="1716"/>
                    <a:pt x="3133" y="1686"/>
                    <a:pt x="3089" y="1686"/>
                  </a:cubicBezTo>
                  <a:cubicBezTo>
                    <a:pt x="3084" y="1684"/>
                    <a:pt x="3079" y="1683"/>
                    <a:pt x="3074" y="1683"/>
                  </a:cubicBezTo>
                  <a:cubicBezTo>
                    <a:pt x="3042" y="1683"/>
                    <a:pt x="3021" y="1720"/>
                    <a:pt x="3021" y="1743"/>
                  </a:cubicBezTo>
                  <a:lnTo>
                    <a:pt x="3021" y="1757"/>
                  </a:lnTo>
                  <a:lnTo>
                    <a:pt x="1390" y="1757"/>
                  </a:lnTo>
                  <a:lnTo>
                    <a:pt x="1390" y="1743"/>
                  </a:lnTo>
                  <a:cubicBezTo>
                    <a:pt x="1390" y="1720"/>
                    <a:pt x="1369" y="1683"/>
                    <a:pt x="1335" y="1683"/>
                  </a:cubicBezTo>
                  <a:cubicBezTo>
                    <a:pt x="1330" y="1683"/>
                    <a:pt x="1325" y="1684"/>
                    <a:pt x="1319" y="1686"/>
                  </a:cubicBezTo>
                  <a:cubicBezTo>
                    <a:pt x="1278" y="1686"/>
                    <a:pt x="1251" y="1716"/>
                    <a:pt x="1251" y="1757"/>
                  </a:cubicBezTo>
                  <a:lnTo>
                    <a:pt x="1083" y="1757"/>
                  </a:lnTo>
                  <a:cubicBezTo>
                    <a:pt x="941" y="1757"/>
                    <a:pt x="759" y="1801"/>
                    <a:pt x="604" y="1841"/>
                  </a:cubicBezTo>
                  <a:cubicBezTo>
                    <a:pt x="520" y="1406"/>
                    <a:pt x="436" y="985"/>
                    <a:pt x="365" y="675"/>
                  </a:cubicBezTo>
                  <a:cubicBezTo>
                    <a:pt x="751" y="563"/>
                    <a:pt x="1474" y="508"/>
                    <a:pt x="2198" y="508"/>
                  </a:cubicBezTo>
                  <a:close/>
                  <a:moveTo>
                    <a:pt x="223" y="718"/>
                  </a:moveTo>
                  <a:cubicBezTo>
                    <a:pt x="281" y="1025"/>
                    <a:pt x="378" y="1463"/>
                    <a:pt x="463" y="1885"/>
                  </a:cubicBezTo>
                  <a:cubicBezTo>
                    <a:pt x="449" y="1885"/>
                    <a:pt x="436" y="1898"/>
                    <a:pt x="422" y="1898"/>
                  </a:cubicBezTo>
                  <a:cubicBezTo>
                    <a:pt x="378" y="1912"/>
                    <a:pt x="338" y="1925"/>
                    <a:pt x="307" y="1939"/>
                  </a:cubicBezTo>
                  <a:cubicBezTo>
                    <a:pt x="294" y="1939"/>
                    <a:pt x="281" y="1925"/>
                    <a:pt x="267" y="1925"/>
                  </a:cubicBezTo>
                  <a:cubicBezTo>
                    <a:pt x="156" y="1602"/>
                    <a:pt x="156" y="1238"/>
                    <a:pt x="183" y="971"/>
                  </a:cubicBezTo>
                  <a:cubicBezTo>
                    <a:pt x="196" y="887"/>
                    <a:pt x="210" y="803"/>
                    <a:pt x="210" y="718"/>
                  </a:cubicBezTo>
                  <a:close/>
                  <a:moveTo>
                    <a:pt x="4185" y="718"/>
                  </a:moveTo>
                  <a:cubicBezTo>
                    <a:pt x="4201" y="803"/>
                    <a:pt x="4215" y="887"/>
                    <a:pt x="4228" y="971"/>
                  </a:cubicBezTo>
                  <a:cubicBezTo>
                    <a:pt x="4242" y="1238"/>
                    <a:pt x="4255" y="1602"/>
                    <a:pt x="4131" y="1925"/>
                  </a:cubicBezTo>
                  <a:cubicBezTo>
                    <a:pt x="4131" y="1925"/>
                    <a:pt x="4117" y="1939"/>
                    <a:pt x="4100" y="1939"/>
                  </a:cubicBezTo>
                  <a:cubicBezTo>
                    <a:pt x="4073" y="1925"/>
                    <a:pt x="4033" y="1912"/>
                    <a:pt x="3989" y="1898"/>
                  </a:cubicBezTo>
                  <a:cubicBezTo>
                    <a:pt x="3976" y="1898"/>
                    <a:pt x="3962" y="1885"/>
                    <a:pt x="3949" y="1885"/>
                  </a:cubicBezTo>
                  <a:cubicBezTo>
                    <a:pt x="4033" y="1447"/>
                    <a:pt x="4117" y="1025"/>
                    <a:pt x="4185" y="718"/>
                  </a:cubicBezTo>
                  <a:close/>
                  <a:moveTo>
                    <a:pt x="493" y="2023"/>
                  </a:moveTo>
                  <a:cubicBezTo>
                    <a:pt x="506" y="2080"/>
                    <a:pt x="520" y="2138"/>
                    <a:pt x="533" y="2192"/>
                  </a:cubicBezTo>
                  <a:cubicBezTo>
                    <a:pt x="476" y="2222"/>
                    <a:pt x="422" y="2236"/>
                    <a:pt x="378" y="2236"/>
                  </a:cubicBezTo>
                  <a:lnTo>
                    <a:pt x="378" y="2067"/>
                  </a:lnTo>
                  <a:cubicBezTo>
                    <a:pt x="392" y="2067"/>
                    <a:pt x="436" y="2053"/>
                    <a:pt x="463" y="2037"/>
                  </a:cubicBezTo>
                  <a:cubicBezTo>
                    <a:pt x="476" y="2037"/>
                    <a:pt x="493" y="2037"/>
                    <a:pt x="493" y="2023"/>
                  </a:cubicBezTo>
                  <a:close/>
                  <a:moveTo>
                    <a:pt x="3905" y="2023"/>
                  </a:moveTo>
                  <a:cubicBezTo>
                    <a:pt x="3918" y="2037"/>
                    <a:pt x="3932" y="2037"/>
                    <a:pt x="3949" y="2037"/>
                  </a:cubicBezTo>
                  <a:cubicBezTo>
                    <a:pt x="3976" y="2053"/>
                    <a:pt x="4003" y="2067"/>
                    <a:pt x="4033" y="2067"/>
                  </a:cubicBezTo>
                  <a:lnTo>
                    <a:pt x="4033" y="2236"/>
                  </a:lnTo>
                  <a:cubicBezTo>
                    <a:pt x="3989" y="2236"/>
                    <a:pt x="3932" y="2222"/>
                    <a:pt x="3878" y="2192"/>
                  </a:cubicBezTo>
                  <a:cubicBezTo>
                    <a:pt x="3891" y="2138"/>
                    <a:pt x="3905" y="2080"/>
                    <a:pt x="3905" y="2023"/>
                  </a:cubicBezTo>
                  <a:close/>
                  <a:moveTo>
                    <a:pt x="560" y="2347"/>
                  </a:moveTo>
                  <a:cubicBezTo>
                    <a:pt x="645" y="2684"/>
                    <a:pt x="715" y="2981"/>
                    <a:pt x="786" y="3190"/>
                  </a:cubicBezTo>
                  <a:cubicBezTo>
                    <a:pt x="688" y="3149"/>
                    <a:pt x="618" y="3092"/>
                    <a:pt x="560" y="3048"/>
                  </a:cubicBezTo>
                  <a:cubicBezTo>
                    <a:pt x="378" y="2879"/>
                    <a:pt x="378" y="2728"/>
                    <a:pt x="378" y="2728"/>
                  </a:cubicBezTo>
                  <a:lnTo>
                    <a:pt x="378" y="2391"/>
                  </a:lnTo>
                  <a:cubicBezTo>
                    <a:pt x="422" y="2391"/>
                    <a:pt x="493" y="2374"/>
                    <a:pt x="560" y="2347"/>
                  </a:cubicBezTo>
                  <a:close/>
                  <a:moveTo>
                    <a:pt x="3834" y="2347"/>
                  </a:moveTo>
                  <a:cubicBezTo>
                    <a:pt x="3918" y="2374"/>
                    <a:pt x="3976" y="2391"/>
                    <a:pt x="4033" y="2391"/>
                  </a:cubicBezTo>
                  <a:lnTo>
                    <a:pt x="4033" y="2728"/>
                  </a:lnTo>
                  <a:cubicBezTo>
                    <a:pt x="4033" y="2728"/>
                    <a:pt x="4033" y="2879"/>
                    <a:pt x="3847" y="3035"/>
                  </a:cubicBezTo>
                  <a:cubicBezTo>
                    <a:pt x="3807" y="3092"/>
                    <a:pt x="3723" y="3149"/>
                    <a:pt x="3625" y="3190"/>
                  </a:cubicBezTo>
                  <a:cubicBezTo>
                    <a:pt x="3696" y="2981"/>
                    <a:pt x="3763" y="2684"/>
                    <a:pt x="3834" y="2347"/>
                  </a:cubicBezTo>
                  <a:close/>
                  <a:moveTo>
                    <a:pt x="1265" y="1912"/>
                  </a:moveTo>
                  <a:cubicBezTo>
                    <a:pt x="1292" y="2205"/>
                    <a:pt x="1363" y="2910"/>
                    <a:pt x="1558" y="3402"/>
                  </a:cubicBezTo>
                  <a:cubicBezTo>
                    <a:pt x="1319" y="3372"/>
                    <a:pt x="1123" y="3331"/>
                    <a:pt x="968" y="3274"/>
                  </a:cubicBezTo>
                  <a:cubicBezTo>
                    <a:pt x="884" y="3065"/>
                    <a:pt x="800" y="2684"/>
                    <a:pt x="702" y="2249"/>
                  </a:cubicBezTo>
                  <a:cubicBezTo>
                    <a:pt x="702" y="2236"/>
                    <a:pt x="702" y="2205"/>
                    <a:pt x="688" y="2192"/>
                  </a:cubicBezTo>
                  <a:lnTo>
                    <a:pt x="688" y="2178"/>
                  </a:lnTo>
                  <a:cubicBezTo>
                    <a:pt x="675" y="2121"/>
                    <a:pt x="645" y="2053"/>
                    <a:pt x="631" y="1983"/>
                  </a:cubicBezTo>
                  <a:cubicBezTo>
                    <a:pt x="786" y="1939"/>
                    <a:pt x="955" y="1912"/>
                    <a:pt x="1083" y="1912"/>
                  </a:cubicBezTo>
                  <a:close/>
                  <a:moveTo>
                    <a:pt x="3328" y="1912"/>
                  </a:moveTo>
                  <a:cubicBezTo>
                    <a:pt x="3456" y="1912"/>
                    <a:pt x="3625" y="1939"/>
                    <a:pt x="3763" y="1983"/>
                  </a:cubicBezTo>
                  <a:cubicBezTo>
                    <a:pt x="3750" y="2053"/>
                    <a:pt x="3736" y="2121"/>
                    <a:pt x="3723" y="2178"/>
                  </a:cubicBezTo>
                  <a:lnTo>
                    <a:pt x="3723" y="2192"/>
                  </a:lnTo>
                  <a:cubicBezTo>
                    <a:pt x="3709" y="2205"/>
                    <a:pt x="3709" y="2236"/>
                    <a:pt x="3709" y="2249"/>
                  </a:cubicBezTo>
                  <a:cubicBezTo>
                    <a:pt x="3611" y="2684"/>
                    <a:pt x="3510" y="3065"/>
                    <a:pt x="3443" y="3274"/>
                  </a:cubicBezTo>
                  <a:cubicBezTo>
                    <a:pt x="3288" y="3331"/>
                    <a:pt x="3089" y="3372"/>
                    <a:pt x="2853" y="3402"/>
                  </a:cubicBezTo>
                  <a:cubicBezTo>
                    <a:pt x="3035" y="2910"/>
                    <a:pt x="3119" y="2205"/>
                    <a:pt x="3146" y="1912"/>
                  </a:cubicBezTo>
                  <a:close/>
                  <a:moveTo>
                    <a:pt x="3005" y="1912"/>
                  </a:moveTo>
                  <a:cubicBezTo>
                    <a:pt x="2964" y="2222"/>
                    <a:pt x="2880" y="2950"/>
                    <a:pt x="2684" y="3415"/>
                  </a:cubicBezTo>
                  <a:cubicBezTo>
                    <a:pt x="2614" y="3429"/>
                    <a:pt x="2543" y="3429"/>
                    <a:pt x="2472" y="3429"/>
                  </a:cubicBezTo>
                  <a:lnTo>
                    <a:pt x="1939" y="3429"/>
                  </a:lnTo>
                  <a:cubicBezTo>
                    <a:pt x="1868" y="3429"/>
                    <a:pt x="1798" y="3429"/>
                    <a:pt x="1727" y="3415"/>
                  </a:cubicBezTo>
                  <a:cubicBezTo>
                    <a:pt x="1531" y="2950"/>
                    <a:pt x="1434" y="2222"/>
                    <a:pt x="1403" y="1912"/>
                  </a:cubicBezTo>
                  <a:close/>
                  <a:moveTo>
                    <a:pt x="2206" y="0"/>
                  </a:moveTo>
                  <a:cubicBezTo>
                    <a:pt x="2162" y="0"/>
                    <a:pt x="2135" y="44"/>
                    <a:pt x="2135" y="71"/>
                  </a:cubicBezTo>
                  <a:lnTo>
                    <a:pt x="2135" y="85"/>
                  </a:lnTo>
                  <a:cubicBezTo>
                    <a:pt x="1390" y="85"/>
                    <a:pt x="675" y="155"/>
                    <a:pt x="294" y="267"/>
                  </a:cubicBezTo>
                  <a:cubicBezTo>
                    <a:pt x="283" y="233"/>
                    <a:pt x="263" y="209"/>
                    <a:pt x="231" y="209"/>
                  </a:cubicBezTo>
                  <a:cubicBezTo>
                    <a:pt x="225" y="209"/>
                    <a:pt x="217" y="210"/>
                    <a:pt x="210" y="213"/>
                  </a:cubicBezTo>
                  <a:cubicBezTo>
                    <a:pt x="169" y="226"/>
                    <a:pt x="139" y="253"/>
                    <a:pt x="156" y="297"/>
                  </a:cubicBezTo>
                  <a:lnTo>
                    <a:pt x="156" y="351"/>
                  </a:lnTo>
                  <a:cubicBezTo>
                    <a:pt x="139" y="381"/>
                    <a:pt x="125" y="435"/>
                    <a:pt x="112" y="519"/>
                  </a:cubicBezTo>
                  <a:cubicBezTo>
                    <a:pt x="85" y="634"/>
                    <a:pt x="55" y="772"/>
                    <a:pt x="41" y="914"/>
                  </a:cubicBezTo>
                  <a:cubicBezTo>
                    <a:pt x="14" y="1194"/>
                    <a:pt x="1" y="1615"/>
                    <a:pt x="139" y="1969"/>
                  </a:cubicBezTo>
                  <a:cubicBezTo>
                    <a:pt x="156" y="2010"/>
                    <a:pt x="183" y="2053"/>
                    <a:pt x="223" y="2067"/>
                  </a:cubicBezTo>
                  <a:lnTo>
                    <a:pt x="223" y="2249"/>
                  </a:lnTo>
                  <a:cubicBezTo>
                    <a:pt x="210" y="2262"/>
                    <a:pt x="210" y="2276"/>
                    <a:pt x="196" y="2289"/>
                  </a:cubicBezTo>
                  <a:cubicBezTo>
                    <a:pt x="196" y="2320"/>
                    <a:pt x="210" y="2347"/>
                    <a:pt x="223" y="2360"/>
                  </a:cubicBezTo>
                  <a:lnTo>
                    <a:pt x="223" y="2728"/>
                  </a:lnTo>
                  <a:cubicBezTo>
                    <a:pt x="223" y="2755"/>
                    <a:pt x="240" y="3415"/>
                    <a:pt x="1629" y="3554"/>
                  </a:cubicBezTo>
                  <a:lnTo>
                    <a:pt x="1629" y="3571"/>
                  </a:lnTo>
                  <a:cubicBezTo>
                    <a:pt x="1643" y="3598"/>
                    <a:pt x="1673" y="3611"/>
                    <a:pt x="1700" y="3611"/>
                  </a:cubicBezTo>
                  <a:cubicBezTo>
                    <a:pt x="1713" y="3611"/>
                    <a:pt x="1727" y="3611"/>
                    <a:pt x="1727" y="3598"/>
                  </a:cubicBezTo>
                  <a:cubicBezTo>
                    <a:pt x="1740" y="3598"/>
                    <a:pt x="1757" y="3584"/>
                    <a:pt x="1771" y="3571"/>
                  </a:cubicBezTo>
                  <a:cubicBezTo>
                    <a:pt x="1825" y="3571"/>
                    <a:pt x="1882" y="3584"/>
                    <a:pt x="1939" y="3584"/>
                  </a:cubicBezTo>
                  <a:lnTo>
                    <a:pt x="2472" y="3584"/>
                  </a:lnTo>
                  <a:cubicBezTo>
                    <a:pt x="2529" y="3584"/>
                    <a:pt x="2583" y="3571"/>
                    <a:pt x="2641" y="3571"/>
                  </a:cubicBezTo>
                  <a:cubicBezTo>
                    <a:pt x="2654" y="3584"/>
                    <a:pt x="2654" y="3598"/>
                    <a:pt x="2667" y="3598"/>
                  </a:cubicBezTo>
                  <a:cubicBezTo>
                    <a:pt x="2684" y="3611"/>
                    <a:pt x="2698" y="3611"/>
                    <a:pt x="2711" y="3611"/>
                  </a:cubicBezTo>
                  <a:cubicBezTo>
                    <a:pt x="2738" y="3611"/>
                    <a:pt x="2752" y="3598"/>
                    <a:pt x="2769" y="3571"/>
                  </a:cubicBezTo>
                  <a:lnTo>
                    <a:pt x="2782" y="3554"/>
                  </a:lnTo>
                  <a:cubicBezTo>
                    <a:pt x="4171" y="3415"/>
                    <a:pt x="4185" y="2755"/>
                    <a:pt x="4185" y="2728"/>
                  </a:cubicBezTo>
                  <a:lnTo>
                    <a:pt x="4185" y="2360"/>
                  </a:lnTo>
                  <a:cubicBezTo>
                    <a:pt x="4201" y="2347"/>
                    <a:pt x="4215" y="2320"/>
                    <a:pt x="4215" y="2289"/>
                  </a:cubicBezTo>
                  <a:cubicBezTo>
                    <a:pt x="4201" y="2276"/>
                    <a:pt x="4201" y="2262"/>
                    <a:pt x="4185" y="2249"/>
                  </a:cubicBezTo>
                  <a:lnTo>
                    <a:pt x="4185" y="2067"/>
                  </a:lnTo>
                  <a:cubicBezTo>
                    <a:pt x="4228" y="2053"/>
                    <a:pt x="4255" y="2010"/>
                    <a:pt x="4269" y="1969"/>
                  </a:cubicBezTo>
                  <a:cubicBezTo>
                    <a:pt x="4397" y="1615"/>
                    <a:pt x="4397" y="1194"/>
                    <a:pt x="4370" y="914"/>
                  </a:cubicBezTo>
                  <a:cubicBezTo>
                    <a:pt x="4353" y="772"/>
                    <a:pt x="4326" y="634"/>
                    <a:pt x="4299" y="519"/>
                  </a:cubicBezTo>
                  <a:cubicBezTo>
                    <a:pt x="4286" y="435"/>
                    <a:pt x="4269" y="381"/>
                    <a:pt x="4255" y="351"/>
                  </a:cubicBezTo>
                  <a:lnTo>
                    <a:pt x="4255" y="297"/>
                  </a:lnTo>
                  <a:cubicBezTo>
                    <a:pt x="4269" y="253"/>
                    <a:pt x="4242" y="226"/>
                    <a:pt x="4201" y="213"/>
                  </a:cubicBezTo>
                  <a:cubicBezTo>
                    <a:pt x="4194" y="210"/>
                    <a:pt x="4186" y="209"/>
                    <a:pt x="4180" y="209"/>
                  </a:cubicBezTo>
                  <a:cubicBezTo>
                    <a:pt x="4149" y="209"/>
                    <a:pt x="4128" y="233"/>
                    <a:pt x="4117" y="267"/>
                  </a:cubicBezTo>
                  <a:cubicBezTo>
                    <a:pt x="3736" y="155"/>
                    <a:pt x="3005" y="85"/>
                    <a:pt x="2276" y="85"/>
                  </a:cubicBezTo>
                  <a:lnTo>
                    <a:pt x="2276" y="71"/>
                  </a:lnTo>
                  <a:cubicBezTo>
                    <a:pt x="2276" y="44"/>
                    <a:pt x="2246" y="0"/>
                    <a:pt x="2206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4"/>
            <p:cNvSpPr/>
            <p:nvPr/>
          </p:nvSpPr>
          <p:spPr>
            <a:xfrm>
              <a:off x="1418079" y="2496264"/>
              <a:ext cx="4707" cy="15031"/>
            </a:xfrm>
            <a:custGeom>
              <a:rect b="b" l="l" r="r" t="t"/>
              <a:pathLst>
                <a:path extrusionOk="0" h="99" w="31">
                  <a:moveTo>
                    <a:pt x="17" y="0"/>
                  </a:moveTo>
                  <a:lnTo>
                    <a:pt x="1" y="14"/>
                  </a:lnTo>
                  <a:lnTo>
                    <a:pt x="1" y="98"/>
                  </a:lnTo>
                  <a:cubicBezTo>
                    <a:pt x="17" y="85"/>
                    <a:pt x="31" y="58"/>
                    <a:pt x="31" y="27"/>
                  </a:cubicBezTo>
                  <a:cubicBezTo>
                    <a:pt x="17" y="14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2" name="Google Shape;452;p44"/>
            <p:cNvGrpSpPr/>
            <p:nvPr/>
          </p:nvGrpSpPr>
          <p:grpSpPr>
            <a:xfrm>
              <a:off x="784961" y="2174240"/>
              <a:ext cx="663484" cy="526991"/>
              <a:chOff x="667564" y="1554562"/>
              <a:chExt cx="792314" cy="629318"/>
            </a:xfrm>
          </p:grpSpPr>
          <p:sp>
            <p:nvSpPr>
              <p:cNvPr id="453" name="Google Shape;453;p44"/>
              <p:cNvSpPr/>
              <p:nvPr/>
            </p:nvSpPr>
            <p:spPr>
              <a:xfrm>
                <a:off x="723769" y="1554562"/>
                <a:ext cx="328348" cy="48590"/>
              </a:xfrm>
              <a:custGeom>
                <a:rect b="b" l="l" r="r" t="t"/>
                <a:pathLst>
                  <a:path extrusionOk="0" h="268" w="1811">
                    <a:moveTo>
                      <a:pt x="1811" y="1"/>
                    </a:moveTo>
                    <a:cubicBezTo>
                      <a:pt x="1079" y="1"/>
                      <a:pt x="351" y="72"/>
                      <a:pt x="0" y="183"/>
                    </a:cubicBezTo>
                    <a:cubicBezTo>
                      <a:pt x="0" y="210"/>
                      <a:pt x="14" y="240"/>
                      <a:pt x="14" y="267"/>
                    </a:cubicBezTo>
                    <a:cubicBezTo>
                      <a:pt x="378" y="156"/>
                      <a:pt x="1079" y="99"/>
                      <a:pt x="1811" y="85"/>
                    </a:cubicBezTo>
                    <a:lnTo>
                      <a:pt x="1811" y="1"/>
                    </a:ln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44"/>
              <p:cNvSpPr/>
              <p:nvPr/>
            </p:nvSpPr>
            <p:spPr>
              <a:xfrm>
                <a:off x="1077681" y="1554562"/>
                <a:ext cx="328348" cy="48590"/>
              </a:xfrm>
              <a:custGeom>
                <a:rect b="b" l="l" r="r" t="t"/>
                <a:pathLst>
                  <a:path extrusionOk="0" h="268" w="1811">
                    <a:moveTo>
                      <a:pt x="0" y="1"/>
                    </a:moveTo>
                    <a:lnTo>
                      <a:pt x="0" y="85"/>
                    </a:lnTo>
                    <a:cubicBezTo>
                      <a:pt x="715" y="99"/>
                      <a:pt x="1433" y="156"/>
                      <a:pt x="1797" y="267"/>
                    </a:cubicBezTo>
                    <a:cubicBezTo>
                      <a:pt x="1797" y="240"/>
                      <a:pt x="1811" y="210"/>
                      <a:pt x="1811" y="183"/>
                    </a:cubicBezTo>
                    <a:cubicBezTo>
                      <a:pt x="1447" y="72"/>
                      <a:pt x="729" y="1"/>
                      <a:pt x="0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44"/>
              <p:cNvSpPr/>
              <p:nvPr/>
            </p:nvSpPr>
            <p:spPr>
              <a:xfrm>
                <a:off x="731021" y="1603333"/>
                <a:ext cx="665217" cy="48046"/>
              </a:xfrm>
              <a:custGeom>
                <a:rect b="b" l="l" r="r" t="t"/>
                <a:pathLst>
                  <a:path extrusionOk="0" h="265" w="3669">
                    <a:moveTo>
                      <a:pt x="1834" y="1"/>
                    </a:moveTo>
                    <a:cubicBezTo>
                      <a:pt x="1110" y="1"/>
                      <a:pt x="387" y="61"/>
                      <a:pt x="1" y="180"/>
                    </a:cubicBezTo>
                    <a:cubicBezTo>
                      <a:pt x="14" y="211"/>
                      <a:pt x="14" y="238"/>
                      <a:pt x="28" y="265"/>
                    </a:cubicBezTo>
                    <a:cubicBezTo>
                      <a:pt x="415" y="153"/>
                      <a:pt x="1129" y="98"/>
                      <a:pt x="1841" y="98"/>
                    </a:cubicBezTo>
                    <a:cubicBezTo>
                      <a:pt x="2554" y="98"/>
                      <a:pt x="3266" y="153"/>
                      <a:pt x="3652" y="265"/>
                    </a:cubicBezTo>
                    <a:cubicBezTo>
                      <a:pt x="3669" y="238"/>
                      <a:pt x="3669" y="211"/>
                      <a:pt x="3669" y="180"/>
                    </a:cubicBezTo>
                    <a:cubicBezTo>
                      <a:pt x="3281" y="61"/>
                      <a:pt x="2557" y="1"/>
                      <a:pt x="1834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44"/>
              <p:cNvSpPr/>
              <p:nvPr/>
            </p:nvSpPr>
            <p:spPr>
              <a:xfrm>
                <a:off x="733560" y="1936577"/>
                <a:ext cx="74155" cy="155562"/>
              </a:xfrm>
              <a:custGeom>
                <a:rect b="b" l="l" r="r" t="t"/>
                <a:pathLst>
                  <a:path extrusionOk="0" h="858" w="409">
                    <a:moveTo>
                      <a:pt x="182" y="1"/>
                    </a:moveTo>
                    <a:cubicBezTo>
                      <a:pt x="115" y="28"/>
                      <a:pt x="44" y="41"/>
                      <a:pt x="0" y="41"/>
                    </a:cubicBezTo>
                    <a:lnTo>
                      <a:pt x="0" y="143"/>
                    </a:lnTo>
                    <a:cubicBezTo>
                      <a:pt x="44" y="143"/>
                      <a:pt x="115" y="126"/>
                      <a:pt x="182" y="99"/>
                    </a:cubicBezTo>
                    <a:cubicBezTo>
                      <a:pt x="253" y="379"/>
                      <a:pt x="324" y="631"/>
                      <a:pt x="381" y="844"/>
                    </a:cubicBezTo>
                    <a:cubicBezTo>
                      <a:pt x="381" y="844"/>
                      <a:pt x="395" y="844"/>
                      <a:pt x="408" y="857"/>
                    </a:cubicBezTo>
                    <a:cubicBezTo>
                      <a:pt x="337" y="648"/>
                      <a:pt x="267" y="338"/>
                      <a:pt x="182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44"/>
              <p:cNvSpPr/>
              <p:nvPr/>
            </p:nvSpPr>
            <p:spPr>
              <a:xfrm>
                <a:off x="695666" y="1643946"/>
                <a:ext cx="53304" cy="211586"/>
              </a:xfrm>
              <a:custGeom>
                <a:rect b="b" l="l" r="r" t="t"/>
                <a:pathLst>
                  <a:path extrusionOk="0" h="1167" w="294">
                    <a:moveTo>
                      <a:pt x="41" y="0"/>
                    </a:moveTo>
                    <a:cubicBezTo>
                      <a:pt x="41" y="71"/>
                      <a:pt x="27" y="155"/>
                      <a:pt x="14" y="253"/>
                    </a:cubicBezTo>
                    <a:cubicBezTo>
                      <a:pt x="0" y="351"/>
                      <a:pt x="0" y="462"/>
                      <a:pt x="0" y="577"/>
                    </a:cubicBezTo>
                    <a:cubicBezTo>
                      <a:pt x="0" y="492"/>
                      <a:pt x="14" y="408"/>
                      <a:pt x="14" y="337"/>
                    </a:cubicBezTo>
                    <a:cubicBezTo>
                      <a:pt x="27" y="253"/>
                      <a:pt x="41" y="169"/>
                      <a:pt x="41" y="84"/>
                    </a:cubicBezTo>
                    <a:lnTo>
                      <a:pt x="54" y="84"/>
                    </a:lnTo>
                    <a:cubicBezTo>
                      <a:pt x="112" y="378"/>
                      <a:pt x="196" y="772"/>
                      <a:pt x="280" y="1167"/>
                    </a:cubicBezTo>
                    <a:lnTo>
                      <a:pt x="294" y="1167"/>
                    </a:lnTo>
                    <a:cubicBezTo>
                      <a:pt x="209" y="728"/>
                      <a:pt x="112" y="307"/>
                      <a:pt x="54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44"/>
              <p:cNvSpPr/>
              <p:nvPr/>
            </p:nvSpPr>
            <p:spPr>
              <a:xfrm>
                <a:off x="919400" y="1857889"/>
                <a:ext cx="290455" cy="17768"/>
              </a:xfrm>
              <a:custGeom>
                <a:rect b="b" l="l" r="r" t="t"/>
                <a:pathLst>
                  <a:path extrusionOk="0" h="98" w="1602">
                    <a:moveTo>
                      <a:pt x="0" y="0"/>
                    </a:moveTo>
                    <a:cubicBezTo>
                      <a:pt x="0" y="27"/>
                      <a:pt x="17" y="54"/>
                      <a:pt x="17" y="98"/>
                    </a:cubicBezTo>
                    <a:lnTo>
                      <a:pt x="1588" y="98"/>
                    </a:lnTo>
                    <a:cubicBezTo>
                      <a:pt x="1588" y="54"/>
                      <a:pt x="1588" y="27"/>
                      <a:pt x="1602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44"/>
              <p:cNvSpPr/>
              <p:nvPr/>
            </p:nvSpPr>
            <p:spPr>
              <a:xfrm>
                <a:off x="733560" y="1880371"/>
                <a:ext cx="28284" cy="33179"/>
              </a:xfrm>
              <a:custGeom>
                <a:rect b="b" l="l" r="r" t="t"/>
                <a:pathLst>
                  <a:path extrusionOk="0" h="183" w="156">
                    <a:moveTo>
                      <a:pt x="115" y="1"/>
                    </a:moveTo>
                    <a:cubicBezTo>
                      <a:pt x="115" y="1"/>
                      <a:pt x="98" y="14"/>
                      <a:pt x="85" y="14"/>
                    </a:cubicBezTo>
                    <a:cubicBezTo>
                      <a:pt x="58" y="31"/>
                      <a:pt x="14" y="31"/>
                      <a:pt x="0" y="45"/>
                    </a:cubicBezTo>
                    <a:lnTo>
                      <a:pt x="0" y="129"/>
                    </a:lnTo>
                    <a:cubicBezTo>
                      <a:pt x="14" y="129"/>
                      <a:pt x="58" y="115"/>
                      <a:pt x="85" y="99"/>
                    </a:cubicBezTo>
                    <a:cubicBezTo>
                      <a:pt x="98" y="99"/>
                      <a:pt x="115" y="99"/>
                      <a:pt x="115" y="85"/>
                    </a:cubicBezTo>
                    <a:cubicBezTo>
                      <a:pt x="128" y="115"/>
                      <a:pt x="128" y="156"/>
                      <a:pt x="142" y="183"/>
                    </a:cubicBezTo>
                    <a:cubicBezTo>
                      <a:pt x="142" y="169"/>
                      <a:pt x="155" y="169"/>
                      <a:pt x="155" y="169"/>
                    </a:cubicBezTo>
                    <a:cubicBezTo>
                      <a:pt x="142" y="115"/>
                      <a:pt x="128" y="58"/>
                      <a:pt x="115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44"/>
              <p:cNvSpPr/>
              <p:nvPr/>
            </p:nvSpPr>
            <p:spPr>
              <a:xfrm>
                <a:off x="779430" y="1857889"/>
                <a:ext cx="168253" cy="272686"/>
              </a:xfrm>
              <a:custGeom>
                <a:rect b="b" l="l" r="r" t="t"/>
                <a:pathLst>
                  <a:path extrusionOk="0" h="1504" w="928">
                    <a:moveTo>
                      <a:pt x="452" y="0"/>
                    </a:moveTo>
                    <a:cubicBezTo>
                      <a:pt x="324" y="0"/>
                      <a:pt x="155" y="41"/>
                      <a:pt x="0" y="84"/>
                    </a:cubicBezTo>
                    <a:cubicBezTo>
                      <a:pt x="14" y="111"/>
                      <a:pt x="14" y="138"/>
                      <a:pt x="30" y="169"/>
                    </a:cubicBezTo>
                    <a:cubicBezTo>
                      <a:pt x="169" y="125"/>
                      <a:pt x="324" y="98"/>
                      <a:pt x="452" y="98"/>
                    </a:cubicBezTo>
                    <a:lnTo>
                      <a:pt x="634" y="98"/>
                    </a:lnTo>
                    <a:cubicBezTo>
                      <a:pt x="647" y="378"/>
                      <a:pt x="732" y="1012"/>
                      <a:pt x="900" y="1487"/>
                    </a:cubicBezTo>
                    <a:cubicBezTo>
                      <a:pt x="914" y="1504"/>
                      <a:pt x="914" y="1504"/>
                      <a:pt x="927" y="1504"/>
                    </a:cubicBezTo>
                    <a:cubicBezTo>
                      <a:pt x="732" y="1012"/>
                      <a:pt x="661" y="307"/>
                      <a:pt x="634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44"/>
              <p:cNvSpPr/>
              <p:nvPr/>
            </p:nvSpPr>
            <p:spPr>
              <a:xfrm>
                <a:off x="1182114" y="1857889"/>
                <a:ext cx="165352" cy="272686"/>
              </a:xfrm>
              <a:custGeom>
                <a:rect b="b" l="l" r="r" t="t"/>
                <a:pathLst>
                  <a:path extrusionOk="0" h="1504" w="912">
                    <a:moveTo>
                      <a:pt x="294" y="0"/>
                    </a:moveTo>
                    <a:cubicBezTo>
                      <a:pt x="267" y="307"/>
                      <a:pt x="183" y="1012"/>
                      <a:pt x="1" y="1504"/>
                    </a:cubicBezTo>
                    <a:cubicBezTo>
                      <a:pt x="1" y="1504"/>
                      <a:pt x="14" y="1504"/>
                      <a:pt x="28" y="1487"/>
                    </a:cubicBezTo>
                    <a:cubicBezTo>
                      <a:pt x="196" y="1012"/>
                      <a:pt x="267" y="378"/>
                      <a:pt x="294" y="98"/>
                    </a:cubicBezTo>
                    <a:lnTo>
                      <a:pt x="476" y="98"/>
                    </a:lnTo>
                    <a:cubicBezTo>
                      <a:pt x="604" y="98"/>
                      <a:pt x="759" y="125"/>
                      <a:pt x="898" y="169"/>
                    </a:cubicBezTo>
                    <a:cubicBezTo>
                      <a:pt x="898" y="138"/>
                      <a:pt x="911" y="111"/>
                      <a:pt x="911" y="84"/>
                    </a:cubicBezTo>
                    <a:cubicBezTo>
                      <a:pt x="773" y="41"/>
                      <a:pt x="604" y="0"/>
                      <a:pt x="476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44"/>
              <p:cNvSpPr/>
              <p:nvPr/>
            </p:nvSpPr>
            <p:spPr>
              <a:xfrm>
                <a:off x="1322084" y="1936577"/>
                <a:ext cx="74155" cy="155562"/>
              </a:xfrm>
              <a:custGeom>
                <a:rect b="b" l="l" r="r" t="t"/>
                <a:pathLst>
                  <a:path extrusionOk="0" h="858" w="409">
                    <a:moveTo>
                      <a:pt x="210" y="1"/>
                    </a:moveTo>
                    <a:cubicBezTo>
                      <a:pt x="139" y="338"/>
                      <a:pt x="72" y="648"/>
                      <a:pt x="1" y="857"/>
                    </a:cubicBezTo>
                    <a:cubicBezTo>
                      <a:pt x="14" y="844"/>
                      <a:pt x="14" y="844"/>
                      <a:pt x="28" y="844"/>
                    </a:cubicBezTo>
                    <a:cubicBezTo>
                      <a:pt x="85" y="631"/>
                      <a:pt x="156" y="379"/>
                      <a:pt x="210" y="99"/>
                    </a:cubicBezTo>
                    <a:cubicBezTo>
                      <a:pt x="294" y="126"/>
                      <a:pt x="352" y="143"/>
                      <a:pt x="409" y="143"/>
                    </a:cubicBezTo>
                    <a:lnTo>
                      <a:pt x="409" y="41"/>
                    </a:lnTo>
                    <a:cubicBezTo>
                      <a:pt x="352" y="41"/>
                      <a:pt x="294" y="28"/>
                      <a:pt x="210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44"/>
              <p:cNvSpPr/>
              <p:nvPr/>
            </p:nvSpPr>
            <p:spPr>
              <a:xfrm>
                <a:off x="1423616" y="1748379"/>
                <a:ext cx="36261" cy="155381"/>
              </a:xfrm>
              <a:custGeom>
                <a:rect b="b" l="l" r="r" t="t"/>
                <a:pathLst>
                  <a:path extrusionOk="0" h="857" w="20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200" y="223"/>
                      <a:pt x="169" y="449"/>
                      <a:pt x="85" y="675"/>
                    </a:cubicBezTo>
                    <a:cubicBezTo>
                      <a:pt x="71" y="715"/>
                      <a:pt x="44" y="742"/>
                      <a:pt x="1" y="773"/>
                    </a:cubicBezTo>
                    <a:lnTo>
                      <a:pt x="1" y="857"/>
                    </a:lnTo>
                    <a:cubicBezTo>
                      <a:pt x="44" y="843"/>
                      <a:pt x="71" y="800"/>
                      <a:pt x="85" y="759"/>
                    </a:cubicBezTo>
                    <a:cubicBezTo>
                      <a:pt x="186" y="520"/>
                      <a:pt x="200" y="237"/>
                      <a:pt x="200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44"/>
              <p:cNvSpPr/>
              <p:nvPr/>
            </p:nvSpPr>
            <p:spPr>
              <a:xfrm>
                <a:off x="667564" y="1748379"/>
                <a:ext cx="38075" cy="155381"/>
              </a:xfrm>
              <a:custGeom>
                <a:rect b="b" l="l" r="r" t="t"/>
                <a:pathLst>
                  <a:path extrusionOk="0" h="857" w="210">
                    <a:moveTo>
                      <a:pt x="14" y="1"/>
                    </a:moveTo>
                    <a:lnTo>
                      <a:pt x="14" y="1"/>
                    </a:lnTo>
                    <a:cubicBezTo>
                      <a:pt x="0" y="237"/>
                      <a:pt x="27" y="520"/>
                      <a:pt x="125" y="759"/>
                    </a:cubicBezTo>
                    <a:cubicBezTo>
                      <a:pt x="142" y="800"/>
                      <a:pt x="169" y="843"/>
                      <a:pt x="209" y="857"/>
                    </a:cubicBezTo>
                    <a:lnTo>
                      <a:pt x="209" y="773"/>
                    </a:lnTo>
                    <a:cubicBezTo>
                      <a:pt x="169" y="742"/>
                      <a:pt x="142" y="715"/>
                      <a:pt x="125" y="675"/>
                    </a:cubicBezTo>
                    <a:cubicBezTo>
                      <a:pt x="41" y="449"/>
                      <a:pt x="14" y="223"/>
                      <a:pt x="14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44"/>
              <p:cNvSpPr/>
              <p:nvPr/>
            </p:nvSpPr>
            <p:spPr>
              <a:xfrm>
                <a:off x="700562" y="1939115"/>
                <a:ext cx="723236" cy="244765"/>
              </a:xfrm>
              <a:custGeom>
                <a:rect b="b" l="l" r="r" t="t"/>
                <a:pathLst>
                  <a:path extrusionOk="0" h="1350" w="3989">
                    <a:moveTo>
                      <a:pt x="14" y="0"/>
                    </a:moveTo>
                    <a:cubicBezTo>
                      <a:pt x="14" y="0"/>
                      <a:pt x="0" y="14"/>
                      <a:pt x="0" y="27"/>
                    </a:cubicBezTo>
                    <a:cubicBezTo>
                      <a:pt x="0" y="58"/>
                      <a:pt x="14" y="85"/>
                      <a:pt x="27" y="98"/>
                    </a:cubicBezTo>
                    <a:lnTo>
                      <a:pt x="27" y="14"/>
                    </a:lnTo>
                    <a:lnTo>
                      <a:pt x="14" y="0"/>
                    </a:lnTo>
                    <a:close/>
                    <a:moveTo>
                      <a:pt x="27" y="365"/>
                    </a:moveTo>
                    <a:lnTo>
                      <a:pt x="27" y="466"/>
                    </a:lnTo>
                    <a:cubicBezTo>
                      <a:pt x="27" y="493"/>
                      <a:pt x="44" y="1153"/>
                      <a:pt x="1433" y="1292"/>
                    </a:cubicBezTo>
                    <a:lnTo>
                      <a:pt x="1433" y="1309"/>
                    </a:lnTo>
                    <a:cubicBezTo>
                      <a:pt x="1447" y="1336"/>
                      <a:pt x="1477" y="1349"/>
                      <a:pt x="1504" y="1349"/>
                    </a:cubicBezTo>
                    <a:cubicBezTo>
                      <a:pt x="1517" y="1349"/>
                      <a:pt x="1531" y="1349"/>
                      <a:pt x="1531" y="1336"/>
                    </a:cubicBezTo>
                    <a:cubicBezTo>
                      <a:pt x="1544" y="1336"/>
                      <a:pt x="1561" y="1322"/>
                      <a:pt x="1575" y="1309"/>
                    </a:cubicBezTo>
                    <a:cubicBezTo>
                      <a:pt x="1629" y="1309"/>
                      <a:pt x="1686" y="1322"/>
                      <a:pt x="1743" y="1322"/>
                    </a:cubicBezTo>
                    <a:lnTo>
                      <a:pt x="2276" y="1322"/>
                    </a:lnTo>
                    <a:cubicBezTo>
                      <a:pt x="2333" y="1322"/>
                      <a:pt x="2387" y="1309"/>
                      <a:pt x="2445" y="1309"/>
                    </a:cubicBezTo>
                    <a:cubicBezTo>
                      <a:pt x="2458" y="1322"/>
                      <a:pt x="2458" y="1336"/>
                      <a:pt x="2471" y="1336"/>
                    </a:cubicBezTo>
                    <a:cubicBezTo>
                      <a:pt x="2488" y="1349"/>
                      <a:pt x="2502" y="1349"/>
                      <a:pt x="2515" y="1349"/>
                    </a:cubicBezTo>
                    <a:cubicBezTo>
                      <a:pt x="2542" y="1349"/>
                      <a:pt x="2556" y="1336"/>
                      <a:pt x="2573" y="1309"/>
                    </a:cubicBezTo>
                    <a:lnTo>
                      <a:pt x="2586" y="1292"/>
                    </a:lnTo>
                    <a:cubicBezTo>
                      <a:pt x="3975" y="1153"/>
                      <a:pt x="3989" y="493"/>
                      <a:pt x="3989" y="466"/>
                    </a:cubicBezTo>
                    <a:lnTo>
                      <a:pt x="3989" y="365"/>
                    </a:lnTo>
                    <a:cubicBezTo>
                      <a:pt x="3989" y="422"/>
                      <a:pt x="3948" y="1069"/>
                      <a:pt x="2586" y="1207"/>
                    </a:cubicBezTo>
                    <a:lnTo>
                      <a:pt x="2573" y="1224"/>
                    </a:lnTo>
                    <a:cubicBezTo>
                      <a:pt x="2556" y="1238"/>
                      <a:pt x="2542" y="1265"/>
                      <a:pt x="2515" y="1265"/>
                    </a:cubicBezTo>
                    <a:cubicBezTo>
                      <a:pt x="2502" y="1265"/>
                      <a:pt x="2488" y="1251"/>
                      <a:pt x="2471" y="1251"/>
                    </a:cubicBezTo>
                    <a:lnTo>
                      <a:pt x="2445" y="1224"/>
                    </a:lnTo>
                    <a:lnTo>
                      <a:pt x="1575" y="1224"/>
                    </a:lnTo>
                    <a:cubicBezTo>
                      <a:pt x="1561" y="1238"/>
                      <a:pt x="1544" y="1238"/>
                      <a:pt x="1531" y="1251"/>
                    </a:cubicBezTo>
                    <a:cubicBezTo>
                      <a:pt x="1531" y="1251"/>
                      <a:pt x="1517" y="1265"/>
                      <a:pt x="1504" y="1265"/>
                    </a:cubicBezTo>
                    <a:cubicBezTo>
                      <a:pt x="1477" y="1265"/>
                      <a:pt x="1447" y="1238"/>
                      <a:pt x="1433" y="1224"/>
                    </a:cubicBezTo>
                    <a:lnTo>
                      <a:pt x="1433" y="1207"/>
                    </a:lnTo>
                    <a:cubicBezTo>
                      <a:pt x="44" y="1069"/>
                      <a:pt x="27" y="395"/>
                      <a:pt x="27" y="365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44"/>
              <p:cNvSpPr/>
              <p:nvPr/>
            </p:nvSpPr>
            <p:spPr>
              <a:xfrm>
                <a:off x="1380827" y="1643946"/>
                <a:ext cx="53304" cy="211586"/>
              </a:xfrm>
              <a:custGeom>
                <a:rect b="b" l="l" r="r" t="t"/>
                <a:pathLst>
                  <a:path extrusionOk="0" h="1167" w="294">
                    <a:moveTo>
                      <a:pt x="237" y="0"/>
                    </a:moveTo>
                    <a:cubicBezTo>
                      <a:pt x="169" y="307"/>
                      <a:pt x="85" y="728"/>
                      <a:pt x="1" y="1167"/>
                    </a:cubicBezTo>
                    <a:lnTo>
                      <a:pt x="14" y="1167"/>
                    </a:lnTo>
                    <a:cubicBezTo>
                      <a:pt x="98" y="772"/>
                      <a:pt x="183" y="378"/>
                      <a:pt x="237" y="84"/>
                    </a:cubicBezTo>
                    <a:cubicBezTo>
                      <a:pt x="253" y="169"/>
                      <a:pt x="267" y="253"/>
                      <a:pt x="280" y="337"/>
                    </a:cubicBezTo>
                    <a:cubicBezTo>
                      <a:pt x="280" y="408"/>
                      <a:pt x="294" y="492"/>
                      <a:pt x="294" y="577"/>
                    </a:cubicBezTo>
                    <a:cubicBezTo>
                      <a:pt x="294" y="462"/>
                      <a:pt x="280" y="351"/>
                      <a:pt x="280" y="253"/>
                    </a:cubicBezTo>
                    <a:cubicBezTo>
                      <a:pt x="267" y="155"/>
                      <a:pt x="253" y="71"/>
                      <a:pt x="237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44"/>
              <p:cNvSpPr/>
              <p:nvPr/>
            </p:nvSpPr>
            <p:spPr>
              <a:xfrm>
                <a:off x="1367954" y="1880371"/>
                <a:ext cx="28284" cy="33179"/>
              </a:xfrm>
              <a:custGeom>
                <a:rect b="b" l="l" r="r" t="t"/>
                <a:pathLst>
                  <a:path extrusionOk="0" h="183" w="156">
                    <a:moveTo>
                      <a:pt x="28" y="1"/>
                    </a:moveTo>
                    <a:cubicBezTo>
                      <a:pt x="28" y="58"/>
                      <a:pt x="14" y="115"/>
                      <a:pt x="1" y="169"/>
                    </a:cubicBezTo>
                    <a:cubicBezTo>
                      <a:pt x="1" y="169"/>
                      <a:pt x="14" y="169"/>
                      <a:pt x="14" y="183"/>
                    </a:cubicBezTo>
                    <a:cubicBezTo>
                      <a:pt x="28" y="156"/>
                      <a:pt x="28" y="115"/>
                      <a:pt x="28" y="85"/>
                    </a:cubicBezTo>
                    <a:cubicBezTo>
                      <a:pt x="41" y="99"/>
                      <a:pt x="55" y="99"/>
                      <a:pt x="72" y="99"/>
                    </a:cubicBezTo>
                    <a:cubicBezTo>
                      <a:pt x="99" y="115"/>
                      <a:pt x="126" y="129"/>
                      <a:pt x="156" y="129"/>
                    </a:cubicBezTo>
                    <a:lnTo>
                      <a:pt x="156" y="45"/>
                    </a:lnTo>
                    <a:cubicBezTo>
                      <a:pt x="126" y="31"/>
                      <a:pt x="99" y="31"/>
                      <a:pt x="72" y="14"/>
                    </a:cubicBezTo>
                    <a:cubicBezTo>
                      <a:pt x="55" y="14"/>
                      <a:pt x="41" y="1"/>
                      <a:pt x="28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44"/>
              <p:cNvSpPr/>
              <p:nvPr/>
            </p:nvSpPr>
            <p:spPr>
              <a:xfrm>
                <a:off x="690046" y="1574868"/>
                <a:ext cx="3264" cy="7978"/>
              </a:xfrm>
              <a:custGeom>
                <a:rect b="b" l="l" r="r" t="t"/>
                <a:pathLst>
                  <a:path extrusionOk="0" h="44" w="18">
                    <a:moveTo>
                      <a:pt x="18" y="0"/>
                    </a:moveTo>
                    <a:cubicBezTo>
                      <a:pt x="18" y="14"/>
                      <a:pt x="1" y="30"/>
                      <a:pt x="1" y="44"/>
                    </a:cubicBezTo>
                    <a:cubicBezTo>
                      <a:pt x="18" y="30"/>
                      <a:pt x="18" y="14"/>
                      <a:pt x="18" y="14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9" name="Google Shape;469;p44"/>
            <p:cNvSpPr/>
            <p:nvPr/>
          </p:nvSpPr>
          <p:spPr>
            <a:xfrm>
              <a:off x="1428858" y="2191244"/>
              <a:ext cx="152" cy="6680"/>
            </a:xfrm>
            <a:custGeom>
              <a:rect b="b" l="l" r="r" t="t"/>
              <a:pathLst>
                <a:path extrusionOk="0" h="44" w="1">
                  <a:moveTo>
                    <a:pt x="0" y="44"/>
                  </a:move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4"/>
            <p:cNvSpPr/>
            <p:nvPr/>
          </p:nvSpPr>
          <p:spPr>
            <a:xfrm>
              <a:off x="993722" y="2114420"/>
              <a:ext cx="57998" cy="87604"/>
            </a:xfrm>
            <a:custGeom>
              <a:rect b="b" l="l" r="r" t="t"/>
              <a:pathLst>
                <a:path extrusionOk="0" h="577" w="382">
                  <a:moveTo>
                    <a:pt x="213" y="0"/>
                  </a:moveTo>
                  <a:cubicBezTo>
                    <a:pt x="129" y="0"/>
                    <a:pt x="72" y="58"/>
                    <a:pt x="58" y="142"/>
                  </a:cubicBezTo>
                  <a:lnTo>
                    <a:pt x="1" y="563"/>
                  </a:lnTo>
                  <a:cubicBezTo>
                    <a:pt x="1" y="577"/>
                    <a:pt x="1" y="577"/>
                    <a:pt x="14" y="577"/>
                  </a:cubicBezTo>
                  <a:lnTo>
                    <a:pt x="324" y="563"/>
                  </a:lnTo>
                  <a:cubicBezTo>
                    <a:pt x="338" y="563"/>
                    <a:pt x="351" y="550"/>
                    <a:pt x="351" y="550"/>
                  </a:cubicBezTo>
                  <a:lnTo>
                    <a:pt x="368" y="169"/>
                  </a:lnTo>
                  <a:cubicBezTo>
                    <a:pt x="382" y="85"/>
                    <a:pt x="311" y="0"/>
                    <a:pt x="21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4"/>
            <p:cNvSpPr/>
            <p:nvPr/>
          </p:nvSpPr>
          <p:spPr>
            <a:xfrm>
              <a:off x="1008602" y="2122770"/>
              <a:ext cx="34465" cy="30669"/>
            </a:xfrm>
            <a:custGeom>
              <a:rect b="b" l="l" r="r" t="t"/>
              <a:pathLst>
                <a:path extrusionOk="0" h="202" w="227">
                  <a:moveTo>
                    <a:pt x="108" y="0"/>
                  </a:moveTo>
                  <a:cubicBezTo>
                    <a:pt x="100" y="0"/>
                    <a:pt x="92" y="1"/>
                    <a:pt x="85" y="3"/>
                  </a:cubicBezTo>
                  <a:cubicBezTo>
                    <a:pt x="31" y="16"/>
                    <a:pt x="0" y="74"/>
                    <a:pt x="17" y="127"/>
                  </a:cubicBezTo>
                  <a:cubicBezTo>
                    <a:pt x="29" y="175"/>
                    <a:pt x="68" y="202"/>
                    <a:pt x="113" y="202"/>
                  </a:cubicBezTo>
                  <a:cubicBezTo>
                    <a:pt x="123" y="202"/>
                    <a:pt x="132" y="201"/>
                    <a:pt x="142" y="198"/>
                  </a:cubicBezTo>
                  <a:cubicBezTo>
                    <a:pt x="186" y="185"/>
                    <a:pt x="226" y="127"/>
                    <a:pt x="213" y="74"/>
                  </a:cubicBezTo>
                  <a:cubicBezTo>
                    <a:pt x="201" y="36"/>
                    <a:pt x="157" y="0"/>
                    <a:pt x="108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4"/>
            <p:cNvSpPr/>
            <p:nvPr/>
          </p:nvSpPr>
          <p:spPr>
            <a:xfrm>
              <a:off x="1011183" y="2125200"/>
              <a:ext cx="29758" cy="26266"/>
            </a:xfrm>
            <a:custGeom>
              <a:rect b="b" l="l" r="r" t="t"/>
              <a:pathLst>
                <a:path extrusionOk="0" h="173" w="196">
                  <a:moveTo>
                    <a:pt x="68" y="0"/>
                  </a:moveTo>
                  <a:cubicBezTo>
                    <a:pt x="27" y="14"/>
                    <a:pt x="0" y="71"/>
                    <a:pt x="14" y="111"/>
                  </a:cubicBezTo>
                  <a:cubicBezTo>
                    <a:pt x="25" y="148"/>
                    <a:pt x="54" y="172"/>
                    <a:pt x="89" y="172"/>
                  </a:cubicBezTo>
                  <a:cubicBezTo>
                    <a:pt x="96" y="172"/>
                    <a:pt x="104" y="171"/>
                    <a:pt x="112" y="169"/>
                  </a:cubicBezTo>
                  <a:cubicBezTo>
                    <a:pt x="169" y="155"/>
                    <a:pt x="196" y="111"/>
                    <a:pt x="182" y="71"/>
                  </a:cubicBezTo>
                  <a:cubicBezTo>
                    <a:pt x="169" y="27"/>
                    <a:pt x="125" y="0"/>
                    <a:pt x="68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4"/>
            <p:cNvSpPr/>
            <p:nvPr/>
          </p:nvSpPr>
          <p:spPr>
            <a:xfrm>
              <a:off x="1015282" y="2127487"/>
              <a:ext cx="21559" cy="21711"/>
            </a:xfrm>
            <a:custGeom>
              <a:rect b="b" l="l" r="r" t="t"/>
              <a:pathLst>
                <a:path extrusionOk="0" h="143" w="142">
                  <a:moveTo>
                    <a:pt x="58" y="1"/>
                  </a:moveTo>
                  <a:cubicBezTo>
                    <a:pt x="41" y="14"/>
                    <a:pt x="41" y="31"/>
                    <a:pt x="58" y="72"/>
                  </a:cubicBezTo>
                  <a:cubicBezTo>
                    <a:pt x="14" y="72"/>
                    <a:pt x="0" y="85"/>
                    <a:pt x="0" y="98"/>
                  </a:cubicBezTo>
                  <a:lnTo>
                    <a:pt x="58" y="98"/>
                  </a:lnTo>
                  <a:cubicBezTo>
                    <a:pt x="71" y="129"/>
                    <a:pt x="85" y="142"/>
                    <a:pt x="85" y="142"/>
                  </a:cubicBezTo>
                  <a:cubicBezTo>
                    <a:pt x="98" y="142"/>
                    <a:pt x="98" y="115"/>
                    <a:pt x="85" y="85"/>
                  </a:cubicBezTo>
                  <a:cubicBezTo>
                    <a:pt x="112" y="72"/>
                    <a:pt x="142" y="72"/>
                    <a:pt x="142" y="58"/>
                  </a:cubicBezTo>
                  <a:cubicBezTo>
                    <a:pt x="142" y="51"/>
                    <a:pt x="134" y="48"/>
                    <a:pt x="123" y="48"/>
                  </a:cubicBezTo>
                  <a:cubicBezTo>
                    <a:pt x="112" y="48"/>
                    <a:pt x="98" y="51"/>
                    <a:pt x="85" y="58"/>
                  </a:cubicBezTo>
                  <a:cubicBezTo>
                    <a:pt x="71" y="31"/>
                    <a:pt x="58" y="1"/>
                    <a:pt x="58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4"/>
            <p:cNvSpPr/>
            <p:nvPr/>
          </p:nvSpPr>
          <p:spPr>
            <a:xfrm>
              <a:off x="1183658" y="2114420"/>
              <a:ext cx="57998" cy="87604"/>
            </a:xfrm>
            <a:custGeom>
              <a:rect b="b" l="l" r="r" t="t"/>
              <a:pathLst>
                <a:path extrusionOk="0" h="577" w="382">
                  <a:moveTo>
                    <a:pt x="169" y="0"/>
                  </a:moveTo>
                  <a:cubicBezTo>
                    <a:pt x="71" y="0"/>
                    <a:pt x="1" y="85"/>
                    <a:pt x="1" y="169"/>
                  </a:cubicBezTo>
                  <a:lnTo>
                    <a:pt x="27" y="550"/>
                  </a:lnTo>
                  <a:cubicBezTo>
                    <a:pt x="27" y="550"/>
                    <a:pt x="44" y="563"/>
                    <a:pt x="58" y="563"/>
                  </a:cubicBezTo>
                  <a:lnTo>
                    <a:pt x="351" y="577"/>
                  </a:lnTo>
                  <a:cubicBezTo>
                    <a:pt x="365" y="577"/>
                    <a:pt x="381" y="577"/>
                    <a:pt x="381" y="563"/>
                  </a:cubicBezTo>
                  <a:lnTo>
                    <a:pt x="324" y="142"/>
                  </a:lnTo>
                  <a:cubicBezTo>
                    <a:pt x="311" y="58"/>
                    <a:pt x="240" y="0"/>
                    <a:pt x="16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4"/>
            <p:cNvSpPr/>
            <p:nvPr/>
          </p:nvSpPr>
          <p:spPr>
            <a:xfrm>
              <a:off x="1192312" y="2122770"/>
              <a:ext cx="34009" cy="30669"/>
            </a:xfrm>
            <a:custGeom>
              <a:rect b="b" l="l" r="r" t="t"/>
              <a:pathLst>
                <a:path extrusionOk="0" h="202" w="224">
                  <a:moveTo>
                    <a:pt x="117" y="0"/>
                  </a:moveTo>
                  <a:cubicBezTo>
                    <a:pt x="71" y="0"/>
                    <a:pt x="26" y="36"/>
                    <a:pt x="14" y="74"/>
                  </a:cubicBezTo>
                  <a:cubicBezTo>
                    <a:pt x="1" y="127"/>
                    <a:pt x="28" y="185"/>
                    <a:pt x="85" y="198"/>
                  </a:cubicBezTo>
                  <a:cubicBezTo>
                    <a:pt x="94" y="201"/>
                    <a:pt x="104" y="202"/>
                    <a:pt x="113" y="202"/>
                  </a:cubicBezTo>
                  <a:cubicBezTo>
                    <a:pt x="157" y="202"/>
                    <a:pt x="199" y="175"/>
                    <a:pt x="210" y="127"/>
                  </a:cubicBezTo>
                  <a:cubicBezTo>
                    <a:pt x="223" y="74"/>
                    <a:pt x="196" y="16"/>
                    <a:pt x="139" y="3"/>
                  </a:cubicBezTo>
                  <a:cubicBezTo>
                    <a:pt x="132" y="1"/>
                    <a:pt x="125" y="0"/>
                    <a:pt x="117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4"/>
            <p:cNvSpPr/>
            <p:nvPr/>
          </p:nvSpPr>
          <p:spPr>
            <a:xfrm>
              <a:off x="1194438" y="2125200"/>
              <a:ext cx="29758" cy="26266"/>
            </a:xfrm>
            <a:custGeom>
              <a:rect b="b" l="l" r="r" t="t"/>
              <a:pathLst>
                <a:path extrusionOk="0" h="173" w="196">
                  <a:moveTo>
                    <a:pt x="112" y="0"/>
                  </a:moveTo>
                  <a:cubicBezTo>
                    <a:pt x="71" y="0"/>
                    <a:pt x="27" y="27"/>
                    <a:pt x="14" y="71"/>
                  </a:cubicBezTo>
                  <a:cubicBezTo>
                    <a:pt x="0" y="111"/>
                    <a:pt x="27" y="155"/>
                    <a:pt x="71" y="169"/>
                  </a:cubicBezTo>
                  <a:cubicBezTo>
                    <a:pt x="81" y="171"/>
                    <a:pt x="90" y="172"/>
                    <a:pt x="98" y="172"/>
                  </a:cubicBezTo>
                  <a:cubicBezTo>
                    <a:pt x="140" y="172"/>
                    <a:pt x="171" y="148"/>
                    <a:pt x="182" y="111"/>
                  </a:cubicBezTo>
                  <a:cubicBezTo>
                    <a:pt x="196" y="71"/>
                    <a:pt x="169" y="14"/>
                    <a:pt x="112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4"/>
            <p:cNvSpPr/>
            <p:nvPr/>
          </p:nvSpPr>
          <p:spPr>
            <a:xfrm>
              <a:off x="1198537" y="2127173"/>
              <a:ext cx="21559" cy="21711"/>
            </a:xfrm>
            <a:custGeom>
              <a:rect b="b" l="l" r="r" t="t"/>
              <a:pathLst>
                <a:path extrusionOk="0" h="143" w="142">
                  <a:moveTo>
                    <a:pt x="85" y="1"/>
                  </a:moveTo>
                  <a:lnTo>
                    <a:pt x="58" y="58"/>
                  </a:lnTo>
                  <a:cubicBezTo>
                    <a:pt x="44" y="51"/>
                    <a:pt x="30" y="48"/>
                    <a:pt x="19" y="48"/>
                  </a:cubicBezTo>
                  <a:cubicBezTo>
                    <a:pt x="8" y="48"/>
                    <a:pt x="0" y="51"/>
                    <a:pt x="0" y="58"/>
                  </a:cubicBezTo>
                  <a:cubicBezTo>
                    <a:pt x="0" y="72"/>
                    <a:pt x="14" y="72"/>
                    <a:pt x="58" y="85"/>
                  </a:cubicBezTo>
                  <a:cubicBezTo>
                    <a:pt x="44" y="115"/>
                    <a:pt x="44" y="142"/>
                    <a:pt x="58" y="142"/>
                  </a:cubicBezTo>
                  <a:cubicBezTo>
                    <a:pt x="58" y="142"/>
                    <a:pt x="71" y="129"/>
                    <a:pt x="85" y="98"/>
                  </a:cubicBezTo>
                  <a:lnTo>
                    <a:pt x="142" y="98"/>
                  </a:lnTo>
                  <a:cubicBezTo>
                    <a:pt x="142" y="85"/>
                    <a:pt x="115" y="72"/>
                    <a:pt x="85" y="72"/>
                  </a:cubicBezTo>
                  <a:cubicBezTo>
                    <a:pt x="98" y="31"/>
                    <a:pt x="98" y="14"/>
                    <a:pt x="85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4"/>
            <p:cNvSpPr/>
            <p:nvPr/>
          </p:nvSpPr>
          <p:spPr>
            <a:xfrm>
              <a:off x="808494" y="2480019"/>
              <a:ext cx="15031" cy="42815"/>
            </a:xfrm>
            <a:custGeom>
              <a:rect b="b" l="l" r="r" t="t"/>
              <a:pathLst>
                <a:path extrusionOk="0" h="282" w="99">
                  <a:moveTo>
                    <a:pt x="49" y="1"/>
                  </a:moveTo>
                  <a:cubicBezTo>
                    <a:pt x="34" y="1"/>
                    <a:pt x="22" y="7"/>
                    <a:pt x="14" y="23"/>
                  </a:cubicBezTo>
                  <a:lnTo>
                    <a:pt x="0" y="37"/>
                  </a:lnTo>
                  <a:lnTo>
                    <a:pt x="0" y="236"/>
                  </a:lnTo>
                  <a:lnTo>
                    <a:pt x="41" y="276"/>
                  </a:lnTo>
                  <a:cubicBezTo>
                    <a:pt x="49" y="280"/>
                    <a:pt x="57" y="281"/>
                    <a:pt x="64" y="281"/>
                  </a:cubicBezTo>
                  <a:cubicBezTo>
                    <a:pt x="84" y="281"/>
                    <a:pt x="98" y="269"/>
                    <a:pt x="98" y="249"/>
                  </a:cubicBezTo>
                  <a:lnTo>
                    <a:pt x="98" y="37"/>
                  </a:lnTo>
                  <a:cubicBezTo>
                    <a:pt x="98" y="23"/>
                    <a:pt x="98" y="10"/>
                    <a:pt x="85" y="10"/>
                  </a:cubicBezTo>
                  <a:cubicBezTo>
                    <a:pt x="72" y="4"/>
                    <a:pt x="60" y="1"/>
                    <a:pt x="4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4"/>
            <p:cNvSpPr/>
            <p:nvPr/>
          </p:nvSpPr>
          <p:spPr>
            <a:xfrm>
              <a:off x="1409880" y="2480019"/>
              <a:ext cx="17005" cy="42815"/>
            </a:xfrm>
            <a:custGeom>
              <a:rect b="b" l="l" r="r" t="t"/>
              <a:pathLst>
                <a:path extrusionOk="0" h="282" w="112">
                  <a:moveTo>
                    <a:pt x="61" y="1"/>
                  </a:moveTo>
                  <a:cubicBezTo>
                    <a:pt x="51" y="1"/>
                    <a:pt x="39" y="4"/>
                    <a:pt x="28" y="10"/>
                  </a:cubicBezTo>
                  <a:cubicBezTo>
                    <a:pt x="14" y="10"/>
                    <a:pt x="1" y="23"/>
                    <a:pt x="1" y="37"/>
                  </a:cubicBezTo>
                  <a:lnTo>
                    <a:pt x="1" y="249"/>
                  </a:lnTo>
                  <a:cubicBezTo>
                    <a:pt x="1" y="269"/>
                    <a:pt x="22" y="281"/>
                    <a:pt x="46" y="281"/>
                  </a:cubicBezTo>
                  <a:cubicBezTo>
                    <a:pt x="54" y="281"/>
                    <a:pt x="63" y="280"/>
                    <a:pt x="71" y="276"/>
                  </a:cubicBezTo>
                  <a:lnTo>
                    <a:pt x="112" y="236"/>
                  </a:lnTo>
                  <a:lnTo>
                    <a:pt x="112" y="37"/>
                  </a:lnTo>
                  <a:lnTo>
                    <a:pt x="98" y="23"/>
                  </a:lnTo>
                  <a:cubicBezTo>
                    <a:pt x="91" y="7"/>
                    <a:pt x="77" y="1"/>
                    <a:pt x="6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80" name="Google Shape;48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425" y="-652475"/>
            <a:ext cx="2896927" cy="2896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5"/>
          <p:cNvSpPr txBox="1"/>
          <p:nvPr>
            <p:ph type="title"/>
          </p:nvPr>
        </p:nvSpPr>
        <p:spPr>
          <a:xfrm>
            <a:off x="5520525" y="684875"/>
            <a:ext cx="2574000" cy="4194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</a:rPr>
              <a:t>BACKGROUND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486" name="Google Shape;486;p45"/>
          <p:cNvSpPr txBox="1"/>
          <p:nvPr>
            <p:ph idx="2" type="title"/>
          </p:nvPr>
        </p:nvSpPr>
        <p:spPr>
          <a:xfrm>
            <a:off x="4363575" y="532475"/>
            <a:ext cx="1133400" cy="78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7" name="Google Shape;487;p45"/>
          <p:cNvSpPr txBox="1"/>
          <p:nvPr>
            <p:ph idx="3" type="title"/>
          </p:nvPr>
        </p:nvSpPr>
        <p:spPr>
          <a:xfrm>
            <a:off x="5520525" y="1852675"/>
            <a:ext cx="2487300" cy="4194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</a:rPr>
              <a:t>ER DIAGRAM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488" name="Google Shape;488;p45"/>
          <p:cNvSpPr txBox="1"/>
          <p:nvPr>
            <p:ph idx="4" type="title"/>
          </p:nvPr>
        </p:nvSpPr>
        <p:spPr>
          <a:xfrm>
            <a:off x="4363575" y="1676500"/>
            <a:ext cx="1133400" cy="78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9" name="Google Shape;489;p45"/>
          <p:cNvSpPr txBox="1"/>
          <p:nvPr>
            <p:ph idx="6" type="title"/>
          </p:nvPr>
        </p:nvSpPr>
        <p:spPr>
          <a:xfrm>
            <a:off x="5520525" y="3020475"/>
            <a:ext cx="2484900" cy="4194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NORMALIZED </a:t>
            </a:r>
            <a:r>
              <a:rPr lang="en">
                <a:solidFill>
                  <a:srgbClr val="0B5394"/>
                </a:solidFill>
              </a:rPr>
              <a:t>TABLES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490" name="Google Shape;490;p45"/>
          <p:cNvSpPr txBox="1"/>
          <p:nvPr>
            <p:ph idx="7" type="title"/>
          </p:nvPr>
        </p:nvSpPr>
        <p:spPr>
          <a:xfrm>
            <a:off x="4363575" y="2844325"/>
            <a:ext cx="1133400" cy="78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1" name="Google Shape;491;p45"/>
          <p:cNvSpPr txBox="1"/>
          <p:nvPr>
            <p:ph idx="9" type="title"/>
          </p:nvPr>
        </p:nvSpPr>
        <p:spPr>
          <a:xfrm>
            <a:off x="720000" y="833450"/>
            <a:ext cx="2972100" cy="937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</a:rPr>
              <a:t>TABLE OF CONTENTS</a:t>
            </a:r>
            <a:endParaRPr>
              <a:solidFill>
                <a:srgbClr val="0B5394"/>
              </a:solidFill>
            </a:endParaRPr>
          </a:p>
        </p:txBody>
      </p:sp>
      <p:grpSp>
        <p:nvGrpSpPr>
          <p:cNvPr id="492" name="Google Shape;492;p45"/>
          <p:cNvGrpSpPr/>
          <p:nvPr/>
        </p:nvGrpSpPr>
        <p:grpSpPr>
          <a:xfrm>
            <a:off x="-113600" y="1961395"/>
            <a:ext cx="3634264" cy="3271626"/>
            <a:chOff x="-397443" y="1961400"/>
            <a:chExt cx="3883590" cy="3496074"/>
          </a:xfrm>
        </p:grpSpPr>
        <p:sp>
          <p:nvSpPr>
            <p:cNvPr id="493" name="Google Shape;493;p45"/>
            <p:cNvSpPr/>
            <p:nvPr/>
          </p:nvSpPr>
          <p:spPr>
            <a:xfrm>
              <a:off x="2710250" y="2416372"/>
              <a:ext cx="548486" cy="594057"/>
            </a:xfrm>
            <a:custGeom>
              <a:rect b="b" l="l" r="r" t="t"/>
              <a:pathLst>
                <a:path extrusionOk="0" h="4002" w="3695">
                  <a:moveTo>
                    <a:pt x="1771" y="0"/>
                  </a:moveTo>
                  <a:cubicBezTo>
                    <a:pt x="1771" y="0"/>
                    <a:pt x="58" y="1531"/>
                    <a:pt x="28" y="1588"/>
                  </a:cubicBezTo>
                  <a:cubicBezTo>
                    <a:pt x="1" y="1642"/>
                    <a:pt x="550" y="3554"/>
                    <a:pt x="1238" y="3962"/>
                  </a:cubicBezTo>
                  <a:cubicBezTo>
                    <a:pt x="1283" y="3989"/>
                    <a:pt x="1332" y="4002"/>
                    <a:pt x="1386" y="4002"/>
                  </a:cubicBezTo>
                  <a:cubicBezTo>
                    <a:pt x="2149" y="4002"/>
                    <a:pt x="3694" y="1357"/>
                    <a:pt x="3669" y="1278"/>
                  </a:cubicBezTo>
                  <a:lnTo>
                    <a:pt x="1771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2912723" y="4739033"/>
              <a:ext cx="573424" cy="646605"/>
            </a:xfrm>
            <a:custGeom>
              <a:rect b="b" l="l" r="r" t="t"/>
              <a:pathLst>
                <a:path extrusionOk="0" h="4356" w="3863">
                  <a:moveTo>
                    <a:pt x="564" y="0"/>
                  </a:moveTo>
                  <a:cubicBezTo>
                    <a:pt x="268" y="0"/>
                    <a:pt x="0" y="257"/>
                    <a:pt x="43" y="590"/>
                  </a:cubicBezTo>
                  <a:lnTo>
                    <a:pt x="282" y="2431"/>
                  </a:lnTo>
                  <a:cubicBezTo>
                    <a:pt x="336" y="2950"/>
                    <a:pt x="619" y="3415"/>
                    <a:pt x="1041" y="3725"/>
                  </a:cubicBezTo>
                  <a:lnTo>
                    <a:pt x="1911" y="4356"/>
                  </a:lnTo>
                  <a:lnTo>
                    <a:pt x="3863" y="4356"/>
                  </a:lnTo>
                  <a:lnTo>
                    <a:pt x="3623" y="2741"/>
                  </a:lnTo>
                  <a:cubicBezTo>
                    <a:pt x="3552" y="2221"/>
                    <a:pt x="3273" y="1756"/>
                    <a:pt x="2838" y="1449"/>
                  </a:cubicBezTo>
                  <a:lnTo>
                    <a:pt x="872" y="101"/>
                  </a:lnTo>
                  <a:cubicBezTo>
                    <a:pt x="774" y="31"/>
                    <a:pt x="667" y="0"/>
                    <a:pt x="564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5"/>
            <p:cNvSpPr/>
            <p:nvPr/>
          </p:nvSpPr>
          <p:spPr>
            <a:xfrm>
              <a:off x="1248557" y="3800587"/>
              <a:ext cx="769810" cy="1514830"/>
            </a:xfrm>
            <a:custGeom>
              <a:rect b="b" l="l" r="r" t="t"/>
              <a:pathLst>
                <a:path extrusionOk="0" h="10205" w="5186">
                  <a:moveTo>
                    <a:pt x="3722" y="0"/>
                  </a:moveTo>
                  <a:lnTo>
                    <a:pt x="3385" y="270"/>
                  </a:lnTo>
                  <a:lnTo>
                    <a:pt x="2781" y="732"/>
                  </a:lnTo>
                  <a:lnTo>
                    <a:pt x="2754" y="759"/>
                  </a:lnTo>
                  <a:cubicBezTo>
                    <a:pt x="2754" y="759"/>
                    <a:pt x="2754" y="776"/>
                    <a:pt x="2741" y="789"/>
                  </a:cubicBezTo>
                  <a:lnTo>
                    <a:pt x="2741" y="803"/>
                  </a:lnTo>
                  <a:lnTo>
                    <a:pt x="2727" y="816"/>
                  </a:lnTo>
                  <a:cubicBezTo>
                    <a:pt x="2711" y="843"/>
                    <a:pt x="2697" y="874"/>
                    <a:pt x="2684" y="914"/>
                  </a:cubicBezTo>
                  <a:cubicBezTo>
                    <a:pt x="2670" y="928"/>
                    <a:pt x="2657" y="944"/>
                    <a:pt x="2657" y="958"/>
                  </a:cubicBezTo>
                  <a:cubicBezTo>
                    <a:pt x="2586" y="1069"/>
                    <a:pt x="2515" y="1211"/>
                    <a:pt x="2417" y="1366"/>
                  </a:cubicBezTo>
                  <a:cubicBezTo>
                    <a:pt x="2404" y="1393"/>
                    <a:pt x="2390" y="1420"/>
                    <a:pt x="2374" y="1450"/>
                  </a:cubicBezTo>
                  <a:cubicBezTo>
                    <a:pt x="2360" y="1450"/>
                    <a:pt x="2360" y="1464"/>
                    <a:pt x="2347" y="1477"/>
                  </a:cubicBezTo>
                  <a:cubicBezTo>
                    <a:pt x="2333" y="1504"/>
                    <a:pt x="2333" y="1518"/>
                    <a:pt x="2320" y="1548"/>
                  </a:cubicBezTo>
                  <a:cubicBezTo>
                    <a:pt x="2306" y="1561"/>
                    <a:pt x="2289" y="1588"/>
                    <a:pt x="2276" y="1619"/>
                  </a:cubicBezTo>
                  <a:cubicBezTo>
                    <a:pt x="2205" y="1730"/>
                    <a:pt x="2138" y="1841"/>
                    <a:pt x="2067" y="1983"/>
                  </a:cubicBezTo>
                  <a:cubicBezTo>
                    <a:pt x="2036" y="2023"/>
                    <a:pt x="2009" y="2081"/>
                    <a:pt x="1982" y="2138"/>
                  </a:cubicBezTo>
                  <a:cubicBezTo>
                    <a:pt x="1898" y="2306"/>
                    <a:pt x="1800" y="2488"/>
                    <a:pt x="1699" y="2684"/>
                  </a:cubicBezTo>
                  <a:cubicBezTo>
                    <a:pt x="1659" y="2768"/>
                    <a:pt x="1615" y="2853"/>
                    <a:pt x="1588" y="2937"/>
                  </a:cubicBezTo>
                  <a:cubicBezTo>
                    <a:pt x="1561" y="2981"/>
                    <a:pt x="1531" y="3035"/>
                    <a:pt x="1504" y="3092"/>
                  </a:cubicBezTo>
                  <a:cubicBezTo>
                    <a:pt x="1477" y="3149"/>
                    <a:pt x="1446" y="3203"/>
                    <a:pt x="1433" y="3274"/>
                  </a:cubicBezTo>
                  <a:cubicBezTo>
                    <a:pt x="1419" y="3288"/>
                    <a:pt x="1406" y="3304"/>
                    <a:pt x="1406" y="3331"/>
                  </a:cubicBezTo>
                  <a:cubicBezTo>
                    <a:pt x="1392" y="3358"/>
                    <a:pt x="1362" y="3402"/>
                    <a:pt x="1349" y="3443"/>
                  </a:cubicBezTo>
                  <a:cubicBezTo>
                    <a:pt x="1335" y="3473"/>
                    <a:pt x="1335" y="3500"/>
                    <a:pt x="1322" y="3527"/>
                  </a:cubicBezTo>
                  <a:cubicBezTo>
                    <a:pt x="1308" y="3557"/>
                    <a:pt x="1295" y="3584"/>
                    <a:pt x="1278" y="3611"/>
                  </a:cubicBezTo>
                  <a:cubicBezTo>
                    <a:pt x="1264" y="3641"/>
                    <a:pt x="1264" y="3668"/>
                    <a:pt x="1251" y="3695"/>
                  </a:cubicBezTo>
                  <a:cubicBezTo>
                    <a:pt x="1194" y="3851"/>
                    <a:pt x="1140" y="3992"/>
                    <a:pt x="1096" y="4130"/>
                  </a:cubicBezTo>
                  <a:cubicBezTo>
                    <a:pt x="1069" y="4215"/>
                    <a:pt x="1042" y="4299"/>
                    <a:pt x="1025" y="4370"/>
                  </a:cubicBezTo>
                  <a:cubicBezTo>
                    <a:pt x="1011" y="4414"/>
                    <a:pt x="998" y="4441"/>
                    <a:pt x="998" y="4467"/>
                  </a:cubicBezTo>
                  <a:cubicBezTo>
                    <a:pt x="984" y="4498"/>
                    <a:pt x="984" y="4525"/>
                    <a:pt x="971" y="4552"/>
                  </a:cubicBezTo>
                  <a:cubicBezTo>
                    <a:pt x="971" y="4582"/>
                    <a:pt x="958" y="4609"/>
                    <a:pt x="958" y="4636"/>
                  </a:cubicBezTo>
                  <a:cubicBezTo>
                    <a:pt x="958" y="4666"/>
                    <a:pt x="941" y="4693"/>
                    <a:pt x="941" y="4707"/>
                  </a:cubicBezTo>
                  <a:cubicBezTo>
                    <a:pt x="941" y="4737"/>
                    <a:pt x="927" y="4751"/>
                    <a:pt x="927" y="4764"/>
                  </a:cubicBezTo>
                  <a:cubicBezTo>
                    <a:pt x="927" y="4791"/>
                    <a:pt x="914" y="4821"/>
                    <a:pt x="914" y="4835"/>
                  </a:cubicBezTo>
                  <a:cubicBezTo>
                    <a:pt x="914" y="4862"/>
                    <a:pt x="900" y="4889"/>
                    <a:pt x="900" y="4919"/>
                  </a:cubicBezTo>
                  <a:lnTo>
                    <a:pt x="900" y="4973"/>
                  </a:lnTo>
                  <a:cubicBezTo>
                    <a:pt x="887" y="5004"/>
                    <a:pt x="887" y="5017"/>
                    <a:pt x="887" y="5031"/>
                  </a:cubicBezTo>
                  <a:lnTo>
                    <a:pt x="887" y="5115"/>
                  </a:lnTo>
                  <a:cubicBezTo>
                    <a:pt x="873" y="5226"/>
                    <a:pt x="873" y="5327"/>
                    <a:pt x="873" y="5425"/>
                  </a:cubicBezTo>
                  <a:lnTo>
                    <a:pt x="873" y="5803"/>
                  </a:lnTo>
                  <a:cubicBezTo>
                    <a:pt x="843" y="6774"/>
                    <a:pt x="590" y="7967"/>
                    <a:pt x="381" y="8850"/>
                  </a:cubicBezTo>
                  <a:cubicBezTo>
                    <a:pt x="266" y="9258"/>
                    <a:pt x="182" y="9595"/>
                    <a:pt x="115" y="9821"/>
                  </a:cubicBezTo>
                  <a:cubicBezTo>
                    <a:pt x="71" y="9963"/>
                    <a:pt x="44" y="10061"/>
                    <a:pt x="30" y="10088"/>
                  </a:cubicBezTo>
                  <a:cubicBezTo>
                    <a:pt x="0" y="10179"/>
                    <a:pt x="406" y="10205"/>
                    <a:pt x="879" y="10205"/>
                  </a:cubicBezTo>
                  <a:cubicBezTo>
                    <a:pt x="1510" y="10205"/>
                    <a:pt x="2262" y="10158"/>
                    <a:pt x="2262" y="10158"/>
                  </a:cubicBezTo>
                  <a:cubicBezTo>
                    <a:pt x="2262" y="10158"/>
                    <a:pt x="2333" y="9737"/>
                    <a:pt x="2458" y="9120"/>
                  </a:cubicBezTo>
                  <a:cubicBezTo>
                    <a:pt x="2475" y="9076"/>
                    <a:pt x="2475" y="9019"/>
                    <a:pt x="2488" y="8965"/>
                  </a:cubicBezTo>
                  <a:cubicBezTo>
                    <a:pt x="2684" y="8024"/>
                    <a:pt x="2980" y="6676"/>
                    <a:pt x="3287" y="5647"/>
                  </a:cubicBezTo>
                  <a:cubicBezTo>
                    <a:pt x="3456" y="5088"/>
                    <a:pt x="3624" y="4636"/>
                    <a:pt x="3793" y="4383"/>
                  </a:cubicBezTo>
                  <a:cubicBezTo>
                    <a:pt x="3907" y="4215"/>
                    <a:pt x="4005" y="4033"/>
                    <a:pt x="4117" y="3824"/>
                  </a:cubicBezTo>
                  <a:cubicBezTo>
                    <a:pt x="4130" y="3793"/>
                    <a:pt x="4143" y="3766"/>
                    <a:pt x="4160" y="3739"/>
                  </a:cubicBezTo>
                  <a:cubicBezTo>
                    <a:pt x="4245" y="3584"/>
                    <a:pt x="4312" y="3416"/>
                    <a:pt x="4396" y="3247"/>
                  </a:cubicBezTo>
                  <a:lnTo>
                    <a:pt x="4396" y="3234"/>
                  </a:lnTo>
                  <a:cubicBezTo>
                    <a:pt x="4413" y="3190"/>
                    <a:pt x="4440" y="3149"/>
                    <a:pt x="4454" y="3105"/>
                  </a:cubicBezTo>
                  <a:cubicBezTo>
                    <a:pt x="4538" y="2937"/>
                    <a:pt x="4609" y="2755"/>
                    <a:pt x="4680" y="2586"/>
                  </a:cubicBezTo>
                  <a:cubicBezTo>
                    <a:pt x="4680" y="2559"/>
                    <a:pt x="4693" y="2529"/>
                    <a:pt x="4707" y="2515"/>
                  </a:cubicBezTo>
                  <a:cubicBezTo>
                    <a:pt x="4750" y="2404"/>
                    <a:pt x="4791" y="2306"/>
                    <a:pt x="4818" y="2209"/>
                  </a:cubicBezTo>
                  <a:cubicBezTo>
                    <a:pt x="4835" y="2165"/>
                    <a:pt x="4848" y="2124"/>
                    <a:pt x="4862" y="2081"/>
                  </a:cubicBezTo>
                  <a:cubicBezTo>
                    <a:pt x="4932" y="1925"/>
                    <a:pt x="4986" y="1770"/>
                    <a:pt x="5030" y="1646"/>
                  </a:cubicBezTo>
                  <a:cubicBezTo>
                    <a:pt x="5044" y="1575"/>
                    <a:pt x="5071" y="1534"/>
                    <a:pt x="5087" y="1477"/>
                  </a:cubicBezTo>
                  <a:cubicBezTo>
                    <a:pt x="5101" y="1450"/>
                    <a:pt x="5114" y="1420"/>
                    <a:pt x="5114" y="1379"/>
                  </a:cubicBezTo>
                  <a:cubicBezTo>
                    <a:pt x="5128" y="1366"/>
                    <a:pt x="5128" y="1349"/>
                    <a:pt x="5141" y="1322"/>
                  </a:cubicBezTo>
                  <a:cubicBezTo>
                    <a:pt x="5141" y="1309"/>
                    <a:pt x="5155" y="1295"/>
                    <a:pt x="5155" y="1282"/>
                  </a:cubicBezTo>
                  <a:cubicBezTo>
                    <a:pt x="5172" y="1251"/>
                    <a:pt x="5172" y="1224"/>
                    <a:pt x="5172" y="1211"/>
                  </a:cubicBezTo>
                  <a:cubicBezTo>
                    <a:pt x="5185" y="1197"/>
                    <a:pt x="5185" y="1197"/>
                    <a:pt x="5185" y="1180"/>
                  </a:cubicBezTo>
                  <a:lnTo>
                    <a:pt x="4538" y="661"/>
                  </a:lnTo>
                  <a:lnTo>
                    <a:pt x="3722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5"/>
            <p:cNvSpPr/>
            <p:nvPr/>
          </p:nvSpPr>
          <p:spPr>
            <a:xfrm>
              <a:off x="2343454" y="2691879"/>
              <a:ext cx="602666" cy="681785"/>
            </a:xfrm>
            <a:custGeom>
              <a:rect b="b" l="l" r="r" t="t"/>
              <a:pathLst>
                <a:path extrusionOk="0" h="4593" w="4060">
                  <a:moveTo>
                    <a:pt x="1495" y="1"/>
                  </a:moveTo>
                  <a:cubicBezTo>
                    <a:pt x="1297" y="1"/>
                    <a:pt x="1101" y="64"/>
                    <a:pt x="941" y="194"/>
                  </a:cubicBezTo>
                  <a:lnTo>
                    <a:pt x="463" y="575"/>
                  </a:lnTo>
                  <a:cubicBezTo>
                    <a:pt x="98" y="855"/>
                    <a:pt x="1" y="1360"/>
                    <a:pt x="223" y="1755"/>
                  </a:cubicBezTo>
                  <a:lnTo>
                    <a:pt x="1589" y="4128"/>
                  </a:lnTo>
                  <a:cubicBezTo>
                    <a:pt x="1762" y="4430"/>
                    <a:pt x="2072" y="4592"/>
                    <a:pt x="2388" y="4592"/>
                  </a:cubicBezTo>
                  <a:cubicBezTo>
                    <a:pt x="2629" y="4592"/>
                    <a:pt x="2873" y="4497"/>
                    <a:pt x="3062" y="4297"/>
                  </a:cubicBezTo>
                  <a:cubicBezTo>
                    <a:pt x="3173" y="4182"/>
                    <a:pt x="3274" y="4071"/>
                    <a:pt x="3328" y="3987"/>
                  </a:cubicBezTo>
                  <a:cubicBezTo>
                    <a:pt x="3413" y="3889"/>
                    <a:pt x="3470" y="3791"/>
                    <a:pt x="3510" y="3663"/>
                  </a:cubicBezTo>
                  <a:cubicBezTo>
                    <a:pt x="4060" y="1907"/>
                    <a:pt x="2823" y="727"/>
                    <a:pt x="2037" y="167"/>
                  </a:cubicBezTo>
                  <a:cubicBezTo>
                    <a:pt x="1873" y="57"/>
                    <a:pt x="1683" y="1"/>
                    <a:pt x="1495" y="1"/>
                  </a:cubicBezTo>
                  <a:close/>
                </a:path>
              </a:pathLst>
            </a:custGeom>
            <a:solidFill>
              <a:srgbClr val="ED24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1192446" y="2528891"/>
              <a:ext cx="1507557" cy="1055112"/>
            </a:xfrm>
            <a:custGeom>
              <a:rect b="b" l="l" r="r" t="t"/>
              <a:pathLst>
                <a:path extrusionOk="0" h="7108" w="10156">
                  <a:moveTo>
                    <a:pt x="9046" y="1"/>
                  </a:moveTo>
                  <a:lnTo>
                    <a:pt x="8331" y="85"/>
                  </a:lnTo>
                  <a:lnTo>
                    <a:pt x="8274" y="85"/>
                  </a:lnTo>
                  <a:lnTo>
                    <a:pt x="5914" y="351"/>
                  </a:lnTo>
                  <a:lnTo>
                    <a:pt x="0" y="3483"/>
                  </a:lnTo>
                  <a:lnTo>
                    <a:pt x="1066" y="4663"/>
                  </a:lnTo>
                  <a:lnTo>
                    <a:pt x="1265" y="4876"/>
                  </a:lnTo>
                  <a:lnTo>
                    <a:pt x="1420" y="5058"/>
                  </a:lnTo>
                  <a:lnTo>
                    <a:pt x="3274" y="7108"/>
                  </a:lnTo>
                  <a:lnTo>
                    <a:pt x="3301" y="7094"/>
                  </a:lnTo>
                  <a:lnTo>
                    <a:pt x="4299" y="6855"/>
                  </a:lnTo>
                  <a:lnTo>
                    <a:pt x="4454" y="6828"/>
                  </a:lnTo>
                  <a:cubicBezTo>
                    <a:pt x="4805" y="6545"/>
                    <a:pt x="7444" y="6056"/>
                    <a:pt x="7444" y="6056"/>
                  </a:cubicBezTo>
                  <a:lnTo>
                    <a:pt x="7458" y="6039"/>
                  </a:lnTo>
                  <a:lnTo>
                    <a:pt x="8624" y="5324"/>
                  </a:lnTo>
                  <a:lnTo>
                    <a:pt x="9201" y="4974"/>
                  </a:lnTo>
                  <a:lnTo>
                    <a:pt x="9552" y="4761"/>
                  </a:lnTo>
                  <a:lnTo>
                    <a:pt x="10155" y="4384"/>
                  </a:lnTo>
                  <a:lnTo>
                    <a:pt x="9481" y="1740"/>
                  </a:lnTo>
                  <a:lnTo>
                    <a:pt x="9326" y="1096"/>
                  </a:lnTo>
                  <a:lnTo>
                    <a:pt x="9046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5"/>
            <p:cNvSpPr/>
            <p:nvPr/>
          </p:nvSpPr>
          <p:spPr>
            <a:xfrm>
              <a:off x="2410104" y="1961400"/>
              <a:ext cx="890343" cy="907414"/>
            </a:xfrm>
            <a:custGeom>
              <a:rect b="b" l="l" r="r" t="t"/>
              <a:pathLst>
                <a:path extrusionOk="0" h="6113" w="5998">
                  <a:moveTo>
                    <a:pt x="3007" y="1"/>
                  </a:moveTo>
                  <a:cubicBezTo>
                    <a:pt x="1561" y="1"/>
                    <a:pt x="351" y="1042"/>
                    <a:pt x="71" y="2418"/>
                  </a:cubicBezTo>
                  <a:cubicBezTo>
                    <a:pt x="27" y="2630"/>
                    <a:pt x="0" y="2839"/>
                    <a:pt x="0" y="3065"/>
                  </a:cubicBezTo>
                  <a:cubicBezTo>
                    <a:pt x="0" y="3345"/>
                    <a:pt x="44" y="3611"/>
                    <a:pt x="111" y="3878"/>
                  </a:cubicBezTo>
                  <a:cubicBezTo>
                    <a:pt x="111" y="3878"/>
                    <a:pt x="111" y="3895"/>
                    <a:pt x="128" y="3908"/>
                  </a:cubicBezTo>
                  <a:cubicBezTo>
                    <a:pt x="239" y="4316"/>
                    <a:pt x="435" y="4680"/>
                    <a:pt x="688" y="5004"/>
                  </a:cubicBezTo>
                  <a:cubicBezTo>
                    <a:pt x="856" y="5213"/>
                    <a:pt x="1055" y="5412"/>
                    <a:pt x="1278" y="5563"/>
                  </a:cubicBezTo>
                  <a:cubicBezTo>
                    <a:pt x="1659" y="5833"/>
                    <a:pt x="2094" y="6015"/>
                    <a:pt x="2556" y="6086"/>
                  </a:cubicBezTo>
                  <a:cubicBezTo>
                    <a:pt x="2586" y="6099"/>
                    <a:pt x="2613" y="6099"/>
                    <a:pt x="2640" y="6099"/>
                  </a:cubicBezTo>
                  <a:cubicBezTo>
                    <a:pt x="2724" y="6113"/>
                    <a:pt x="2808" y="6113"/>
                    <a:pt x="2893" y="6113"/>
                  </a:cubicBezTo>
                  <a:lnTo>
                    <a:pt x="2754" y="5803"/>
                  </a:lnTo>
                  <a:lnTo>
                    <a:pt x="2586" y="5425"/>
                  </a:lnTo>
                  <a:lnTo>
                    <a:pt x="2964" y="5284"/>
                  </a:lnTo>
                  <a:lnTo>
                    <a:pt x="3398" y="5128"/>
                  </a:lnTo>
                  <a:lnTo>
                    <a:pt x="3554" y="5075"/>
                  </a:lnTo>
                  <a:lnTo>
                    <a:pt x="3624" y="4933"/>
                  </a:lnTo>
                  <a:lnTo>
                    <a:pt x="3779" y="4596"/>
                  </a:lnTo>
                  <a:lnTo>
                    <a:pt x="3837" y="4454"/>
                  </a:lnTo>
                  <a:lnTo>
                    <a:pt x="3779" y="4299"/>
                  </a:lnTo>
                  <a:lnTo>
                    <a:pt x="3668" y="4006"/>
                  </a:lnTo>
                  <a:lnTo>
                    <a:pt x="3554" y="3682"/>
                  </a:lnTo>
                  <a:lnTo>
                    <a:pt x="4117" y="3402"/>
                  </a:lnTo>
                  <a:lnTo>
                    <a:pt x="4312" y="3611"/>
                  </a:lnTo>
                  <a:lnTo>
                    <a:pt x="5270" y="4609"/>
                  </a:lnTo>
                  <a:lnTo>
                    <a:pt x="5452" y="4805"/>
                  </a:lnTo>
                  <a:cubicBezTo>
                    <a:pt x="5789" y="4316"/>
                    <a:pt x="5998" y="3709"/>
                    <a:pt x="5998" y="3065"/>
                  </a:cubicBezTo>
                  <a:cubicBezTo>
                    <a:pt x="5998" y="1366"/>
                    <a:pt x="4649" y="1"/>
                    <a:pt x="3007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5"/>
            <p:cNvSpPr/>
            <p:nvPr/>
          </p:nvSpPr>
          <p:spPr>
            <a:xfrm>
              <a:off x="2359931" y="3510830"/>
              <a:ext cx="1022158" cy="1499838"/>
            </a:xfrm>
            <a:custGeom>
              <a:rect b="b" l="l" r="r" t="t"/>
              <a:pathLst>
                <a:path extrusionOk="0" h="10104" w="6886">
                  <a:moveTo>
                    <a:pt x="143" y="0"/>
                  </a:moveTo>
                  <a:lnTo>
                    <a:pt x="1" y="830"/>
                  </a:lnTo>
                  <a:cubicBezTo>
                    <a:pt x="1" y="830"/>
                    <a:pt x="1815" y="6126"/>
                    <a:pt x="3821" y="7728"/>
                  </a:cubicBezTo>
                  <a:cubicBezTo>
                    <a:pt x="3821" y="7728"/>
                    <a:pt x="3682" y="8149"/>
                    <a:pt x="4006" y="8318"/>
                  </a:cubicBezTo>
                  <a:cubicBezTo>
                    <a:pt x="4468" y="8584"/>
                    <a:pt x="4596" y="8695"/>
                    <a:pt x="4734" y="9400"/>
                  </a:cubicBezTo>
                  <a:cubicBezTo>
                    <a:pt x="4814" y="9787"/>
                    <a:pt x="4911" y="9872"/>
                    <a:pt x="4981" y="9872"/>
                  </a:cubicBezTo>
                  <a:cubicBezTo>
                    <a:pt x="5034" y="9872"/>
                    <a:pt x="5072" y="9821"/>
                    <a:pt x="5072" y="9821"/>
                  </a:cubicBezTo>
                  <a:lnTo>
                    <a:pt x="5001" y="8415"/>
                  </a:lnTo>
                  <a:lnTo>
                    <a:pt x="5001" y="8415"/>
                  </a:lnTo>
                  <a:cubicBezTo>
                    <a:pt x="5001" y="8416"/>
                    <a:pt x="5493" y="9946"/>
                    <a:pt x="5844" y="10088"/>
                  </a:cubicBezTo>
                  <a:cubicBezTo>
                    <a:pt x="5871" y="10099"/>
                    <a:pt x="5895" y="10104"/>
                    <a:pt x="5916" y="10104"/>
                  </a:cubicBezTo>
                  <a:cubicBezTo>
                    <a:pt x="6155" y="10104"/>
                    <a:pt x="5914" y="9400"/>
                    <a:pt x="5914" y="9400"/>
                  </a:cubicBezTo>
                  <a:lnTo>
                    <a:pt x="5776" y="8908"/>
                  </a:lnTo>
                  <a:lnTo>
                    <a:pt x="5776" y="8908"/>
                  </a:lnTo>
                  <a:cubicBezTo>
                    <a:pt x="5776" y="8908"/>
                    <a:pt x="6336" y="9609"/>
                    <a:pt x="6535" y="9875"/>
                  </a:cubicBezTo>
                  <a:cubicBezTo>
                    <a:pt x="6597" y="9959"/>
                    <a:pt x="6652" y="9988"/>
                    <a:pt x="6701" y="9988"/>
                  </a:cubicBezTo>
                  <a:cubicBezTo>
                    <a:pt x="6815" y="9988"/>
                    <a:pt x="6885" y="9821"/>
                    <a:pt x="6885" y="9821"/>
                  </a:cubicBezTo>
                  <a:lnTo>
                    <a:pt x="6336" y="8766"/>
                  </a:lnTo>
                  <a:lnTo>
                    <a:pt x="4933" y="7448"/>
                  </a:lnTo>
                  <a:cubicBezTo>
                    <a:pt x="4933" y="7448"/>
                    <a:pt x="3204" y="2431"/>
                    <a:pt x="2782" y="2290"/>
                  </a:cubicBezTo>
                  <a:cubicBezTo>
                    <a:pt x="2361" y="2151"/>
                    <a:pt x="2432" y="621"/>
                    <a:pt x="1939" y="71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5"/>
            <p:cNvSpPr/>
            <p:nvPr/>
          </p:nvSpPr>
          <p:spPr>
            <a:xfrm>
              <a:off x="2359931" y="3529830"/>
              <a:ext cx="327459" cy="248340"/>
            </a:xfrm>
            <a:custGeom>
              <a:rect b="b" l="l" r="r" t="t"/>
              <a:pathLst>
                <a:path extrusionOk="0" h="1673" w="2206">
                  <a:moveTo>
                    <a:pt x="112" y="0"/>
                  </a:moveTo>
                  <a:lnTo>
                    <a:pt x="1" y="702"/>
                  </a:lnTo>
                  <a:cubicBezTo>
                    <a:pt x="1" y="702"/>
                    <a:pt x="129" y="1083"/>
                    <a:pt x="352" y="1673"/>
                  </a:cubicBezTo>
                  <a:cubicBezTo>
                    <a:pt x="422" y="1656"/>
                    <a:pt x="507" y="1656"/>
                    <a:pt x="591" y="1642"/>
                  </a:cubicBezTo>
                  <a:cubicBezTo>
                    <a:pt x="1461" y="1531"/>
                    <a:pt x="1997" y="661"/>
                    <a:pt x="2152" y="280"/>
                  </a:cubicBezTo>
                  <a:cubicBezTo>
                    <a:pt x="2192" y="183"/>
                    <a:pt x="2206" y="112"/>
                    <a:pt x="2192" y="112"/>
                  </a:cubicBezTo>
                  <a:lnTo>
                    <a:pt x="2068" y="1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5"/>
            <p:cNvSpPr/>
            <p:nvPr/>
          </p:nvSpPr>
          <p:spPr>
            <a:xfrm>
              <a:off x="2224405" y="2849673"/>
              <a:ext cx="454969" cy="788513"/>
            </a:xfrm>
            <a:custGeom>
              <a:rect b="b" l="l" r="r" t="t"/>
              <a:pathLst>
                <a:path extrusionOk="0" h="5312" w="3065">
                  <a:moveTo>
                    <a:pt x="843" y="1"/>
                  </a:moveTo>
                  <a:cubicBezTo>
                    <a:pt x="772" y="213"/>
                    <a:pt x="0" y="2853"/>
                    <a:pt x="705" y="4525"/>
                  </a:cubicBezTo>
                  <a:lnTo>
                    <a:pt x="914" y="5284"/>
                  </a:lnTo>
                  <a:cubicBezTo>
                    <a:pt x="914" y="5284"/>
                    <a:pt x="1120" y="5311"/>
                    <a:pt x="1410" y="5311"/>
                  </a:cubicBezTo>
                  <a:cubicBezTo>
                    <a:pt x="1928" y="5311"/>
                    <a:pt x="2713" y="5224"/>
                    <a:pt x="3065" y="4738"/>
                  </a:cubicBezTo>
                  <a:cubicBezTo>
                    <a:pt x="3065" y="4694"/>
                    <a:pt x="2964" y="4454"/>
                    <a:pt x="2866" y="4117"/>
                  </a:cubicBezTo>
                  <a:cubicBezTo>
                    <a:pt x="2768" y="3753"/>
                    <a:pt x="2684" y="3274"/>
                    <a:pt x="2728" y="2782"/>
                  </a:cubicBezTo>
                  <a:lnTo>
                    <a:pt x="985" y="2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5"/>
            <p:cNvSpPr/>
            <p:nvPr/>
          </p:nvSpPr>
          <p:spPr>
            <a:xfrm>
              <a:off x="2343454" y="2881291"/>
              <a:ext cx="306380" cy="579658"/>
            </a:xfrm>
            <a:custGeom>
              <a:rect b="b" l="l" r="r" t="t"/>
              <a:pathLst>
                <a:path extrusionOk="0" h="3905" w="2064">
                  <a:moveTo>
                    <a:pt x="139" y="0"/>
                  </a:moveTo>
                  <a:cubicBezTo>
                    <a:pt x="139" y="0"/>
                    <a:pt x="1" y="2192"/>
                    <a:pt x="1123" y="3230"/>
                  </a:cubicBezTo>
                  <a:cubicBezTo>
                    <a:pt x="1460" y="3554"/>
                    <a:pt x="1784" y="3766"/>
                    <a:pt x="2064" y="3904"/>
                  </a:cubicBezTo>
                  <a:cubicBezTo>
                    <a:pt x="1966" y="3540"/>
                    <a:pt x="1882" y="3061"/>
                    <a:pt x="1926" y="2569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5"/>
            <p:cNvSpPr/>
            <p:nvPr/>
          </p:nvSpPr>
          <p:spPr>
            <a:xfrm>
              <a:off x="2343454" y="2691879"/>
              <a:ext cx="602666" cy="681785"/>
            </a:xfrm>
            <a:custGeom>
              <a:rect b="b" l="l" r="r" t="t"/>
              <a:pathLst>
                <a:path extrusionOk="0" h="4593" w="4060">
                  <a:moveTo>
                    <a:pt x="1495" y="1"/>
                  </a:moveTo>
                  <a:cubicBezTo>
                    <a:pt x="1297" y="1"/>
                    <a:pt x="1101" y="64"/>
                    <a:pt x="941" y="194"/>
                  </a:cubicBezTo>
                  <a:lnTo>
                    <a:pt x="463" y="575"/>
                  </a:lnTo>
                  <a:cubicBezTo>
                    <a:pt x="98" y="855"/>
                    <a:pt x="1" y="1360"/>
                    <a:pt x="223" y="1755"/>
                  </a:cubicBezTo>
                  <a:lnTo>
                    <a:pt x="1589" y="4128"/>
                  </a:lnTo>
                  <a:cubicBezTo>
                    <a:pt x="1762" y="4430"/>
                    <a:pt x="2072" y="4592"/>
                    <a:pt x="2388" y="4592"/>
                  </a:cubicBezTo>
                  <a:cubicBezTo>
                    <a:pt x="2629" y="4592"/>
                    <a:pt x="2873" y="4497"/>
                    <a:pt x="3062" y="4297"/>
                  </a:cubicBezTo>
                  <a:cubicBezTo>
                    <a:pt x="3173" y="4182"/>
                    <a:pt x="3274" y="4071"/>
                    <a:pt x="3328" y="3987"/>
                  </a:cubicBezTo>
                  <a:cubicBezTo>
                    <a:pt x="3413" y="3889"/>
                    <a:pt x="3470" y="3791"/>
                    <a:pt x="3510" y="3663"/>
                  </a:cubicBezTo>
                  <a:cubicBezTo>
                    <a:pt x="4060" y="1907"/>
                    <a:pt x="2823" y="727"/>
                    <a:pt x="2037" y="167"/>
                  </a:cubicBezTo>
                  <a:cubicBezTo>
                    <a:pt x="1873" y="57"/>
                    <a:pt x="1683" y="1"/>
                    <a:pt x="1495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5"/>
            <p:cNvSpPr/>
            <p:nvPr/>
          </p:nvSpPr>
          <p:spPr>
            <a:xfrm>
              <a:off x="2791893" y="2467733"/>
              <a:ext cx="473375" cy="582330"/>
            </a:xfrm>
            <a:custGeom>
              <a:rect b="b" l="l" r="r" t="t"/>
              <a:pathLst>
                <a:path extrusionOk="0" h="3923" w="3189">
                  <a:moveTo>
                    <a:pt x="1453" y="164"/>
                  </a:moveTo>
                  <a:cubicBezTo>
                    <a:pt x="1489" y="164"/>
                    <a:pt x="1524" y="171"/>
                    <a:pt x="1558" y="187"/>
                  </a:cubicBezTo>
                  <a:cubicBezTo>
                    <a:pt x="1615" y="200"/>
                    <a:pt x="1656" y="244"/>
                    <a:pt x="1700" y="285"/>
                  </a:cubicBezTo>
                  <a:cubicBezTo>
                    <a:pt x="1855" y="453"/>
                    <a:pt x="2023" y="608"/>
                    <a:pt x="2175" y="777"/>
                  </a:cubicBezTo>
                  <a:lnTo>
                    <a:pt x="2175" y="790"/>
                  </a:lnTo>
                  <a:cubicBezTo>
                    <a:pt x="1922" y="1185"/>
                    <a:pt x="1615" y="1535"/>
                    <a:pt x="1278" y="1846"/>
                  </a:cubicBezTo>
                  <a:lnTo>
                    <a:pt x="1096" y="1664"/>
                  </a:lnTo>
                  <a:cubicBezTo>
                    <a:pt x="1096" y="1647"/>
                    <a:pt x="1079" y="1647"/>
                    <a:pt x="1079" y="1633"/>
                  </a:cubicBezTo>
                  <a:lnTo>
                    <a:pt x="1096" y="1620"/>
                  </a:lnTo>
                  <a:cubicBezTo>
                    <a:pt x="1137" y="1549"/>
                    <a:pt x="1164" y="1478"/>
                    <a:pt x="1194" y="1411"/>
                  </a:cubicBezTo>
                  <a:cubicBezTo>
                    <a:pt x="1221" y="1340"/>
                    <a:pt x="1248" y="1283"/>
                    <a:pt x="1278" y="1212"/>
                  </a:cubicBezTo>
                  <a:cubicBezTo>
                    <a:pt x="1332" y="1087"/>
                    <a:pt x="1319" y="959"/>
                    <a:pt x="1278" y="848"/>
                  </a:cubicBezTo>
                  <a:cubicBezTo>
                    <a:pt x="1221" y="679"/>
                    <a:pt x="1110" y="467"/>
                    <a:pt x="1207" y="298"/>
                  </a:cubicBezTo>
                  <a:cubicBezTo>
                    <a:pt x="1259" y="217"/>
                    <a:pt x="1356" y="164"/>
                    <a:pt x="1453" y="164"/>
                  </a:cubicBezTo>
                  <a:close/>
                  <a:moveTo>
                    <a:pt x="2303" y="905"/>
                  </a:moveTo>
                  <a:cubicBezTo>
                    <a:pt x="2387" y="1003"/>
                    <a:pt x="2485" y="1114"/>
                    <a:pt x="2583" y="1212"/>
                  </a:cubicBezTo>
                  <a:cubicBezTo>
                    <a:pt x="2330" y="1606"/>
                    <a:pt x="2037" y="1970"/>
                    <a:pt x="1700" y="2294"/>
                  </a:cubicBezTo>
                  <a:cubicBezTo>
                    <a:pt x="1602" y="2183"/>
                    <a:pt x="1487" y="2085"/>
                    <a:pt x="1389" y="1970"/>
                  </a:cubicBezTo>
                  <a:cubicBezTo>
                    <a:pt x="1740" y="1664"/>
                    <a:pt x="2050" y="1296"/>
                    <a:pt x="2303" y="905"/>
                  </a:cubicBezTo>
                  <a:close/>
                  <a:moveTo>
                    <a:pt x="955" y="1748"/>
                  </a:moveTo>
                  <a:cubicBezTo>
                    <a:pt x="1012" y="1815"/>
                    <a:pt x="1079" y="1886"/>
                    <a:pt x="1150" y="1957"/>
                  </a:cubicBezTo>
                  <a:cubicBezTo>
                    <a:pt x="897" y="2169"/>
                    <a:pt x="617" y="2351"/>
                    <a:pt x="321" y="2506"/>
                  </a:cubicBezTo>
                  <a:cubicBezTo>
                    <a:pt x="321" y="2489"/>
                    <a:pt x="307" y="2476"/>
                    <a:pt x="307" y="2463"/>
                  </a:cubicBezTo>
                  <a:cubicBezTo>
                    <a:pt x="280" y="2405"/>
                    <a:pt x="236" y="2338"/>
                    <a:pt x="236" y="2267"/>
                  </a:cubicBezTo>
                  <a:cubicBezTo>
                    <a:pt x="223" y="2125"/>
                    <a:pt x="294" y="2001"/>
                    <a:pt x="422" y="1957"/>
                  </a:cubicBezTo>
                  <a:cubicBezTo>
                    <a:pt x="560" y="1900"/>
                    <a:pt x="702" y="1859"/>
                    <a:pt x="843" y="1802"/>
                  </a:cubicBezTo>
                  <a:cubicBezTo>
                    <a:pt x="870" y="1788"/>
                    <a:pt x="911" y="1775"/>
                    <a:pt x="955" y="1748"/>
                  </a:cubicBezTo>
                  <a:close/>
                  <a:moveTo>
                    <a:pt x="2711" y="1340"/>
                  </a:moveTo>
                  <a:cubicBezTo>
                    <a:pt x="2752" y="1394"/>
                    <a:pt x="2809" y="1451"/>
                    <a:pt x="2866" y="1508"/>
                  </a:cubicBezTo>
                  <a:cubicBezTo>
                    <a:pt x="2880" y="1522"/>
                    <a:pt x="2893" y="1535"/>
                    <a:pt x="2920" y="1549"/>
                  </a:cubicBezTo>
                  <a:cubicBezTo>
                    <a:pt x="2893" y="1562"/>
                    <a:pt x="2866" y="1579"/>
                    <a:pt x="2849" y="1606"/>
                  </a:cubicBezTo>
                  <a:cubicBezTo>
                    <a:pt x="2711" y="2068"/>
                    <a:pt x="2485" y="2506"/>
                    <a:pt x="2175" y="2870"/>
                  </a:cubicBezTo>
                  <a:cubicBezTo>
                    <a:pt x="2148" y="2813"/>
                    <a:pt x="2121" y="2742"/>
                    <a:pt x="2077" y="2688"/>
                  </a:cubicBezTo>
                  <a:cubicBezTo>
                    <a:pt x="2006" y="2618"/>
                    <a:pt x="1939" y="2547"/>
                    <a:pt x="1868" y="2463"/>
                  </a:cubicBezTo>
                  <a:cubicBezTo>
                    <a:pt x="1838" y="2449"/>
                    <a:pt x="1824" y="2436"/>
                    <a:pt x="1811" y="2422"/>
                  </a:cubicBezTo>
                  <a:cubicBezTo>
                    <a:pt x="2023" y="2223"/>
                    <a:pt x="2205" y="2014"/>
                    <a:pt x="2387" y="1788"/>
                  </a:cubicBezTo>
                  <a:cubicBezTo>
                    <a:pt x="2499" y="1633"/>
                    <a:pt x="2596" y="1495"/>
                    <a:pt x="2711" y="1340"/>
                  </a:cubicBezTo>
                  <a:close/>
                  <a:moveTo>
                    <a:pt x="1265" y="2085"/>
                  </a:moveTo>
                  <a:lnTo>
                    <a:pt x="1518" y="2338"/>
                  </a:lnTo>
                  <a:cubicBezTo>
                    <a:pt x="1531" y="2365"/>
                    <a:pt x="1558" y="2392"/>
                    <a:pt x="1572" y="2405"/>
                  </a:cubicBezTo>
                  <a:cubicBezTo>
                    <a:pt x="1278" y="2688"/>
                    <a:pt x="955" y="2928"/>
                    <a:pt x="604" y="3137"/>
                  </a:cubicBezTo>
                  <a:cubicBezTo>
                    <a:pt x="533" y="2982"/>
                    <a:pt x="462" y="2827"/>
                    <a:pt x="392" y="2658"/>
                  </a:cubicBezTo>
                  <a:cubicBezTo>
                    <a:pt x="702" y="2506"/>
                    <a:pt x="995" y="2307"/>
                    <a:pt x="1265" y="2085"/>
                  </a:cubicBezTo>
                  <a:close/>
                  <a:moveTo>
                    <a:pt x="1686" y="2533"/>
                  </a:moveTo>
                  <a:cubicBezTo>
                    <a:pt x="1740" y="2591"/>
                    <a:pt x="1797" y="2645"/>
                    <a:pt x="1855" y="2702"/>
                  </a:cubicBezTo>
                  <a:cubicBezTo>
                    <a:pt x="1952" y="2800"/>
                    <a:pt x="2037" y="2897"/>
                    <a:pt x="2023" y="3039"/>
                  </a:cubicBezTo>
                  <a:cubicBezTo>
                    <a:pt x="1993" y="3208"/>
                    <a:pt x="1855" y="3278"/>
                    <a:pt x="1727" y="3363"/>
                  </a:cubicBezTo>
                  <a:cubicBezTo>
                    <a:pt x="1585" y="3460"/>
                    <a:pt x="1433" y="3558"/>
                    <a:pt x="1292" y="3669"/>
                  </a:cubicBezTo>
                  <a:cubicBezTo>
                    <a:pt x="1234" y="3700"/>
                    <a:pt x="1180" y="3740"/>
                    <a:pt x="1110" y="3754"/>
                  </a:cubicBezTo>
                  <a:cubicBezTo>
                    <a:pt x="1098" y="3755"/>
                    <a:pt x="1087" y="3756"/>
                    <a:pt x="1075" y="3756"/>
                  </a:cubicBezTo>
                  <a:cubicBezTo>
                    <a:pt x="971" y="3756"/>
                    <a:pt x="865" y="3690"/>
                    <a:pt x="813" y="3602"/>
                  </a:cubicBezTo>
                  <a:cubicBezTo>
                    <a:pt x="759" y="3501"/>
                    <a:pt x="715" y="3390"/>
                    <a:pt x="675" y="3292"/>
                  </a:cubicBezTo>
                  <a:cubicBezTo>
                    <a:pt x="1039" y="3066"/>
                    <a:pt x="1376" y="2813"/>
                    <a:pt x="1686" y="2533"/>
                  </a:cubicBezTo>
                  <a:close/>
                  <a:moveTo>
                    <a:pt x="1487" y="1"/>
                  </a:moveTo>
                  <a:cubicBezTo>
                    <a:pt x="1470" y="1"/>
                    <a:pt x="1452" y="2"/>
                    <a:pt x="1433" y="5"/>
                  </a:cubicBezTo>
                  <a:cubicBezTo>
                    <a:pt x="1123" y="18"/>
                    <a:pt x="928" y="328"/>
                    <a:pt x="1025" y="622"/>
                  </a:cubicBezTo>
                  <a:cubicBezTo>
                    <a:pt x="1079" y="777"/>
                    <a:pt x="1194" y="972"/>
                    <a:pt x="1123" y="1141"/>
                  </a:cubicBezTo>
                  <a:cubicBezTo>
                    <a:pt x="1096" y="1212"/>
                    <a:pt x="1052" y="1296"/>
                    <a:pt x="1025" y="1367"/>
                  </a:cubicBezTo>
                  <a:cubicBezTo>
                    <a:pt x="982" y="1451"/>
                    <a:pt x="955" y="1549"/>
                    <a:pt x="884" y="1606"/>
                  </a:cubicBezTo>
                  <a:cubicBezTo>
                    <a:pt x="813" y="1647"/>
                    <a:pt x="729" y="1664"/>
                    <a:pt x="658" y="1690"/>
                  </a:cubicBezTo>
                  <a:cubicBezTo>
                    <a:pt x="574" y="1717"/>
                    <a:pt x="489" y="1748"/>
                    <a:pt x="405" y="1788"/>
                  </a:cubicBezTo>
                  <a:cubicBezTo>
                    <a:pt x="152" y="1873"/>
                    <a:pt x="0" y="2112"/>
                    <a:pt x="85" y="2378"/>
                  </a:cubicBezTo>
                  <a:cubicBezTo>
                    <a:pt x="125" y="2506"/>
                    <a:pt x="196" y="2631"/>
                    <a:pt x="253" y="2759"/>
                  </a:cubicBezTo>
                  <a:cubicBezTo>
                    <a:pt x="307" y="2884"/>
                    <a:pt x="378" y="3026"/>
                    <a:pt x="435" y="3164"/>
                  </a:cubicBezTo>
                  <a:cubicBezTo>
                    <a:pt x="449" y="3194"/>
                    <a:pt x="462" y="3235"/>
                    <a:pt x="476" y="3278"/>
                  </a:cubicBezTo>
                  <a:cubicBezTo>
                    <a:pt x="489" y="3292"/>
                    <a:pt x="489" y="3305"/>
                    <a:pt x="506" y="3305"/>
                  </a:cubicBezTo>
                  <a:cubicBezTo>
                    <a:pt x="547" y="3417"/>
                    <a:pt x="590" y="3518"/>
                    <a:pt x="644" y="3629"/>
                  </a:cubicBezTo>
                  <a:cubicBezTo>
                    <a:pt x="715" y="3804"/>
                    <a:pt x="885" y="3923"/>
                    <a:pt x="1071" y="3923"/>
                  </a:cubicBezTo>
                  <a:cubicBezTo>
                    <a:pt x="1107" y="3923"/>
                    <a:pt x="1144" y="3918"/>
                    <a:pt x="1180" y="3909"/>
                  </a:cubicBezTo>
                  <a:cubicBezTo>
                    <a:pt x="1332" y="3868"/>
                    <a:pt x="1460" y="3754"/>
                    <a:pt x="1585" y="3669"/>
                  </a:cubicBezTo>
                  <a:cubicBezTo>
                    <a:pt x="1713" y="3572"/>
                    <a:pt x="1855" y="3487"/>
                    <a:pt x="1979" y="3390"/>
                  </a:cubicBezTo>
                  <a:cubicBezTo>
                    <a:pt x="2077" y="3319"/>
                    <a:pt x="2135" y="3221"/>
                    <a:pt x="2162" y="3123"/>
                  </a:cubicBezTo>
                  <a:cubicBezTo>
                    <a:pt x="2175" y="3123"/>
                    <a:pt x="2175" y="3123"/>
                    <a:pt x="2192" y="3110"/>
                  </a:cubicBezTo>
                  <a:cubicBezTo>
                    <a:pt x="2569" y="2702"/>
                    <a:pt x="2849" y="2196"/>
                    <a:pt x="3018" y="1664"/>
                  </a:cubicBezTo>
                  <a:cubicBezTo>
                    <a:pt x="3033" y="1678"/>
                    <a:pt x="3050" y="1684"/>
                    <a:pt x="3067" y="1684"/>
                  </a:cubicBezTo>
                  <a:cubicBezTo>
                    <a:pt x="3129" y="1684"/>
                    <a:pt x="3188" y="1602"/>
                    <a:pt x="3132" y="1535"/>
                  </a:cubicBezTo>
                  <a:cubicBezTo>
                    <a:pt x="3018" y="1411"/>
                    <a:pt x="2907" y="1296"/>
                    <a:pt x="2782" y="1171"/>
                  </a:cubicBezTo>
                  <a:cubicBezTo>
                    <a:pt x="2782" y="1141"/>
                    <a:pt x="2752" y="1114"/>
                    <a:pt x="2725" y="1100"/>
                  </a:cubicBezTo>
                  <a:cubicBezTo>
                    <a:pt x="2428" y="804"/>
                    <a:pt x="2148" y="510"/>
                    <a:pt x="1868" y="214"/>
                  </a:cubicBezTo>
                  <a:cubicBezTo>
                    <a:pt x="1753" y="102"/>
                    <a:pt x="1641" y="1"/>
                    <a:pt x="14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1500757" y="3891879"/>
              <a:ext cx="517610" cy="307271"/>
            </a:xfrm>
            <a:custGeom>
              <a:rect b="b" l="l" r="r" t="t"/>
              <a:pathLst>
                <a:path extrusionOk="0" h="2070" w="3487">
                  <a:moveTo>
                    <a:pt x="2600" y="1"/>
                  </a:moveTo>
                  <a:cubicBezTo>
                    <a:pt x="2572" y="1"/>
                    <a:pt x="2544" y="2"/>
                    <a:pt x="2515" y="6"/>
                  </a:cubicBezTo>
                  <a:lnTo>
                    <a:pt x="1814" y="60"/>
                  </a:lnTo>
                  <a:lnTo>
                    <a:pt x="1082" y="117"/>
                  </a:lnTo>
                  <a:lnTo>
                    <a:pt x="1055" y="144"/>
                  </a:lnTo>
                  <a:cubicBezTo>
                    <a:pt x="1055" y="144"/>
                    <a:pt x="1055" y="161"/>
                    <a:pt x="1042" y="174"/>
                  </a:cubicBezTo>
                  <a:lnTo>
                    <a:pt x="1042" y="188"/>
                  </a:lnTo>
                  <a:lnTo>
                    <a:pt x="1028" y="201"/>
                  </a:lnTo>
                  <a:cubicBezTo>
                    <a:pt x="1012" y="228"/>
                    <a:pt x="998" y="259"/>
                    <a:pt x="985" y="299"/>
                  </a:cubicBezTo>
                  <a:cubicBezTo>
                    <a:pt x="971" y="313"/>
                    <a:pt x="958" y="329"/>
                    <a:pt x="958" y="343"/>
                  </a:cubicBezTo>
                  <a:cubicBezTo>
                    <a:pt x="887" y="454"/>
                    <a:pt x="816" y="596"/>
                    <a:pt x="718" y="751"/>
                  </a:cubicBezTo>
                  <a:cubicBezTo>
                    <a:pt x="705" y="778"/>
                    <a:pt x="691" y="805"/>
                    <a:pt x="675" y="835"/>
                  </a:cubicBezTo>
                  <a:cubicBezTo>
                    <a:pt x="661" y="835"/>
                    <a:pt x="661" y="849"/>
                    <a:pt x="648" y="862"/>
                  </a:cubicBezTo>
                  <a:cubicBezTo>
                    <a:pt x="634" y="889"/>
                    <a:pt x="634" y="903"/>
                    <a:pt x="621" y="933"/>
                  </a:cubicBezTo>
                  <a:cubicBezTo>
                    <a:pt x="607" y="946"/>
                    <a:pt x="590" y="973"/>
                    <a:pt x="577" y="1004"/>
                  </a:cubicBezTo>
                  <a:cubicBezTo>
                    <a:pt x="506" y="1115"/>
                    <a:pt x="439" y="1226"/>
                    <a:pt x="368" y="1368"/>
                  </a:cubicBezTo>
                  <a:cubicBezTo>
                    <a:pt x="337" y="1408"/>
                    <a:pt x="310" y="1466"/>
                    <a:pt x="283" y="1523"/>
                  </a:cubicBezTo>
                  <a:cubicBezTo>
                    <a:pt x="199" y="1691"/>
                    <a:pt x="101" y="1873"/>
                    <a:pt x="0" y="2069"/>
                  </a:cubicBezTo>
                  <a:lnTo>
                    <a:pt x="2249" y="1368"/>
                  </a:lnTo>
                  <a:lnTo>
                    <a:pt x="3331" y="1031"/>
                  </a:lnTo>
                  <a:cubicBezTo>
                    <a:pt x="3345" y="960"/>
                    <a:pt x="3372" y="919"/>
                    <a:pt x="3388" y="862"/>
                  </a:cubicBezTo>
                  <a:cubicBezTo>
                    <a:pt x="3402" y="835"/>
                    <a:pt x="3415" y="805"/>
                    <a:pt x="3415" y="764"/>
                  </a:cubicBezTo>
                  <a:cubicBezTo>
                    <a:pt x="3429" y="751"/>
                    <a:pt x="3429" y="734"/>
                    <a:pt x="3442" y="707"/>
                  </a:cubicBezTo>
                  <a:cubicBezTo>
                    <a:pt x="3442" y="694"/>
                    <a:pt x="3456" y="680"/>
                    <a:pt x="3456" y="667"/>
                  </a:cubicBezTo>
                  <a:cubicBezTo>
                    <a:pt x="3473" y="636"/>
                    <a:pt x="3473" y="609"/>
                    <a:pt x="3473" y="596"/>
                  </a:cubicBezTo>
                  <a:cubicBezTo>
                    <a:pt x="3486" y="582"/>
                    <a:pt x="3486" y="582"/>
                    <a:pt x="3486" y="565"/>
                  </a:cubicBezTo>
                  <a:lnTo>
                    <a:pt x="3163" y="245"/>
                  </a:lnTo>
                  <a:cubicBezTo>
                    <a:pt x="3078" y="144"/>
                    <a:pt x="2967" y="90"/>
                    <a:pt x="2839" y="46"/>
                  </a:cubicBezTo>
                  <a:cubicBezTo>
                    <a:pt x="2766" y="16"/>
                    <a:pt x="2685" y="1"/>
                    <a:pt x="2600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1127315" y="5105077"/>
              <a:ext cx="1042643" cy="352397"/>
            </a:xfrm>
            <a:custGeom>
              <a:rect b="b" l="l" r="r" t="t"/>
              <a:pathLst>
                <a:path extrusionOk="0" h="2374" w="7024">
                  <a:moveTo>
                    <a:pt x="3328" y="0"/>
                  </a:moveTo>
                  <a:lnTo>
                    <a:pt x="2051" y="985"/>
                  </a:lnTo>
                  <a:lnTo>
                    <a:pt x="1167" y="98"/>
                  </a:lnTo>
                  <a:lnTo>
                    <a:pt x="729" y="985"/>
                  </a:lnTo>
                  <a:cubicBezTo>
                    <a:pt x="1" y="1420"/>
                    <a:pt x="436" y="2151"/>
                    <a:pt x="436" y="2151"/>
                  </a:cubicBezTo>
                  <a:lnTo>
                    <a:pt x="6659" y="2374"/>
                  </a:lnTo>
                  <a:cubicBezTo>
                    <a:pt x="6659" y="2374"/>
                    <a:pt x="7023" y="1939"/>
                    <a:pt x="6433" y="1784"/>
                  </a:cubicBezTo>
                  <a:cubicBezTo>
                    <a:pt x="5857" y="1646"/>
                    <a:pt x="3328" y="0"/>
                    <a:pt x="3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-397443" y="3921733"/>
              <a:ext cx="1356245" cy="907399"/>
            </a:xfrm>
            <a:custGeom>
              <a:rect b="b" l="l" r="r" t="t"/>
              <a:pathLst>
                <a:path extrusionOk="0" h="6619" w="7165">
                  <a:moveTo>
                    <a:pt x="6197" y="1"/>
                  </a:moveTo>
                  <a:lnTo>
                    <a:pt x="5044" y="857"/>
                  </a:lnTo>
                  <a:lnTo>
                    <a:pt x="4552" y="1224"/>
                  </a:lnTo>
                  <a:lnTo>
                    <a:pt x="493" y="4242"/>
                  </a:lnTo>
                  <a:lnTo>
                    <a:pt x="1" y="6619"/>
                  </a:lnTo>
                  <a:lnTo>
                    <a:pt x="4495" y="3864"/>
                  </a:lnTo>
                  <a:lnTo>
                    <a:pt x="6619" y="2556"/>
                  </a:lnTo>
                  <a:lnTo>
                    <a:pt x="7165" y="2219"/>
                  </a:lnTo>
                  <a:lnTo>
                    <a:pt x="6197" y="1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5"/>
            <p:cNvSpPr/>
            <p:nvPr/>
          </p:nvSpPr>
          <p:spPr>
            <a:xfrm>
              <a:off x="631490" y="3217065"/>
              <a:ext cx="817311" cy="1053033"/>
            </a:xfrm>
            <a:custGeom>
              <a:rect b="b" l="l" r="r" t="t"/>
              <a:pathLst>
                <a:path extrusionOk="0" h="7094" w="5506">
                  <a:moveTo>
                    <a:pt x="4916" y="0"/>
                  </a:moveTo>
                  <a:lnTo>
                    <a:pt x="4845" y="27"/>
                  </a:lnTo>
                  <a:lnTo>
                    <a:pt x="3189" y="759"/>
                  </a:lnTo>
                  <a:cubicBezTo>
                    <a:pt x="3189" y="759"/>
                    <a:pt x="324" y="3891"/>
                    <a:pt x="57" y="4663"/>
                  </a:cubicBezTo>
                  <a:cubicBezTo>
                    <a:pt x="0" y="4791"/>
                    <a:pt x="27" y="4929"/>
                    <a:pt x="84" y="5098"/>
                  </a:cubicBezTo>
                  <a:cubicBezTo>
                    <a:pt x="111" y="5169"/>
                    <a:pt x="155" y="5253"/>
                    <a:pt x="196" y="5337"/>
                  </a:cubicBezTo>
                  <a:cubicBezTo>
                    <a:pt x="506" y="5870"/>
                    <a:pt x="1153" y="6460"/>
                    <a:pt x="1659" y="6797"/>
                  </a:cubicBezTo>
                  <a:cubicBezTo>
                    <a:pt x="1925" y="6983"/>
                    <a:pt x="2148" y="7094"/>
                    <a:pt x="2276" y="7094"/>
                  </a:cubicBezTo>
                  <a:cubicBezTo>
                    <a:pt x="2586" y="7094"/>
                    <a:pt x="3793" y="5381"/>
                    <a:pt x="4636" y="4016"/>
                  </a:cubicBezTo>
                  <a:cubicBezTo>
                    <a:pt x="5128" y="3217"/>
                    <a:pt x="5506" y="2529"/>
                    <a:pt x="5479" y="2431"/>
                  </a:cubicBezTo>
                  <a:cubicBezTo>
                    <a:pt x="5421" y="2219"/>
                    <a:pt x="5253" y="1052"/>
                    <a:pt x="5084" y="408"/>
                  </a:cubicBezTo>
                  <a:cubicBezTo>
                    <a:pt x="5071" y="351"/>
                    <a:pt x="5057" y="294"/>
                    <a:pt x="5044" y="240"/>
                  </a:cubicBezTo>
                  <a:cubicBezTo>
                    <a:pt x="5000" y="125"/>
                    <a:pt x="4959" y="27"/>
                    <a:pt x="491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5"/>
            <p:cNvSpPr/>
            <p:nvPr/>
          </p:nvSpPr>
          <p:spPr>
            <a:xfrm>
              <a:off x="1090319" y="3274511"/>
              <a:ext cx="980001" cy="750216"/>
            </a:xfrm>
            <a:custGeom>
              <a:rect b="b" l="l" r="r" t="t"/>
              <a:pathLst>
                <a:path extrusionOk="0" h="5054" w="6602">
                  <a:moveTo>
                    <a:pt x="1671" y="0"/>
                  </a:moveTo>
                  <a:cubicBezTo>
                    <a:pt x="1265" y="0"/>
                    <a:pt x="811" y="110"/>
                    <a:pt x="547" y="541"/>
                  </a:cubicBezTo>
                  <a:cubicBezTo>
                    <a:pt x="1" y="1437"/>
                    <a:pt x="533" y="2661"/>
                    <a:pt x="1545" y="3629"/>
                  </a:cubicBezTo>
                  <a:lnTo>
                    <a:pt x="1585" y="3673"/>
                  </a:lnTo>
                  <a:cubicBezTo>
                    <a:pt x="2512" y="4542"/>
                    <a:pt x="3271" y="4910"/>
                    <a:pt x="3440" y="4994"/>
                  </a:cubicBezTo>
                  <a:cubicBezTo>
                    <a:pt x="3456" y="4994"/>
                    <a:pt x="3470" y="5008"/>
                    <a:pt x="3470" y="5008"/>
                  </a:cubicBezTo>
                  <a:cubicBezTo>
                    <a:pt x="3535" y="4932"/>
                    <a:pt x="3771" y="4906"/>
                    <a:pt x="4083" y="4906"/>
                  </a:cubicBezTo>
                  <a:cubicBezTo>
                    <a:pt x="4302" y="4906"/>
                    <a:pt x="4558" y="4919"/>
                    <a:pt x="4818" y="4937"/>
                  </a:cubicBezTo>
                  <a:cubicBezTo>
                    <a:pt x="5183" y="4964"/>
                    <a:pt x="5563" y="5008"/>
                    <a:pt x="5884" y="5048"/>
                  </a:cubicBezTo>
                  <a:cubicBezTo>
                    <a:pt x="5906" y="5052"/>
                    <a:pt x="5930" y="5053"/>
                    <a:pt x="5955" y="5053"/>
                  </a:cubicBezTo>
                  <a:cubicBezTo>
                    <a:pt x="6021" y="5053"/>
                    <a:pt x="6092" y="5041"/>
                    <a:pt x="6153" y="5021"/>
                  </a:cubicBezTo>
                  <a:cubicBezTo>
                    <a:pt x="6406" y="4937"/>
                    <a:pt x="6602" y="4697"/>
                    <a:pt x="6602" y="4404"/>
                  </a:cubicBezTo>
                  <a:lnTo>
                    <a:pt x="6602" y="4010"/>
                  </a:lnTo>
                  <a:cubicBezTo>
                    <a:pt x="6602" y="3983"/>
                    <a:pt x="6602" y="3939"/>
                    <a:pt x="6588" y="3898"/>
                  </a:cubicBezTo>
                  <a:cubicBezTo>
                    <a:pt x="6460" y="3292"/>
                    <a:pt x="5773" y="2520"/>
                    <a:pt x="4987" y="1832"/>
                  </a:cubicBezTo>
                  <a:cubicBezTo>
                    <a:pt x="4704" y="1592"/>
                    <a:pt x="4424" y="1370"/>
                    <a:pt x="4144" y="1157"/>
                  </a:cubicBezTo>
                  <a:cubicBezTo>
                    <a:pt x="3399" y="594"/>
                    <a:pt x="2725" y="190"/>
                    <a:pt x="2499" y="133"/>
                  </a:cubicBezTo>
                  <a:cubicBezTo>
                    <a:pt x="2499" y="133"/>
                    <a:pt x="2330" y="75"/>
                    <a:pt x="2108" y="35"/>
                  </a:cubicBezTo>
                  <a:cubicBezTo>
                    <a:pt x="2077" y="35"/>
                    <a:pt x="2037" y="21"/>
                    <a:pt x="1993" y="21"/>
                  </a:cubicBezTo>
                  <a:cubicBezTo>
                    <a:pt x="1893" y="9"/>
                    <a:pt x="1784" y="0"/>
                    <a:pt x="167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5"/>
            <p:cNvSpPr/>
            <p:nvPr/>
          </p:nvSpPr>
          <p:spPr>
            <a:xfrm>
              <a:off x="2581256" y="2176640"/>
              <a:ext cx="448437" cy="293911"/>
            </a:xfrm>
            <a:custGeom>
              <a:rect b="b" l="l" r="r" t="t"/>
              <a:pathLst>
                <a:path extrusionOk="0" h="1980" w="3021">
                  <a:moveTo>
                    <a:pt x="0" y="0"/>
                  </a:moveTo>
                  <a:lnTo>
                    <a:pt x="914" y="533"/>
                  </a:lnTo>
                  <a:lnTo>
                    <a:pt x="492" y="968"/>
                  </a:lnTo>
                  <a:lnTo>
                    <a:pt x="1251" y="1150"/>
                  </a:lnTo>
                  <a:lnTo>
                    <a:pt x="1167" y="1797"/>
                  </a:lnTo>
                  <a:lnTo>
                    <a:pt x="3021" y="1979"/>
                  </a:lnTo>
                  <a:lnTo>
                    <a:pt x="3021" y="1979"/>
                  </a:lnTo>
                  <a:lnTo>
                    <a:pt x="2316" y="927"/>
                  </a:lnTo>
                  <a:cubicBezTo>
                    <a:pt x="2036" y="519"/>
                    <a:pt x="1615" y="236"/>
                    <a:pt x="1123" y="1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1" name="Google Shape;511;p45"/>
          <p:cNvSpPr/>
          <p:nvPr/>
        </p:nvSpPr>
        <p:spPr>
          <a:xfrm>
            <a:off x="4419600" y="1314275"/>
            <a:ext cx="847800" cy="10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12" name="Google Shape;512;p45"/>
          <p:cNvSpPr/>
          <p:nvPr/>
        </p:nvSpPr>
        <p:spPr>
          <a:xfrm>
            <a:off x="4419600" y="2458300"/>
            <a:ext cx="847800" cy="10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3" name="Google Shape;513;p45"/>
          <p:cNvSpPr txBox="1"/>
          <p:nvPr>
            <p:ph idx="6" type="title"/>
          </p:nvPr>
        </p:nvSpPr>
        <p:spPr>
          <a:xfrm>
            <a:off x="5520525" y="4254025"/>
            <a:ext cx="2484900" cy="4194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</a:rPr>
              <a:t>SQL DEMO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514" name="Google Shape;514;p45"/>
          <p:cNvSpPr txBox="1"/>
          <p:nvPr>
            <p:ph idx="7" type="title"/>
          </p:nvPr>
        </p:nvSpPr>
        <p:spPr>
          <a:xfrm>
            <a:off x="4363575" y="4012125"/>
            <a:ext cx="1133400" cy="781800"/>
          </a:xfrm>
          <a:prstGeom prst="rect">
            <a:avLst/>
          </a:prstGeom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5" name="Google Shape;515;p45"/>
          <p:cNvSpPr/>
          <p:nvPr/>
        </p:nvSpPr>
        <p:spPr>
          <a:xfrm>
            <a:off x="4419600" y="4771225"/>
            <a:ext cx="847800" cy="10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5"/>
          <p:cNvSpPr/>
          <p:nvPr/>
        </p:nvSpPr>
        <p:spPr>
          <a:xfrm>
            <a:off x="4419600" y="3614763"/>
            <a:ext cx="847800" cy="10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46"/>
          <p:cNvGrpSpPr/>
          <p:nvPr/>
        </p:nvGrpSpPr>
        <p:grpSpPr>
          <a:xfrm>
            <a:off x="498214" y="1070682"/>
            <a:ext cx="3555865" cy="3114462"/>
            <a:chOff x="482550" y="589204"/>
            <a:chExt cx="5045928" cy="5432517"/>
          </a:xfrm>
        </p:grpSpPr>
        <p:sp>
          <p:nvSpPr>
            <p:cNvPr id="522" name="Google Shape;522;p46"/>
            <p:cNvSpPr/>
            <p:nvPr/>
          </p:nvSpPr>
          <p:spPr>
            <a:xfrm>
              <a:off x="3652305" y="1065018"/>
              <a:ext cx="1876172" cy="2619693"/>
            </a:xfrm>
            <a:custGeom>
              <a:rect b="b" l="l" r="r" t="t"/>
              <a:pathLst>
                <a:path extrusionOk="0" h="8220" w="5887">
                  <a:moveTo>
                    <a:pt x="2599" y="0"/>
                  </a:moveTo>
                  <a:cubicBezTo>
                    <a:pt x="0" y="1140"/>
                    <a:pt x="1854" y="8219"/>
                    <a:pt x="1854" y="8219"/>
                  </a:cubicBezTo>
                  <a:lnTo>
                    <a:pt x="5887" y="7350"/>
                  </a:lnTo>
                  <a:cubicBezTo>
                    <a:pt x="5887" y="7350"/>
                    <a:pt x="4720" y="4174"/>
                    <a:pt x="4241" y="2164"/>
                  </a:cubicBezTo>
                  <a:cubicBezTo>
                    <a:pt x="3766" y="155"/>
                    <a:pt x="2599" y="0"/>
                    <a:pt x="25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3" name="Google Shape;523;p46"/>
            <p:cNvGrpSpPr/>
            <p:nvPr/>
          </p:nvGrpSpPr>
          <p:grpSpPr>
            <a:xfrm flipH="1">
              <a:off x="4263131" y="2581703"/>
              <a:ext cx="1196204" cy="930717"/>
              <a:chOff x="572269" y="2522437"/>
              <a:chExt cx="1150417" cy="930717"/>
            </a:xfrm>
          </p:grpSpPr>
          <p:sp>
            <p:nvSpPr>
              <p:cNvPr id="524" name="Google Shape;524;p46"/>
              <p:cNvSpPr/>
              <p:nvPr/>
            </p:nvSpPr>
            <p:spPr>
              <a:xfrm rot="323483">
                <a:off x="718274" y="2567376"/>
                <a:ext cx="976600" cy="425776"/>
              </a:xfrm>
              <a:custGeom>
                <a:rect b="b" l="l" r="r" t="t"/>
                <a:pathLst>
                  <a:path extrusionOk="0" h="1336" w="3568">
                    <a:moveTo>
                      <a:pt x="152" y="1"/>
                    </a:moveTo>
                    <a:lnTo>
                      <a:pt x="0" y="645"/>
                    </a:lnTo>
                    <a:lnTo>
                      <a:pt x="3567" y="1336"/>
                    </a:lnTo>
                    <a:lnTo>
                      <a:pt x="3567" y="560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46"/>
              <p:cNvSpPr/>
              <p:nvPr/>
            </p:nvSpPr>
            <p:spPr>
              <a:xfrm rot="363704">
                <a:off x="742986" y="2663289"/>
                <a:ext cx="940678" cy="202374"/>
              </a:xfrm>
              <a:custGeom>
                <a:rect b="b" l="l" r="r" t="t"/>
                <a:pathLst>
                  <a:path extrusionOk="0" h="635" w="3555">
                    <a:moveTo>
                      <a:pt x="14" y="1"/>
                    </a:moveTo>
                    <a:lnTo>
                      <a:pt x="1" y="44"/>
                    </a:lnTo>
                    <a:lnTo>
                      <a:pt x="3554" y="634"/>
                    </a:lnTo>
                    <a:lnTo>
                      <a:pt x="3554" y="577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46"/>
              <p:cNvSpPr/>
              <p:nvPr/>
            </p:nvSpPr>
            <p:spPr>
              <a:xfrm rot="453674">
                <a:off x="598968" y="2904779"/>
                <a:ext cx="1097021" cy="478279"/>
              </a:xfrm>
              <a:custGeom>
                <a:rect b="b" l="l" r="r" t="t"/>
                <a:pathLst>
                  <a:path extrusionOk="0" h="1336" w="3568">
                    <a:moveTo>
                      <a:pt x="152" y="1"/>
                    </a:moveTo>
                    <a:lnTo>
                      <a:pt x="0" y="645"/>
                    </a:lnTo>
                    <a:lnTo>
                      <a:pt x="3567" y="1336"/>
                    </a:lnTo>
                    <a:lnTo>
                      <a:pt x="3567" y="560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46"/>
              <p:cNvSpPr/>
              <p:nvPr/>
            </p:nvSpPr>
            <p:spPr>
              <a:xfrm rot="493883">
                <a:off x="627393" y="3012817"/>
                <a:ext cx="1056660" cy="227330"/>
              </a:xfrm>
              <a:custGeom>
                <a:rect b="b" l="l" r="r" t="t"/>
                <a:pathLst>
                  <a:path extrusionOk="0" h="635" w="3555">
                    <a:moveTo>
                      <a:pt x="14" y="1"/>
                    </a:moveTo>
                    <a:lnTo>
                      <a:pt x="1" y="44"/>
                    </a:lnTo>
                    <a:lnTo>
                      <a:pt x="3554" y="634"/>
                    </a:lnTo>
                    <a:lnTo>
                      <a:pt x="3554" y="577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8" name="Google Shape;528;p46"/>
            <p:cNvSpPr/>
            <p:nvPr/>
          </p:nvSpPr>
          <p:spPr>
            <a:xfrm>
              <a:off x="3718913" y="1150748"/>
              <a:ext cx="1142212" cy="2533964"/>
            </a:xfrm>
            <a:custGeom>
              <a:rect b="b" l="l" r="r" t="t"/>
              <a:pathLst>
                <a:path extrusionOk="0" h="7951" w="3584">
                  <a:moveTo>
                    <a:pt x="1969" y="1"/>
                  </a:moveTo>
                  <a:cubicBezTo>
                    <a:pt x="0" y="1700"/>
                    <a:pt x="1645" y="7950"/>
                    <a:pt x="1645" y="7950"/>
                  </a:cubicBezTo>
                  <a:lnTo>
                    <a:pt x="3584" y="7543"/>
                  </a:lnTo>
                  <a:cubicBezTo>
                    <a:pt x="3570" y="7516"/>
                    <a:pt x="3557" y="7502"/>
                    <a:pt x="3557" y="7472"/>
                  </a:cubicBezTo>
                  <a:cubicBezTo>
                    <a:pt x="3203" y="6629"/>
                    <a:pt x="2910" y="5759"/>
                    <a:pt x="2714" y="4845"/>
                  </a:cubicBezTo>
                  <a:cubicBezTo>
                    <a:pt x="2515" y="3945"/>
                    <a:pt x="2377" y="3018"/>
                    <a:pt x="2249" y="2091"/>
                  </a:cubicBezTo>
                  <a:cubicBezTo>
                    <a:pt x="2192" y="1629"/>
                    <a:pt x="2138" y="1181"/>
                    <a:pt x="2067" y="729"/>
                  </a:cubicBezTo>
                  <a:cubicBezTo>
                    <a:pt x="2040" y="506"/>
                    <a:pt x="2023" y="237"/>
                    <a:pt x="19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482550" y="1065018"/>
              <a:ext cx="1876172" cy="2619693"/>
            </a:xfrm>
            <a:custGeom>
              <a:rect b="b" l="l" r="r" t="t"/>
              <a:pathLst>
                <a:path extrusionOk="0" h="8220" w="5887">
                  <a:moveTo>
                    <a:pt x="3288" y="0"/>
                  </a:moveTo>
                  <a:cubicBezTo>
                    <a:pt x="3288" y="0"/>
                    <a:pt x="2121" y="155"/>
                    <a:pt x="1642" y="2164"/>
                  </a:cubicBezTo>
                  <a:cubicBezTo>
                    <a:pt x="1167" y="4174"/>
                    <a:pt x="0" y="7350"/>
                    <a:pt x="0" y="7350"/>
                  </a:cubicBezTo>
                  <a:lnTo>
                    <a:pt x="4033" y="8219"/>
                  </a:lnTo>
                  <a:cubicBezTo>
                    <a:pt x="4033" y="8219"/>
                    <a:pt x="5887" y="1140"/>
                    <a:pt x="32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0" name="Google Shape;530;p46"/>
            <p:cNvGrpSpPr/>
            <p:nvPr/>
          </p:nvGrpSpPr>
          <p:grpSpPr>
            <a:xfrm>
              <a:off x="572277" y="2522403"/>
              <a:ext cx="1196204" cy="930717"/>
              <a:chOff x="572269" y="2522437"/>
              <a:chExt cx="1150417" cy="930717"/>
            </a:xfrm>
          </p:grpSpPr>
          <p:sp>
            <p:nvSpPr>
              <p:cNvPr id="531" name="Google Shape;531;p46"/>
              <p:cNvSpPr/>
              <p:nvPr/>
            </p:nvSpPr>
            <p:spPr>
              <a:xfrm rot="323483">
                <a:off x="718274" y="2567376"/>
                <a:ext cx="976600" cy="425776"/>
              </a:xfrm>
              <a:custGeom>
                <a:rect b="b" l="l" r="r" t="t"/>
                <a:pathLst>
                  <a:path extrusionOk="0" h="1336" w="3568">
                    <a:moveTo>
                      <a:pt x="152" y="1"/>
                    </a:moveTo>
                    <a:lnTo>
                      <a:pt x="0" y="645"/>
                    </a:lnTo>
                    <a:lnTo>
                      <a:pt x="3567" y="1336"/>
                    </a:lnTo>
                    <a:lnTo>
                      <a:pt x="3567" y="560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46"/>
              <p:cNvSpPr/>
              <p:nvPr/>
            </p:nvSpPr>
            <p:spPr>
              <a:xfrm rot="363704">
                <a:off x="742986" y="2663289"/>
                <a:ext cx="940678" cy="202374"/>
              </a:xfrm>
              <a:custGeom>
                <a:rect b="b" l="l" r="r" t="t"/>
                <a:pathLst>
                  <a:path extrusionOk="0" h="635" w="3555">
                    <a:moveTo>
                      <a:pt x="14" y="1"/>
                    </a:moveTo>
                    <a:lnTo>
                      <a:pt x="1" y="44"/>
                    </a:lnTo>
                    <a:lnTo>
                      <a:pt x="3554" y="634"/>
                    </a:lnTo>
                    <a:lnTo>
                      <a:pt x="3554" y="577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46"/>
              <p:cNvSpPr/>
              <p:nvPr/>
            </p:nvSpPr>
            <p:spPr>
              <a:xfrm rot="453674">
                <a:off x="598968" y="2904779"/>
                <a:ext cx="1097021" cy="478279"/>
              </a:xfrm>
              <a:custGeom>
                <a:rect b="b" l="l" r="r" t="t"/>
                <a:pathLst>
                  <a:path extrusionOk="0" h="1336" w="3568">
                    <a:moveTo>
                      <a:pt x="152" y="1"/>
                    </a:moveTo>
                    <a:lnTo>
                      <a:pt x="0" y="645"/>
                    </a:lnTo>
                    <a:lnTo>
                      <a:pt x="3567" y="1336"/>
                    </a:lnTo>
                    <a:lnTo>
                      <a:pt x="3567" y="560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46"/>
              <p:cNvSpPr/>
              <p:nvPr/>
            </p:nvSpPr>
            <p:spPr>
              <a:xfrm rot="493883">
                <a:off x="627393" y="3012817"/>
                <a:ext cx="1056660" cy="227330"/>
              </a:xfrm>
              <a:custGeom>
                <a:rect b="b" l="l" r="r" t="t"/>
                <a:pathLst>
                  <a:path extrusionOk="0" h="635" w="3555">
                    <a:moveTo>
                      <a:pt x="14" y="1"/>
                    </a:moveTo>
                    <a:lnTo>
                      <a:pt x="1" y="44"/>
                    </a:lnTo>
                    <a:lnTo>
                      <a:pt x="3554" y="634"/>
                    </a:lnTo>
                    <a:lnTo>
                      <a:pt x="3554" y="577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5" name="Google Shape;535;p46"/>
            <p:cNvSpPr/>
            <p:nvPr/>
          </p:nvSpPr>
          <p:spPr>
            <a:xfrm>
              <a:off x="1149900" y="1150748"/>
              <a:ext cx="1141256" cy="2533964"/>
            </a:xfrm>
            <a:custGeom>
              <a:rect b="b" l="l" r="r" t="t"/>
              <a:pathLst>
                <a:path extrusionOk="0" h="7951" w="3581">
                  <a:moveTo>
                    <a:pt x="1615" y="1"/>
                  </a:moveTo>
                  <a:cubicBezTo>
                    <a:pt x="1558" y="237"/>
                    <a:pt x="1544" y="506"/>
                    <a:pt x="1517" y="729"/>
                  </a:cubicBezTo>
                  <a:cubicBezTo>
                    <a:pt x="1446" y="1181"/>
                    <a:pt x="1389" y="1629"/>
                    <a:pt x="1318" y="2091"/>
                  </a:cubicBezTo>
                  <a:cubicBezTo>
                    <a:pt x="1194" y="3018"/>
                    <a:pt x="1066" y="3945"/>
                    <a:pt x="870" y="4845"/>
                  </a:cubicBezTo>
                  <a:cubicBezTo>
                    <a:pt x="674" y="5759"/>
                    <a:pt x="378" y="6629"/>
                    <a:pt x="27" y="7472"/>
                  </a:cubicBezTo>
                  <a:cubicBezTo>
                    <a:pt x="14" y="7502"/>
                    <a:pt x="14" y="7516"/>
                    <a:pt x="0" y="7543"/>
                  </a:cubicBezTo>
                  <a:lnTo>
                    <a:pt x="1939" y="7950"/>
                  </a:lnTo>
                  <a:cubicBezTo>
                    <a:pt x="1939" y="7950"/>
                    <a:pt x="3581" y="1700"/>
                    <a:pt x="1615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1422705" y="649119"/>
              <a:ext cx="3188250" cy="5372602"/>
            </a:xfrm>
            <a:custGeom>
              <a:rect b="b" l="l" r="r" t="t"/>
              <a:pathLst>
                <a:path extrusionOk="0" h="16858" w="10004">
                  <a:moveTo>
                    <a:pt x="3119" y="0"/>
                  </a:moveTo>
                  <a:lnTo>
                    <a:pt x="210" y="1376"/>
                  </a:lnTo>
                  <a:cubicBezTo>
                    <a:pt x="210" y="1376"/>
                    <a:pt x="901" y="9187"/>
                    <a:pt x="773" y="9986"/>
                  </a:cubicBezTo>
                  <a:cubicBezTo>
                    <a:pt x="661" y="10661"/>
                    <a:pt x="156" y="15367"/>
                    <a:pt x="0" y="16857"/>
                  </a:cubicBezTo>
                  <a:lnTo>
                    <a:pt x="10003" y="16857"/>
                  </a:lnTo>
                  <a:cubicBezTo>
                    <a:pt x="9818" y="15367"/>
                    <a:pt x="9272" y="10661"/>
                    <a:pt x="9161" y="9986"/>
                  </a:cubicBezTo>
                  <a:cubicBezTo>
                    <a:pt x="9019" y="9187"/>
                    <a:pt x="9764" y="1376"/>
                    <a:pt x="9764" y="1376"/>
                  </a:cubicBezTo>
                  <a:lnTo>
                    <a:pt x="6602" y="71"/>
                  </a:lnTo>
                  <a:lnTo>
                    <a:pt x="31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2304857" y="589204"/>
              <a:ext cx="1221886" cy="919761"/>
            </a:xfrm>
            <a:custGeom>
              <a:rect b="b" l="l" r="r" t="t"/>
              <a:pathLst>
                <a:path extrusionOk="0" h="2886" w="3834">
                  <a:moveTo>
                    <a:pt x="1899" y="0"/>
                  </a:moveTo>
                  <a:cubicBezTo>
                    <a:pt x="922" y="0"/>
                    <a:pt x="351" y="188"/>
                    <a:pt x="351" y="188"/>
                  </a:cubicBezTo>
                  <a:cubicBezTo>
                    <a:pt x="0" y="805"/>
                    <a:pt x="2178" y="2885"/>
                    <a:pt x="2178" y="2885"/>
                  </a:cubicBezTo>
                  <a:cubicBezTo>
                    <a:pt x="3048" y="2083"/>
                    <a:pt x="3834" y="229"/>
                    <a:pt x="3834" y="229"/>
                  </a:cubicBezTo>
                  <a:cubicBezTo>
                    <a:pt x="3086" y="56"/>
                    <a:pt x="2432" y="0"/>
                    <a:pt x="1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2304857" y="589204"/>
              <a:ext cx="1221886" cy="919761"/>
            </a:xfrm>
            <a:custGeom>
              <a:rect b="b" l="l" r="r" t="t"/>
              <a:pathLst>
                <a:path extrusionOk="0" h="2886" w="3834">
                  <a:moveTo>
                    <a:pt x="1899" y="0"/>
                  </a:moveTo>
                  <a:cubicBezTo>
                    <a:pt x="922" y="0"/>
                    <a:pt x="351" y="188"/>
                    <a:pt x="351" y="188"/>
                  </a:cubicBezTo>
                  <a:cubicBezTo>
                    <a:pt x="0" y="805"/>
                    <a:pt x="2178" y="2885"/>
                    <a:pt x="2178" y="2885"/>
                  </a:cubicBezTo>
                  <a:cubicBezTo>
                    <a:pt x="3048" y="2083"/>
                    <a:pt x="3834" y="229"/>
                    <a:pt x="3834" y="229"/>
                  </a:cubicBezTo>
                  <a:cubicBezTo>
                    <a:pt x="3086" y="56"/>
                    <a:pt x="2432" y="0"/>
                    <a:pt x="1899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2268207" y="649119"/>
              <a:ext cx="1379960" cy="958642"/>
            </a:xfrm>
            <a:custGeom>
              <a:rect b="b" l="l" r="r" t="t"/>
              <a:pathLst>
                <a:path extrusionOk="0" h="3008" w="4330">
                  <a:moveTo>
                    <a:pt x="466" y="0"/>
                  </a:moveTo>
                  <a:lnTo>
                    <a:pt x="1" y="226"/>
                  </a:lnTo>
                  <a:lnTo>
                    <a:pt x="2293" y="3008"/>
                  </a:lnTo>
                  <a:lnTo>
                    <a:pt x="4330" y="209"/>
                  </a:lnTo>
                  <a:lnTo>
                    <a:pt x="3949" y="41"/>
                  </a:lnTo>
                  <a:lnTo>
                    <a:pt x="2293" y="227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2331627" y="684494"/>
              <a:ext cx="1271603" cy="837218"/>
            </a:xfrm>
            <a:custGeom>
              <a:rect b="b" l="l" r="r" t="t"/>
              <a:pathLst>
                <a:path extrusionOk="0" h="2627" w="3990">
                  <a:moveTo>
                    <a:pt x="41" y="1"/>
                  </a:moveTo>
                  <a:lnTo>
                    <a:pt x="1" y="14"/>
                  </a:lnTo>
                  <a:lnTo>
                    <a:pt x="2094" y="2627"/>
                  </a:lnTo>
                  <a:lnTo>
                    <a:pt x="3989" y="58"/>
                  </a:lnTo>
                  <a:lnTo>
                    <a:pt x="3949" y="31"/>
                  </a:lnTo>
                  <a:lnTo>
                    <a:pt x="2094" y="2543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2815090" y="698517"/>
              <a:ext cx="291608" cy="120468"/>
            </a:xfrm>
            <a:custGeom>
              <a:rect b="b" l="l" r="r" t="t"/>
              <a:pathLst>
                <a:path extrusionOk="0" h="378" w="915">
                  <a:moveTo>
                    <a:pt x="1" y="0"/>
                  </a:moveTo>
                  <a:lnTo>
                    <a:pt x="1" y="378"/>
                  </a:lnTo>
                  <a:lnTo>
                    <a:pt x="914" y="378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2" name="Google Shape;542;p46"/>
          <p:cNvSpPr txBox="1"/>
          <p:nvPr>
            <p:ph type="title"/>
          </p:nvPr>
        </p:nvSpPr>
        <p:spPr>
          <a:xfrm>
            <a:off x="4115800" y="1561863"/>
            <a:ext cx="43131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of NIL</a:t>
            </a:r>
            <a:endParaRPr/>
          </a:p>
        </p:txBody>
      </p:sp>
      <p:grpSp>
        <p:nvGrpSpPr>
          <p:cNvPr id="543" name="Google Shape;543;p46"/>
          <p:cNvGrpSpPr/>
          <p:nvPr/>
        </p:nvGrpSpPr>
        <p:grpSpPr>
          <a:xfrm>
            <a:off x="4141763" y="2485619"/>
            <a:ext cx="4261163" cy="284589"/>
            <a:chOff x="4115788" y="2707156"/>
            <a:chExt cx="4261163" cy="284589"/>
          </a:xfrm>
        </p:grpSpPr>
        <p:sp>
          <p:nvSpPr>
            <p:cNvPr id="544" name="Google Shape;544;p46"/>
            <p:cNvSpPr/>
            <p:nvPr/>
          </p:nvSpPr>
          <p:spPr>
            <a:xfrm>
              <a:off x="4115788" y="2707156"/>
              <a:ext cx="298651" cy="284589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8078300" y="2707156"/>
              <a:ext cx="298651" cy="284589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46"/>
          <p:cNvSpPr txBox="1"/>
          <p:nvPr>
            <p:ph idx="2" type="title"/>
          </p:nvPr>
        </p:nvSpPr>
        <p:spPr>
          <a:xfrm>
            <a:off x="1209050" y="1595325"/>
            <a:ext cx="2134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7" name="Google Shape;547;p46"/>
          <p:cNvSpPr/>
          <p:nvPr/>
        </p:nvSpPr>
        <p:spPr>
          <a:xfrm>
            <a:off x="1580775" y="3053338"/>
            <a:ext cx="1447800" cy="2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/>
          <p:nvPr>
            <p:ph type="title"/>
          </p:nvPr>
        </p:nvSpPr>
        <p:spPr>
          <a:xfrm>
            <a:off x="845500" y="340413"/>
            <a:ext cx="3940200" cy="572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grpSp>
        <p:nvGrpSpPr>
          <p:cNvPr id="553" name="Google Shape;553;p47"/>
          <p:cNvGrpSpPr/>
          <p:nvPr/>
        </p:nvGrpSpPr>
        <p:grpSpPr>
          <a:xfrm>
            <a:off x="403443" y="1649058"/>
            <a:ext cx="4709308" cy="284589"/>
            <a:chOff x="715100" y="1649206"/>
            <a:chExt cx="4200988" cy="284589"/>
          </a:xfrm>
        </p:grpSpPr>
        <p:sp>
          <p:nvSpPr>
            <p:cNvPr id="554" name="Google Shape;554;p47"/>
            <p:cNvSpPr/>
            <p:nvPr/>
          </p:nvSpPr>
          <p:spPr>
            <a:xfrm>
              <a:off x="715100" y="1649206"/>
              <a:ext cx="298651" cy="284589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7"/>
            <p:cNvSpPr/>
            <p:nvPr/>
          </p:nvSpPr>
          <p:spPr>
            <a:xfrm>
              <a:off x="4617438" y="1649206"/>
              <a:ext cx="298651" cy="284589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" name="Google Shape;556;p47"/>
          <p:cNvGrpSpPr/>
          <p:nvPr/>
        </p:nvGrpSpPr>
        <p:grpSpPr>
          <a:xfrm>
            <a:off x="5259750" y="642200"/>
            <a:ext cx="3245351" cy="4501296"/>
            <a:chOff x="5393100" y="642200"/>
            <a:chExt cx="3245351" cy="4501296"/>
          </a:xfrm>
        </p:grpSpPr>
        <p:sp>
          <p:nvSpPr>
            <p:cNvPr id="557" name="Google Shape;557;p47"/>
            <p:cNvSpPr/>
            <p:nvPr/>
          </p:nvSpPr>
          <p:spPr>
            <a:xfrm>
              <a:off x="8536518" y="1030657"/>
              <a:ext cx="65743" cy="3561832"/>
            </a:xfrm>
            <a:custGeom>
              <a:rect b="b" l="l" r="r" t="t"/>
              <a:pathLst>
                <a:path extrusionOk="0" h="16633" w="307">
                  <a:moveTo>
                    <a:pt x="145" y="0"/>
                  </a:moveTo>
                  <a:cubicBezTo>
                    <a:pt x="60" y="0"/>
                    <a:pt x="0" y="67"/>
                    <a:pt x="0" y="157"/>
                  </a:cubicBezTo>
                  <a:lnTo>
                    <a:pt x="0" y="16606"/>
                  </a:lnTo>
                  <a:lnTo>
                    <a:pt x="307" y="16633"/>
                  </a:lnTo>
                  <a:lnTo>
                    <a:pt x="307" y="157"/>
                  </a:lnTo>
                  <a:cubicBezTo>
                    <a:pt x="307" y="73"/>
                    <a:pt x="253" y="15"/>
                    <a:pt x="169" y="2"/>
                  </a:cubicBezTo>
                  <a:cubicBezTo>
                    <a:pt x="161" y="1"/>
                    <a:pt x="153" y="0"/>
                    <a:pt x="1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7"/>
            <p:cNvSpPr/>
            <p:nvPr/>
          </p:nvSpPr>
          <p:spPr>
            <a:xfrm>
              <a:off x="8500327" y="4468733"/>
              <a:ext cx="138124" cy="674763"/>
            </a:xfrm>
            <a:custGeom>
              <a:rect b="b" l="l" r="r" t="t"/>
              <a:pathLst>
                <a:path extrusionOk="0" h="3151" w="645">
                  <a:moveTo>
                    <a:pt x="327" y="1"/>
                  </a:moveTo>
                  <a:cubicBezTo>
                    <a:pt x="155" y="1"/>
                    <a:pt x="1" y="138"/>
                    <a:pt x="1" y="325"/>
                  </a:cubicBezTo>
                  <a:lnTo>
                    <a:pt x="1" y="3150"/>
                  </a:lnTo>
                  <a:lnTo>
                    <a:pt x="645" y="3150"/>
                  </a:lnTo>
                  <a:lnTo>
                    <a:pt x="645" y="325"/>
                  </a:lnTo>
                  <a:cubicBezTo>
                    <a:pt x="645" y="170"/>
                    <a:pt x="520" y="32"/>
                    <a:pt x="351" y="1"/>
                  </a:cubicBezTo>
                  <a:cubicBezTo>
                    <a:pt x="343" y="1"/>
                    <a:pt x="335" y="1"/>
                    <a:pt x="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9" name="Google Shape;559;p47"/>
            <p:cNvGrpSpPr/>
            <p:nvPr/>
          </p:nvGrpSpPr>
          <p:grpSpPr>
            <a:xfrm>
              <a:off x="5393100" y="642200"/>
              <a:ext cx="3176841" cy="4501294"/>
              <a:chOff x="5393100" y="642200"/>
              <a:chExt cx="3176841" cy="4501294"/>
            </a:xfrm>
          </p:grpSpPr>
          <p:sp>
            <p:nvSpPr>
              <p:cNvPr id="560" name="Google Shape;560;p47"/>
              <p:cNvSpPr/>
              <p:nvPr/>
            </p:nvSpPr>
            <p:spPr>
              <a:xfrm>
                <a:off x="5461626" y="2555788"/>
                <a:ext cx="3108315" cy="455053"/>
              </a:xfrm>
              <a:custGeom>
                <a:rect b="b" l="l" r="r" t="t"/>
                <a:pathLst>
                  <a:path extrusionOk="0" h="2125" w="14515">
                    <a:moveTo>
                      <a:pt x="0" y="0"/>
                    </a:moveTo>
                    <a:lnTo>
                      <a:pt x="0" y="310"/>
                    </a:lnTo>
                    <a:lnTo>
                      <a:pt x="14514" y="2124"/>
                    </a:lnTo>
                    <a:lnTo>
                      <a:pt x="14514" y="18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47"/>
              <p:cNvSpPr/>
              <p:nvPr/>
            </p:nvSpPr>
            <p:spPr>
              <a:xfrm>
                <a:off x="5429076" y="642200"/>
                <a:ext cx="65957" cy="3565687"/>
              </a:xfrm>
              <a:custGeom>
                <a:rect b="b" l="l" r="r" t="t"/>
                <a:pathLst>
                  <a:path extrusionOk="0" h="16651" w="308">
                    <a:moveTo>
                      <a:pt x="151" y="1"/>
                    </a:moveTo>
                    <a:cubicBezTo>
                      <a:pt x="73" y="1"/>
                      <a:pt x="1" y="79"/>
                      <a:pt x="1" y="157"/>
                    </a:cubicBezTo>
                    <a:lnTo>
                      <a:pt x="1" y="16606"/>
                    </a:lnTo>
                    <a:lnTo>
                      <a:pt x="307" y="16650"/>
                    </a:lnTo>
                    <a:lnTo>
                      <a:pt x="307" y="157"/>
                    </a:lnTo>
                    <a:cubicBezTo>
                      <a:pt x="307" y="86"/>
                      <a:pt x="254" y="19"/>
                      <a:pt x="169" y="2"/>
                    </a:cubicBezTo>
                    <a:cubicBezTo>
                      <a:pt x="163" y="1"/>
                      <a:pt x="157" y="1"/>
                      <a:pt x="1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47"/>
              <p:cNvSpPr/>
              <p:nvPr/>
            </p:nvSpPr>
            <p:spPr>
              <a:xfrm>
                <a:off x="5393100" y="4083489"/>
                <a:ext cx="138124" cy="1060005"/>
              </a:xfrm>
              <a:custGeom>
                <a:rect b="b" l="l" r="r" t="t"/>
                <a:pathLst>
                  <a:path extrusionOk="0" h="4950" w="645">
                    <a:moveTo>
                      <a:pt x="320" y="0"/>
                    </a:moveTo>
                    <a:cubicBezTo>
                      <a:pt x="144" y="0"/>
                      <a:pt x="0" y="146"/>
                      <a:pt x="0" y="314"/>
                    </a:cubicBezTo>
                    <a:lnTo>
                      <a:pt x="0" y="4949"/>
                    </a:lnTo>
                    <a:lnTo>
                      <a:pt x="644" y="4949"/>
                    </a:lnTo>
                    <a:lnTo>
                      <a:pt x="644" y="314"/>
                    </a:lnTo>
                    <a:cubicBezTo>
                      <a:pt x="644" y="159"/>
                      <a:pt x="519" y="17"/>
                      <a:pt x="364" y="4"/>
                    </a:cubicBezTo>
                    <a:cubicBezTo>
                      <a:pt x="349" y="1"/>
                      <a:pt x="334" y="0"/>
                      <a:pt x="3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63" name="Google Shape;563;p47"/>
          <p:cNvGrpSpPr/>
          <p:nvPr/>
        </p:nvGrpSpPr>
        <p:grpSpPr>
          <a:xfrm>
            <a:off x="5882646" y="1649309"/>
            <a:ext cx="1678800" cy="1844881"/>
            <a:chOff x="5569983" y="1677880"/>
            <a:chExt cx="1820232" cy="2000305"/>
          </a:xfrm>
        </p:grpSpPr>
        <p:sp>
          <p:nvSpPr>
            <p:cNvPr id="564" name="Google Shape;564;p47"/>
            <p:cNvSpPr/>
            <p:nvPr/>
          </p:nvSpPr>
          <p:spPr>
            <a:xfrm>
              <a:off x="5569983" y="1677880"/>
              <a:ext cx="1820232" cy="1999877"/>
            </a:xfrm>
            <a:custGeom>
              <a:rect b="b" l="l" r="r" t="t"/>
              <a:pathLst>
                <a:path extrusionOk="0" h="9339" w="850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3" y="9312"/>
                    <a:pt x="1670" y="9339"/>
                    <a:pt x="1872" y="9339"/>
                  </a:cubicBezTo>
                  <a:cubicBezTo>
                    <a:pt x="3008" y="9339"/>
                    <a:pt x="5604" y="8497"/>
                    <a:pt x="6928" y="6351"/>
                  </a:cubicBezTo>
                  <a:cubicBezTo>
                    <a:pt x="8499" y="3809"/>
                    <a:pt x="7657" y="50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7"/>
            <p:cNvSpPr/>
            <p:nvPr/>
          </p:nvSpPr>
          <p:spPr>
            <a:xfrm>
              <a:off x="5569983" y="1677880"/>
              <a:ext cx="1612940" cy="2000305"/>
            </a:xfrm>
            <a:custGeom>
              <a:rect b="b" l="l" r="r" t="t"/>
              <a:pathLst>
                <a:path extrusionOk="0" h="9341" w="7532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4" y="9311"/>
                    <a:pt x="1683" y="9340"/>
                    <a:pt x="1901" y="9340"/>
                  </a:cubicBezTo>
                  <a:cubicBezTo>
                    <a:pt x="1978" y="9340"/>
                    <a:pt x="2062" y="9336"/>
                    <a:pt x="2151" y="9328"/>
                  </a:cubicBezTo>
                  <a:cubicBezTo>
                    <a:pt x="1757" y="8094"/>
                    <a:pt x="1632" y="5761"/>
                    <a:pt x="2781" y="3894"/>
                  </a:cubicBezTo>
                  <a:cubicBezTo>
                    <a:pt x="3992" y="1955"/>
                    <a:pt x="6281" y="1028"/>
                    <a:pt x="7532" y="886"/>
                  </a:cubicBezTo>
                  <a:cubicBezTo>
                    <a:pt x="7390" y="495"/>
                    <a:pt x="7235" y="19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7"/>
            <p:cNvSpPr/>
            <p:nvPr/>
          </p:nvSpPr>
          <p:spPr>
            <a:xfrm>
              <a:off x="6355462" y="1783881"/>
              <a:ext cx="893199" cy="643498"/>
            </a:xfrm>
            <a:custGeom>
              <a:rect b="b" l="l" r="r" t="t"/>
              <a:pathLst>
                <a:path extrusionOk="0" h="3005" w="4171">
                  <a:moveTo>
                    <a:pt x="985" y="0"/>
                  </a:moveTo>
                  <a:cubicBezTo>
                    <a:pt x="661" y="125"/>
                    <a:pt x="324" y="307"/>
                    <a:pt x="0" y="506"/>
                  </a:cubicBezTo>
                  <a:cubicBezTo>
                    <a:pt x="1420" y="1265"/>
                    <a:pt x="2809" y="2107"/>
                    <a:pt x="4144" y="3004"/>
                  </a:cubicBezTo>
                  <a:cubicBezTo>
                    <a:pt x="4171" y="2627"/>
                    <a:pt x="4171" y="2259"/>
                    <a:pt x="4144" y="1922"/>
                  </a:cubicBezTo>
                  <a:cubicBezTo>
                    <a:pt x="3581" y="1517"/>
                    <a:pt x="2991" y="1137"/>
                    <a:pt x="2401" y="786"/>
                  </a:cubicBezTo>
                  <a:cubicBezTo>
                    <a:pt x="1939" y="506"/>
                    <a:pt x="1460" y="236"/>
                    <a:pt x="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7"/>
            <p:cNvSpPr/>
            <p:nvPr/>
          </p:nvSpPr>
          <p:spPr>
            <a:xfrm>
              <a:off x="5708534" y="3007498"/>
              <a:ext cx="806684" cy="608165"/>
            </a:xfrm>
            <a:custGeom>
              <a:rect b="b" l="l" r="r" t="t"/>
              <a:pathLst>
                <a:path extrusionOk="0" h="2840" w="3767">
                  <a:moveTo>
                    <a:pt x="14" y="1"/>
                  </a:moveTo>
                  <a:lnTo>
                    <a:pt x="14" y="1"/>
                  </a:lnTo>
                  <a:cubicBezTo>
                    <a:pt x="0" y="409"/>
                    <a:pt x="14" y="803"/>
                    <a:pt x="71" y="1167"/>
                  </a:cubicBezTo>
                  <a:cubicBezTo>
                    <a:pt x="422" y="1420"/>
                    <a:pt x="803" y="1673"/>
                    <a:pt x="1167" y="1912"/>
                  </a:cubicBezTo>
                  <a:cubicBezTo>
                    <a:pt x="1673" y="2236"/>
                    <a:pt x="2192" y="2546"/>
                    <a:pt x="2711" y="2840"/>
                  </a:cubicBezTo>
                  <a:cubicBezTo>
                    <a:pt x="3048" y="2728"/>
                    <a:pt x="3416" y="2573"/>
                    <a:pt x="3766" y="2391"/>
                  </a:cubicBezTo>
                  <a:cubicBezTo>
                    <a:pt x="2472" y="1660"/>
                    <a:pt x="1224" y="861"/>
                    <a:pt x="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6087568" y="2251571"/>
              <a:ext cx="662136" cy="937516"/>
            </a:xfrm>
            <a:custGeom>
              <a:rect b="b" l="l" r="r" t="t"/>
              <a:pathLst>
                <a:path extrusionOk="0" h="4378" w="3092">
                  <a:moveTo>
                    <a:pt x="2805" y="0"/>
                  </a:moveTo>
                  <a:cubicBezTo>
                    <a:pt x="2725" y="0"/>
                    <a:pt x="2647" y="45"/>
                    <a:pt x="2600" y="119"/>
                  </a:cubicBezTo>
                  <a:lnTo>
                    <a:pt x="2360" y="470"/>
                  </a:lnTo>
                  <a:lnTo>
                    <a:pt x="2050" y="288"/>
                  </a:lnTo>
                  <a:cubicBezTo>
                    <a:pt x="2030" y="271"/>
                    <a:pt x="2006" y="263"/>
                    <a:pt x="1982" y="263"/>
                  </a:cubicBezTo>
                  <a:cubicBezTo>
                    <a:pt x="1941" y="263"/>
                    <a:pt x="1901" y="286"/>
                    <a:pt x="1882" y="328"/>
                  </a:cubicBezTo>
                  <a:cubicBezTo>
                    <a:pt x="1841" y="385"/>
                    <a:pt x="1855" y="470"/>
                    <a:pt x="1925" y="497"/>
                  </a:cubicBezTo>
                  <a:lnTo>
                    <a:pt x="2219" y="696"/>
                  </a:lnTo>
                  <a:lnTo>
                    <a:pt x="1898" y="1201"/>
                  </a:lnTo>
                  <a:lnTo>
                    <a:pt x="1588" y="1019"/>
                  </a:lnTo>
                  <a:cubicBezTo>
                    <a:pt x="1568" y="1009"/>
                    <a:pt x="1547" y="1003"/>
                    <a:pt x="1526" y="1003"/>
                  </a:cubicBezTo>
                  <a:cubicBezTo>
                    <a:pt x="1486" y="1003"/>
                    <a:pt x="1446" y="1022"/>
                    <a:pt x="1420" y="1060"/>
                  </a:cubicBezTo>
                  <a:cubicBezTo>
                    <a:pt x="1376" y="1130"/>
                    <a:pt x="1406" y="1201"/>
                    <a:pt x="1460" y="1242"/>
                  </a:cubicBezTo>
                  <a:lnTo>
                    <a:pt x="1757" y="1424"/>
                  </a:lnTo>
                  <a:lnTo>
                    <a:pt x="1420" y="1946"/>
                  </a:lnTo>
                  <a:lnTo>
                    <a:pt x="1140" y="1761"/>
                  </a:lnTo>
                  <a:cubicBezTo>
                    <a:pt x="1117" y="1752"/>
                    <a:pt x="1093" y="1748"/>
                    <a:pt x="1071" y="1748"/>
                  </a:cubicBezTo>
                  <a:cubicBezTo>
                    <a:pt x="1025" y="1748"/>
                    <a:pt x="984" y="1766"/>
                    <a:pt x="954" y="1805"/>
                  </a:cubicBezTo>
                  <a:cubicBezTo>
                    <a:pt x="928" y="1862"/>
                    <a:pt x="941" y="1946"/>
                    <a:pt x="998" y="1987"/>
                  </a:cubicBezTo>
                  <a:lnTo>
                    <a:pt x="1278" y="2155"/>
                  </a:lnTo>
                  <a:lnTo>
                    <a:pt x="941" y="2675"/>
                  </a:lnTo>
                  <a:lnTo>
                    <a:pt x="675" y="2506"/>
                  </a:lnTo>
                  <a:cubicBezTo>
                    <a:pt x="656" y="2493"/>
                    <a:pt x="634" y="2487"/>
                    <a:pt x="612" y="2487"/>
                  </a:cubicBezTo>
                  <a:cubicBezTo>
                    <a:pt x="567" y="2487"/>
                    <a:pt x="520" y="2511"/>
                    <a:pt x="493" y="2550"/>
                  </a:cubicBezTo>
                  <a:cubicBezTo>
                    <a:pt x="466" y="2604"/>
                    <a:pt x="479" y="2688"/>
                    <a:pt x="533" y="2732"/>
                  </a:cubicBezTo>
                  <a:lnTo>
                    <a:pt x="803" y="2887"/>
                  </a:lnTo>
                  <a:lnTo>
                    <a:pt x="479" y="3406"/>
                  </a:lnTo>
                  <a:lnTo>
                    <a:pt x="213" y="3251"/>
                  </a:lnTo>
                  <a:cubicBezTo>
                    <a:pt x="192" y="3236"/>
                    <a:pt x="167" y="3228"/>
                    <a:pt x="142" y="3228"/>
                  </a:cubicBezTo>
                  <a:cubicBezTo>
                    <a:pt x="101" y="3228"/>
                    <a:pt x="61" y="3250"/>
                    <a:pt x="44" y="3295"/>
                  </a:cubicBezTo>
                  <a:cubicBezTo>
                    <a:pt x="0" y="3349"/>
                    <a:pt x="14" y="3433"/>
                    <a:pt x="85" y="3463"/>
                  </a:cubicBezTo>
                  <a:lnTo>
                    <a:pt x="338" y="3632"/>
                  </a:lnTo>
                  <a:lnTo>
                    <a:pt x="85" y="4010"/>
                  </a:lnTo>
                  <a:cubicBezTo>
                    <a:pt x="14" y="4121"/>
                    <a:pt x="44" y="4262"/>
                    <a:pt x="155" y="4333"/>
                  </a:cubicBezTo>
                  <a:cubicBezTo>
                    <a:pt x="195" y="4364"/>
                    <a:pt x="241" y="4377"/>
                    <a:pt x="287" y="4377"/>
                  </a:cubicBezTo>
                  <a:cubicBezTo>
                    <a:pt x="367" y="4377"/>
                    <a:pt x="447" y="4334"/>
                    <a:pt x="493" y="4262"/>
                  </a:cubicBezTo>
                  <a:lnTo>
                    <a:pt x="745" y="3885"/>
                  </a:lnTo>
                  <a:lnTo>
                    <a:pt x="1039" y="4067"/>
                  </a:lnTo>
                  <a:cubicBezTo>
                    <a:pt x="1058" y="4076"/>
                    <a:pt x="1079" y="4080"/>
                    <a:pt x="1102" y="4080"/>
                  </a:cubicBezTo>
                  <a:cubicBezTo>
                    <a:pt x="1147" y="4080"/>
                    <a:pt x="1195" y="4062"/>
                    <a:pt x="1224" y="4023"/>
                  </a:cubicBezTo>
                  <a:cubicBezTo>
                    <a:pt x="1251" y="3969"/>
                    <a:pt x="1238" y="3885"/>
                    <a:pt x="1180" y="3841"/>
                  </a:cubicBezTo>
                  <a:lnTo>
                    <a:pt x="887" y="3659"/>
                  </a:lnTo>
                  <a:lnTo>
                    <a:pt x="1224" y="3140"/>
                  </a:lnTo>
                  <a:lnTo>
                    <a:pt x="1504" y="3322"/>
                  </a:lnTo>
                  <a:cubicBezTo>
                    <a:pt x="1523" y="3335"/>
                    <a:pt x="1545" y="3341"/>
                    <a:pt x="1567" y="3341"/>
                  </a:cubicBezTo>
                  <a:cubicBezTo>
                    <a:pt x="1611" y="3341"/>
                    <a:pt x="1655" y="3316"/>
                    <a:pt x="1673" y="3278"/>
                  </a:cubicBezTo>
                  <a:cubicBezTo>
                    <a:pt x="1713" y="3224"/>
                    <a:pt x="1700" y="3140"/>
                    <a:pt x="1629" y="3096"/>
                  </a:cubicBezTo>
                  <a:lnTo>
                    <a:pt x="1349" y="2927"/>
                  </a:lnTo>
                  <a:lnTo>
                    <a:pt x="1686" y="2408"/>
                  </a:lnTo>
                  <a:lnTo>
                    <a:pt x="1952" y="2577"/>
                  </a:lnTo>
                  <a:cubicBezTo>
                    <a:pt x="1976" y="2591"/>
                    <a:pt x="2000" y="2598"/>
                    <a:pt x="2022" y="2598"/>
                  </a:cubicBezTo>
                  <a:cubicBezTo>
                    <a:pt x="2067" y="2598"/>
                    <a:pt x="2108" y="2572"/>
                    <a:pt x="2134" y="2536"/>
                  </a:cubicBezTo>
                  <a:cubicBezTo>
                    <a:pt x="2178" y="2479"/>
                    <a:pt x="2151" y="2395"/>
                    <a:pt x="2094" y="2368"/>
                  </a:cubicBezTo>
                  <a:lnTo>
                    <a:pt x="1828" y="2199"/>
                  </a:lnTo>
                  <a:lnTo>
                    <a:pt x="2165" y="1677"/>
                  </a:lnTo>
                  <a:lnTo>
                    <a:pt x="2418" y="1832"/>
                  </a:lnTo>
                  <a:cubicBezTo>
                    <a:pt x="2438" y="1848"/>
                    <a:pt x="2463" y="1857"/>
                    <a:pt x="2489" y="1857"/>
                  </a:cubicBezTo>
                  <a:cubicBezTo>
                    <a:pt x="2530" y="1857"/>
                    <a:pt x="2573" y="1835"/>
                    <a:pt x="2600" y="1791"/>
                  </a:cubicBezTo>
                  <a:cubicBezTo>
                    <a:pt x="2627" y="1734"/>
                    <a:pt x="2613" y="1650"/>
                    <a:pt x="2556" y="1623"/>
                  </a:cubicBezTo>
                  <a:lnTo>
                    <a:pt x="2303" y="1468"/>
                  </a:lnTo>
                  <a:lnTo>
                    <a:pt x="2627" y="948"/>
                  </a:lnTo>
                  <a:lnTo>
                    <a:pt x="2880" y="1103"/>
                  </a:lnTo>
                  <a:cubicBezTo>
                    <a:pt x="2898" y="1112"/>
                    <a:pt x="2920" y="1117"/>
                    <a:pt x="2942" y="1117"/>
                  </a:cubicBezTo>
                  <a:cubicBezTo>
                    <a:pt x="2988" y="1117"/>
                    <a:pt x="3034" y="1098"/>
                    <a:pt x="3062" y="1060"/>
                  </a:cubicBezTo>
                  <a:cubicBezTo>
                    <a:pt x="3092" y="989"/>
                    <a:pt x="3078" y="918"/>
                    <a:pt x="3021" y="878"/>
                  </a:cubicBezTo>
                  <a:lnTo>
                    <a:pt x="2768" y="722"/>
                  </a:lnTo>
                  <a:lnTo>
                    <a:pt x="3008" y="372"/>
                  </a:lnTo>
                  <a:cubicBezTo>
                    <a:pt x="3078" y="261"/>
                    <a:pt x="3035" y="106"/>
                    <a:pt x="2923" y="35"/>
                  </a:cubicBezTo>
                  <a:cubicBezTo>
                    <a:pt x="2885" y="11"/>
                    <a:pt x="2845" y="0"/>
                    <a:pt x="2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47"/>
          <p:cNvSpPr txBox="1"/>
          <p:nvPr>
            <p:ph idx="1" type="subTitle"/>
          </p:nvPr>
        </p:nvSpPr>
        <p:spPr>
          <a:xfrm>
            <a:off x="906700" y="1014400"/>
            <a:ext cx="3817800" cy="400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July 1, 2021, the NCAA began to allow college athletes to profit off of their Name, Image, and Likeness (NIL)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Universities, sponsors, and third parties 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now able to directly pay and support collegiate athletes, something that was previously illegal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universal need in NCAA sports to track players, brand deals/sponsorships, and transfer 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opportunities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order for colleges to stay ahead of the recruiting learning curve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8"/>
          <p:cNvSpPr txBox="1"/>
          <p:nvPr>
            <p:ph type="title"/>
          </p:nvPr>
        </p:nvSpPr>
        <p:spPr>
          <a:xfrm>
            <a:off x="776475" y="249038"/>
            <a:ext cx="3940200" cy="572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Database</a:t>
            </a:r>
            <a:endParaRPr/>
          </a:p>
        </p:txBody>
      </p:sp>
      <p:grpSp>
        <p:nvGrpSpPr>
          <p:cNvPr id="575" name="Google Shape;575;p48"/>
          <p:cNvGrpSpPr/>
          <p:nvPr/>
        </p:nvGrpSpPr>
        <p:grpSpPr>
          <a:xfrm>
            <a:off x="533724" y="1323164"/>
            <a:ext cx="7300911" cy="731700"/>
            <a:chOff x="710674" y="1323164"/>
            <a:chExt cx="7300911" cy="731700"/>
          </a:xfrm>
        </p:grpSpPr>
        <p:sp>
          <p:nvSpPr>
            <p:cNvPr id="576" name="Google Shape;576;p48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rgbClr val="0B5394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Stats</a:t>
              </a:r>
              <a:endParaRPr sz="44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77" name="Google Shape;577;p48"/>
            <p:cNvSpPr/>
            <p:nvPr/>
          </p:nvSpPr>
          <p:spPr>
            <a:xfrm>
              <a:off x="2789785" y="1323164"/>
              <a:ext cx="5221800" cy="73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8"/>
            <p:cNvSpPr txBox="1"/>
            <p:nvPr/>
          </p:nvSpPr>
          <p:spPr>
            <a:xfrm>
              <a:off x="2914389" y="1407440"/>
              <a:ext cx="47658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B5394"/>
                </a:buClr>
                <a:buSzPts val="1400"/>
                <a:buFont typeface="Montserrat Medium"/>
                <a:buChar char="●"/>
              </a:pPr>
              <a:r>
                <a:rPr lang="en">
                  <a:solidFill>
                    <a:srgbClr val="0B5394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Track player stats by position to identify potential recruits</a:t>
              </a:r>
              <a:endParaRPr sz="12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79" name="Google Shape;579;p48"/>
          <p:cNvGrpSpPr/>
          <p:nvPr/>
        </p:nvGrpSpPr>
        <p:grpSpPr>
          <a:xfrm>
            <a:off x="-177375" y="2334300"/>
            <a:ext cx="8011849" cy="731700"/>
            <a:chOff x="-4" y="2207525"/>
            <a:chExt cx="7650004" cy="731700"/>
          </a:xfrm>
        </p:grpSpPr>
        <p:sp>
          <p:nvSpPr>
            <p:cNvPr id="580" name="Google Shape;580;p48"/>
            <p:cNvSpPr txBox="1"/>
            <p:nvPr/>
          </p:nvSpPr>
          <p:spPr>
            <a:xfrm>
              <a:off x="-4" y="2257725"/>
              <a:ext cx="26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rgbClr val="0B5394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Valuation</a:t>
              </a:r>
              <a:endParaRPr sz="44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81" name="Google Shape;581;p48"/>
            <p:cNvSpPr/>
            <p:nvPr/>
          </p:nvSpPr>
          <p:spPr>
            <a:xfrm>
              <a:off x="2677500" y="2207525"/>
              <a:ext cx="4972500" cy="73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8"/>
            <p:cNvSpPr txBox="1"/>
            <p:nvPr/>
          </p:nvSpPr>
          <p:spPr>
            <a:xfrm>
              <a:off x="2914387" y="2414096"/>
              <a:ext cx="43731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B5394"/>
                </a:buClr>
                <a:buSzPts val="1400"/>
                <a:buFont typeface="Montserrat Medium"/>
                <a:buChar char="●"/>
              </a:pPr>
              <a:r>
                <a:rPr lang="en">
                  <a:solidFill>
                    <a:srgbClr val="0B5394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Monitor</a:t>
              </a:r>
              <a:r>
                <a:rPr lang="en">
                  <a:solidFill>
                    <a:srgbClr val="0B5394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social media engagement, company sponsors, and NIL deals to estimate player valuation</a:t>
              </a:r>
              <a:endParaRPr sz="12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3" name="Google Shape;583;p48"/>
          <p:cNvGrpSpPr/>
          <p:nvPr/>
        </p:nvGrpSpPr>
        <p:grpSpPr>
          <a:xfrm>
            <a:off x="479987" y="3345425"/>
            <a:ext cx="7354640" cy="731700"/>
            <a:chOff x="656825" y="3088625"/>
            <a:chExt cx="6630581" cy="731700"/>
          </a:xfrm>
        </p:grpSpPr>
        <p:sp>
          <p:nvSpPr>
            <p:cNvPr id="584" name="Google Shape;584;p48"/>
            <p:cNvSpPr txBox="1"/>
            <p:nvPr/>
          </p:nvSpPr>
          <p:spPr>
            <a:xfrm>
              <a:off x="656825" y="3138825"/>
              <a:ext cx="2058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rgbClr val="0B5394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Agents</a:t>
              </a:r>
              <a:endParaRPr sz="44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85" name="Google Shape;585;p48"/>
            <p:cNvSpPr/>
            <p:nvPr/>
          </p:nvSpPr>
          <p:spPr>
            <a:xfrm>
              <a:off x="2605605" y="3088625"/>
              <a:ext cx="4681800" cy="73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8"/>
            <p:cNvSpPr txBox="1"/>
            <p:nvPr/>
          </p:nvSpPr>
          <p:spPr>
            <a:xfrm>
              <a:off x="2914388" y="3295180"/>
              <a:ext cx="38499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B5394"/>
                </a:buClr>
                <a:buSzPts val="1400"/>
                <a:buFont typeface="Montserrat Medium"/>
                <a:buChar char="●"/>
              </a:pPr>
              <a:r>
                <a:rPr lang="en">
                  <a:solidFill>
                    <a:srgbClr val="0B5394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Find optimal agent representation and company sponsors for schools in different locations</a:t>
              </a:r>
              <a:endParaRPr sz="12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7" name="Google Shape;58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6775" y="11023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6775" y="22239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3400" y="3235025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"/>
          <p:cNvSpPr/>
          <p:nvPr/>
        </p:nvSpPr>
        <p:spPr>
          <a:xfrm>
            <a:off x="2800517" y="1045938"/>
            <a:ext cx="3501300" cy="3501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49"/>
          <p:cNvGrpSpPr/>
          <p:nvPr/>
        </p:nvGrpSpPr>
        <p:grpSpPr>
          <a:xfrm>
            <a:off x="3468159" y="596262"/>
            <a:ext cx="2166000" cy="2166000"/>
            <a:chOff x="3611776" y="414352"/>
            <a:chExt cx="2166000" cy="2166000"/>
          </a:xfrm>
        </p:grpSpPr>
        <p:sp>
          <p:nvSpPr>
            <p:cNvPr id="596" name="Google Shape;596;p49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9"/>
            <p:cNvSpPr txBox="1"/>
            <p:nvPr/>
          </p:nvSpPr>
          <p:spPr>
            <a:xfrm>
              <a:off x="3900196" y="760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Scouts</a:t>
              </a:r>
              <a:endParaRPr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8" name="Google Shape;598;p49"/>
          <p:cNvGrpSpPr/>
          <p:nvPr/>
        </p:nvGrpSpPr>
        <p:grpSpPr>
          <a:xfrm>
            <a:off x="4418691" y="2266724"/>
            <a:ext cx="2166000" cy="2166000"/>
            <a:chOff x="4562258" y="2032864"/>
            <a:chExt cx="2166000" cy="2166000"/>
          </a:xfrm>
        </p:grpSpPr>
        <p:sp>
          <p:nvSpPr>
            <p:cNvPr id="599" name="Google Shape;599;p49"/>
            <p:cNvSpPr/>
            <p:nvPr/>
          </p:nvSpPr>
          <p:spPr>
            <a:xfrm>
              <a:off x="4562258" y="2032864"/>
              <a:ext cx="2166000" cy="2166000"/>
            </a:xfrm>
            <a:prstGeom prst="ellipse">
              <a:avLst/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9"/>
            <p:cNvSpPr txBox="1"/>
            <p:nvPr/>
          </p:nvSpPr>
          <p:spPr>
            <a:xfrm>
              <a:off x="5232250" y="2910925"/>
              <a:ext cx="1333800" cy="702900"/>
            </a:xfrm>
            <a:prstGeom prst="rect">
              <a:avLst/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NIL Fund Managers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2559309" y="2266725"/>
            <a:ext cx="2166000" cy="2166000"/>
            <a:chOff x="2702876" y="2032864"/>
            <a:chExt cx="2166000" cy="2166000"/>
          </a:xfrm>
        </p:grpSpPr>
        <p:sp>
          <p:nvSpPr>
            <p:cNvPr id="602" name="Google Shape;602;p49"/>
            <p:cNvSpPr/>
            <p:nvPr/>
          </p:nvSpPr>
          <p:spPr>
            <a:xfrm>
              <a:off x="2702876" y="2032864"/>
              <a:ext cx="2166000" cy="2166000"/>
            </a:xfrm>
            <a:prstGeom prst="ellipse">
              <a:avLst/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9"/>
            <p:cNvSpPr txBox="1"/>
            <p:nvPr/>
          </p:nvSpPr>
          <p:spPr>
            <a:xfrm>
              <a:off x="2855274" y="2834725"/>
              <a:ext cx="18198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Coaches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Athletic Directors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4" name="Google Shape;604;p49"/>
          <p:cNvSpPr/>
          <p:nvPr/>
        </p:nvSpPr>
        <p:spPr>
          <a:xfrm>
            <a:off x="3615758" y="1706485"/>
            <a:ext cx="1870800" cy="17853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9"/>
          <p:cNvSpPr txBox="1"/>
          <p:nvPr>
            <p:ph type="title"/>
          </p:nvPr>
        </p:nvSpPr>
        <p:spPr>
          <a:xfrm>
            <a:off x="3056833" y="2138860"/>
            <a:ext cx="3025800" cy="10668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End Users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606" name="Google Shape;60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95324"/>
            <a:ext cx="2322249" cy="154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1750" y="3595325"/>
            <a:ext cx="2322249" cy="154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1750" y="0"/>
            <a:ext cx="2322249" cy="154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2166000" cy="15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Google Shape;614;p50"/>
          <p:cNvGrpSpPr/>
          <p:nvPr/>
        </p:nvGrpSpPr>
        <p:grpSpPr>
          <a:xfrm rot="-483863">
            <a:off x="3094692" y="799802"/>
            <a:ext cx="1212210" cy="1056137"/>
            <a:chOff x="3333475" y="1523800"/>
            <a:chExt cx="237475" cy="206900"/>
          </a:xfrm>
        </p:grpSpPr>
        <p:sp>
          <p:nvSpPr>
            <p:cNvPr id="615" name="Google Shape;615;p50"/>
            <p:cNvSpPr/>
            <p:nvPr/>
          </p:nvSpPr>
          <p:spPr>
            <a:xfrm>
              <a:off x="3444825" y="1523800"/>
              <a:ext cx="126125" cy="206900"/>
            </a:xfrm>
            <a:custGeom>
              <a:rect b="b" l="l" r="r" t="t"/>
              <a:pathLst>
                <a:path extrusionOk="0" h="8276" w="5045">
                  <a:moveTo>
                    <a:pt x="171" y="0"/>
                  </a:moveTo>
                  <a:cubicBezTo>
                    <a:pt x="146" y="0"/>
                    <a:pt x="121" y="6"/>
                    <a:pt x="98" y="19"/>
                  </a:cubicBezTo>
                  <a:cubicBezTo>
                    <a:pt x="27" y="63"/>
                    <a:pt x="0" y="161"/>
                    <a:pt x="41" y="231"/>
                  </a:cubicBezTo>
                  <a:lnTo>
                    <a:pt x="4720" y="8195"/>
                  </a:lnTo>
                  <a:cubicBezTo>
                    <a:pt x="4746" y="8249"/>
                    <a:pt x="4798" y="8275"/>
                    <a:pt x="4854" y="8275"/>
                  </a:cubicBezTo>
                  <a:cubicBezTo>
                    <a:pt x="4884" y="8275"/>
                    <a:pt x="4916" y="8267"/>
                    <a:pt x="4946" y="8252"/>
                  </a:cubicBezTo>
                  <a:cubicBezTo>
                    <a:pt x="5014" y="8211"/>
                    <a:pt x="5044" y="8110"/>
                    <a:pt x="4987" y="8043"/>
                  </a:cubicBezTo>
                  <a:lnTo>
                    <a:pt x="311" y="76"/>
                  </a:lnTo>
                  <a:cubicBezTo>
                    <a:pt x="281" y="28"/>
                    <a:pt x="226" y="0"/>
                    <a:pt x="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0"/>
            <p:cNvSpPr/>
            <p:nvPr/>
          </p:nvSpPr>
          <p:spPr>
            <a:xfrm>
              <a:off x="3333475" y="1534450"/>
              <a:ext cx="166825" cy="167600"/>
            </a:xfrm>
            <a:custGeom>
              <a:rect b="b" l="l" r="r" t="t"/>
              <a:pathLst>
                <a:path extrusionOk="0" h="6704" w="6673">
                  <a:moveTo>
                    <a:pt x="4792" y="1"/>
                  </a:moveTo>
                  <a:cubicBezTo>
                    <a:pt x="3905" y="1953"/>
                    <a:pt x="2489" y="2995"/>
                    <a:pt x="1309" y="4468"/>
                  </a:cubicBezTo>
                  <a:cubicBezTo>
                    <a:pt x="1252" y="4539"/>
                    <a:pt x="1194" y="4610"/>
                    <a:pt x="1140" y="4694"/>
                  </a:cubicBezTo>
                  <a:cubicBezTo>
                    <a:pt x="928" y="4960"/>
                    <a:pt x="746" y="5240"/>
                    <a:pt x="564" y="5537"/>
                  </a:cubicBezTo>
                  <a:cubicBezTo>
                    <a:pt x="506" y="5621"/>
                    <a:pt x="466" y="5719"/>
                    <a:pt x="409" y="5803"/>
                  </a:cubicBezTo>
                  <a:cubicBezTo>
                    <a:pt x="267" y="6083"/>
                    <a:pt x="129" y="6380"/>
                    <a:pt x="1" y="6703"/>
                  </a:cubicBezTo>
                  <a:cubicBezTo>
                    <a:pt x="1784" y="4792"/>
                    <a:pt x="4778" y="4947"/>
                    <a:pt x="6673" y="3234"/>
                  </a:cubicBezTo>
                  <a:cubicBezTo>
                    <a:pt x="6575" y="3079"/>
                    <a:pt x="6477" y="2910"/>
                    <a:pt x="6393" y="2755"/>
                  </a:cubicBezTo>
                  <a:cubicBezTo>
                    <a:pt x="6366" y="2712"/>
                    <a:pt x="6349" y="2685"/>
                    <a:pt x="6322" y="2644"/>
                  </a:cubicBezTo>
                  <a:cubicBezTo>
                    <a:pt x="6251" y="2516"/>
                    <a:pt x="6181" y="2391"/>
                    <a:pt x="6113" y="2263"/>
                  </a:cubicBezTo>
                  <a:cubicBezTo>
                    <a:pt x="6083" y="2223"/>
                    <a:pt x="6069" y="2192"/>
                    <a:pt x="6042" y="2152"/>
                  </a:cubicBezTo>
                  <a:cubicBezTo>
                    <a:pt x="5634" y="1434"/>
                    <a:pt x="5213" y="719"/>
                    <a:pt x="4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0"/>
            <p:cNvSpPr/>
            <p:nvPr/>
          </p:nvSpPr>
          <p:spPr>
            <a:xfrm>
              <a:off x="3343675" y="1600550"/>
              <a:ext cx="149625" cy="79000"/>
            </a:xfrm>
            <a:custGeom>
              <a:rect b="b" l="l" r="r" t="t"/>
              <a:pathLst>
                <a:path extrusionOk="0" h="3160" w="5985">
                  <a:moveTo>
                    <a:pt x="5914" y="0"/>
                  </a:moveTo>
                  <a:cubicBezTo>
                    <a:pt x="4313" y="1517"/>
                    <a:pt x="1912" y="1655"/>
                    <a:pt x="156" y="2893"/>
                  </a:cubicBezTo>
                  <a:cubicBezTo>
                    <a:pt x="98" y="2977"/>
                    <a:pt x="58" y="3075"/>
                    <a:pt x="1" y="3159"/>
                  </a:cubicBezTo>
                  <a:cubicBezTo>
                    <a:pt x="1784" y="1770"/>
                    <a:pt x="4313" y="1686"/>
                    <a:pt x="5985" y="111"/>
                  </a:cubicBezTo>
                  <a:cubicBezTo>
                    <a:pt x="5958" y="68"/>
                    <a:pt x="5941" y="41"/>
                    <a:pt x="5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0"/>
            <p:cNvSpPr/>
            <p:nvPr/>
          </p:nvSpPr>
          <p:spPr>
            <a:xfrm>
              <a:off x="3361975" y="1588225"/>
              <a:ext cx="124350" cy="63575"/>
            </a:xfrm>
            <a:custGeom>
              <a:rect b="b" l="l" r="r" t="t"/>
              <a:pathLst>
                <a:path extrusionOk="0" h="2543" w="4974">
                  <a:moveTo>
                    <a:pt x="4902" y="1"/>
                  </a:moveTo>
                  <a:cubicBezTo>
                    <a:pt x="3594" y="1235"/>
                    <a:pt x="1753" y="1558"/>
                    <a:pt x="169" y="2317"/>
                  </a:cubicBezTo>
                  <a:cubicBezTo>
                    <a:pt x="112" y="2388"/>
                    <a:pt x="54" y="2459"/>
                    <a:pt x="0" y="2543"/>
                  </a:cubicBezTo>
                  <a:cubicBezTo>
                    <a:pt x="1642" y="1700"/>
                    <a:pt x="3594" y="1403"/>
                    <a:pt x="4973" y="112"/>
                  </a:cubicBezTo>
                  <a:cubicBezTo>
                    <a:pt x="4943" y="72"/>
                    <a:pt x="4929" y="41"/>
                    <a:pt x="4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50"/>
          <p:cNvGrpSpPr/>
          <p:nvPr/>
        </p:nvGrpSpPr>
        <p:grpSpPr>
          <a:xfrm flipH="1" rot="483863">
            <a:off x="4847292" y="799802"/>
            <a:ext cx="1212210" cy="1056137"/>
            <a:chOff x="3333475" y="1523800"/>
            <a:chExt cx="237475" cy="206900"/>
          </a:xfrm>
        </p:grpSpPr>
        <p:sp>
          <p:nvSpPr>
            <p:cNvPr id="620" name="Google Shape;620;p50"/>
            <p:cNvSpPr/>
            <p:nvPr/>
          </p:nvSpPr>
          <p:spPr>
            <a:xfrm>
              <a:off x="3444825" y="1523800"/>
              <a:ext cx="126125" cy="206900"/>
            </a:xfrm>
            <a:custGeom>
              <a:rect b="b" l="l" r="r" t="t"/>
              <a:pathLst>
                <a:path extrusionOk="0" h="8276" w="5045">
                  <a:moveTo>
                    <a:pt x="171" y="0"/>
                  </a:moveTo>
                  <a:cubicBezTo>
                    <a:pt x="146" y="0"/>
                    <a:pt x="121" y="6"/>
                    <a:pt x="98" y="19"/>
                  </a:cubicBezTo>
                  <a:cubicBezTo>
                    <a:pt x="27" y="63"/>
                    <a:pt x="0" y="161"/>
                    <a:pt x="41" y="231"/>
                  </a:cubicBezTo>
                  <a:lnTo>
                    <a:pt x="4720" y="8195"/>
                  </a:lnTo>
                  <a:cubicBezTo>
                    <a:pt x="4746" y="8249"/>
                    <a:pt x="4798" y="8275"/>
                    <a:pt x="4854" y="8275"/>
                  </a:cubicBezTo>
                  <a:cubicBezTo>
                    <a:pt x="4884" y="8275"/>
                    <a:pt x="4916" y="8267"/>
                    <a:pt x="4946" y="8252"/>
                  </a:cubicBezTo>
                  <a:cubicBezTo>
                    <a:pt x="5014" y="8211"/>
                    <a:pt x="5044" y="8110"/>
                    <a:pt x="4987" y="8043"/>
                  </a:cubicBezTo>
                  <a:lnTo>
                    <a:pt x="311" y="76"/>
                  </a:lnTo>
                  <a:cubicBezTo>
                    <a:pt x="281" y="28"/>
                    <a:pt x="226" y="0"/>
                    <a:pt x="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0"/>
            <p:cNvSpPr/>
            <p:nvPr/>
          </p:nvSpPr>
          <p:spPr>
            <a:xfrm>
              <a:off x="3333475" y="1534450"/>
              <a:ext cx="166825" cy="167600"/>
            </a:xfrm>
            <a:custGeom>
              <a:rect b="b" l="l" r="r" t="t"/>
              <a:pathLst>
                <a:path extrusionOk="0" h="6704" w="6673">
                  <a:moveTo>
                    <a:pt x="4792" y="1"/>
                  </a:moveTo>
                  <a:cubicBezTo>
                    <a:pt x="3905" y="1953"/>
                    <a:pt x="2489" y="2995"/>
                    <a:pt x="1309" y="4468"/>
                  </a:cubicBezTo>
                  <a:cubicBezTo>
                    <a:pt x="1252" y="4539"/>
                    <a:pt x="1194" y="4610"/>
                    <a:pt x="1140" y="4694"/>
                  </a:cubicBezTo>
                  <a:cubicBezTo>
                    <a:pt x="928" y="4960"/>
                    <a:pt x="746" y="5240"/>
                    <a:pt x="564" y="5537"/>
                  </a:cubicBezTo>
                  <a:cubicBezTo>
                    <a:pt x="506" y="5621"/>
                    <a:pt x="466" y="5719"/>
                    <a:pt x="409" y="5803"/>
                  </a:cubicBezTo>
                  <a:cubicBezTo>
                    <a:pt x="267" y="6083"/>
                    <a:pt x="129" y="6380"/>
                    <a:pt x="1" y="6703"/>
                  </a:cubicBezTo>
                  <a:cubicBezTo>
                    <a:pt x="1784" y="4792"/>
                    <a:pt x="4778" y="4947"/>
                    <a:pt x="6673" y="3234"/>
                  </a:cubicBezTo>
                  <a:cubicBezTo>
                    <a:pt x="6575" y="3079"/>
                    <a:pt x="6477" y="2910"/>
                    <a:pt x="6393" y="2755"/>
                  </a:cubicBezTo>
                  <a:cubicBezTo>
                    <a:pt x="6366" y="2712"/>
                    <a:pt x="6349" y="2685"/>
                    <a:pt x="6322" y="2644"/>
                  </a:cubicBezTo>
                  <a:cubicBezTo>
                    <a:pt x="6251" y="2516"/>
                    <a:pt x="6181" y="2391"/>
                    <a:pt x="6113" y="2263"/>
                  </a:cubicBezTo>
                  <a:cubicBezTo>
                    <a:pt x="6083" y="2223"/>
                    <a:pt x="6069" y="2192"/>
                    <a:pt x="6042" y="2152"/>
                  </a:cubicBezTo>
                  <a:cubicBezTo>
                    <a:pt x="5634" y="1434"/>
                    <a:pt x="5213" y="719"/>
                    <a:pt x="4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0"/>
            <p:cNvSpPr/>
            <p:nvPr/>
          </p:nvSpPr>
          <p:spPr>
            <a:xfrm>
              <a:off x="3343675" y="1600550"/>
              <a:ext cx="149625" cy="79000"/>
            </a:xfrm>
            <a:custGeom>
              <a:rect b="b" l="l" r="r" t="t"/>
              <a:pathLst>
                <a:path extrusionOk="0" h="3160" w="5985">
                  <a:moveTo>
                    <a:pt x="5914" y="0"/>
                  </a:moveTo>
                  <a:cubicBezTo>
                    <a:pt x="4313" y="1517"/>
                    <a:pt x="1912" y="1655"/>
                    <a:pt x="156" y="2893"/>
                  </a:cubicBezTo>
                  <a:cubicBezTo>
                    <a:pt x="98" y="2977"/>
                    <a:pt x="58" y="3075"/>
                    <a:pt x="1" y="3159"/>
                  </a:cubicBezTo>
                  <a:cubicBezTo>
                    <a:pt x="1784" y="1770"/>
                    <a:pt x="4313" y="1686"/>
                    <a:pt x="5985" y="111"/>
                  </a:cubicBezTo>
                  <a:cubicBezTo>
                    <a:pt x="5958" y="68"/>
                    <a:pt x="5941" y="41"/>
                    <a:pt x="5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50"/>
            <p:cNvSpPr/>
            <p:nvPr/>
          </p:nvSpPr>
          <p:spPr>
            <a:xfrm>
              <a:off x="3361975" y="1588225"/>
              <a:ext cx="124350" cy="63575"/>
            </a:xfrm>
            <a:custGeom>
              <a:rect b="b" l="l" r="r" t="t"/>
              <a:pathLst>
                <a:path extrusionOk="0" h="2543" w="4974">
                  <a:moveTo>
                    <a:pt x="4902" y="1"/>
                  </a:moveTo>
                  <a:cubicBezTo>
                    <a:pt x="3594" y="1235"/>
                    <a:pt x="1753" y="1558"/>
                    <a:pt x="169" y="2317"/>
                  </a:cubicBezTo>
                  <a:cubicBezTo>
                    <a:pt x="112" y="2388"/>
                    <a:pt x="54" y="2459"/>
                    <a:pt x="0" y="2543"/>
                  </a:cubicBezTo>
                  <a:cubicBezTo>
                    <a:pt x="1642" y="1700"/>
                    <a:pt x="3594" y="1403"/>
                    <a:pt x="4973" y="112"/>
                  </a:cubicBezTo>
                  <a:cubicBezTo>
                    <a:pt x="4943" y="72"/>
                    <a:pt x="4929" y="41"/>
                    <a:pt x="4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1612197" y="2864986"/>
            <a:ext cx="5919601" cy="1173534"/>
            <a:chOff x="1612197" y="2607811"/>
            <a:chExt cx="5919601" cy="1173534"/>
          </a:xfrm>
        </p:grpSpPr>
        <p:sp>
          <p:nvSpPr>
            <p:cNvPr id="625" name="Google Shape;625;p50"/>
            <p:cNvSpPr/>
            <p:nvPr/>
          </p:nvSpPr>
          <p:spPr>
            <a:xfrm>
              <a:off x="6705283" y="2877735"/>
              <a:ext cx="826516" cy="903610"/>
            </a:xfrm>
            <a:custGeom>
              <a:rect b="b" l="l" r="r" t="t"/>
              <a:pathLst>
                <a:path extrusionOk="0" h="3669" w="3356">
                  <a:moveTo>
                    <a:pt x="1" y="1"/>
                  </a:moveTo>
                  <a:lnTo>
                    <a:pt x="1" y="3669"/>
                  </a:lnTo>
                  <a:lnTo>
                    <a:pt x="3355" y="3669"/>
                  </a:lnTo>
                  <a:lnTo>
                    <a:pt x="2259" y="1801"/>
                  </a:lnTo>
                  <a:lnTo>
                    <a:pt x="33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50"/>
            <p:cNvSpPr/>
            <p:nvPr/>
          </p:nvSpPr>
          <p:spPr>
            <a:xfrm>
              <a:off x="1612197" y="2877735"/>
              <a:ext cx="827255" cy="903610"/>
            </a:xfrm>
            <a:custGeom>
              <a:rect b="b" l="l" r="r" t="t"/>
              <a:pathLst>
                <a:path extrusionOk="0" h="3669" w="3359">
                  <a:moveTo>
                    <a:pt x="0" y="1"/>
                  </a:moveTo>
                  <a:lnTo>
                    <a:pt x="1096" y="1801"/>
                  </a:lnTo>
                  <a:lnTo>
                    <a:pt x="0" y="3669"/>
                  </a:lnTo>
                  <a:lnTo>
                    <a:pt x="3358" y="366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50"/>
            <p:cNvSpPr/>
            <p:nvPr/>
          </p:nvSpPr>
          <p:spPr>
            <a:xfrm>
              <a:off x="6705283" y="2877735"/>
              <a:ext cx="826516" cy="903610"/>
            </a:xfrm>
            <a:custGeom>
              <a:rect b="b" l="l" r="r" t="t"/>
              <a:pathLst>
                <a:path extrusionOk="0" h="3669" w="3356">
                  <a:moveTo>
                    <a:pt x="1" y="1"/>
                  </a:moveTo>
                  <a:lnTo>
                    <a:pt x="1" y="3669"/>
                  </a:lnTo>
                  <a:lnTo>
                    <a:pt x="3355" y="3669"/>
                  </a:lnTo>
                  <a:lnTo>
                    <a:pt x="2259" y="1801"/>
                  </a:lnTo>
                  <a:lnTo>
                    <a:pt x="3355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0"/>
            <p:cNvSpPr/>
            <p:nvPr/>
          </p:nvSpPr>
          <p:spPr>
            <a:xfrm>
              <a:off x="6694446" y="3375961"/>
              <a:ext cx="290857" cy="405381"/>
            </a:xfrm>
            <a:custGeom>
              <a:rect b="b" l="l" r="r" t="t"/>
              <a:pathLst>
                <a:path extrusionOk="0" h="1646" w="1181">
                  <a:moveTo>
                    <a:pt x="1" y="0"/>
                  </a:moveTo>
                  <a:lnTo>
                    <a:pt x="45" y="1646"/>
                  </a:lnTo>
                  <a:lnTo>
                    <a:pt x="1181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50"/>
            <p:cNvSpPr/>
            <p:nvPr/>
          </p:nvSpPr>
          <p:spPr>
            <a:xfrm>
              <a:off x="1612210" y="2877735"/>
              <a:ext cx="827255" cy="903610"/>
            </a:xfrm>
            <a:custGeom>
              <a:rect b="b" l="l" r="r" t="t"/>
              <a:pathLst>
                <a:path extrusionOk="0" h="3669" w="3359">
                  <a:moveTo>
                    <a:pt x="0" y="1"/>
                  </a:moveTo>
                  <a:lnTo>
                    <a:pt x="1096" y="1801"/>
                  </a:lnTo>
                  <a:lnTo>
                    <a:pt x="0" y="3669"/>
                  </a:lnTo>
                  <a:lnTo>
                    <a:pt x="3358" y="366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50"/>
            <p:cNvSpPr/>
            <p:nvPr/>
          </p:nvSpPr>
          <p:spPr>
            <a:xfrm>
              <a:off x="2159444" y="3375961"/>
              <a:ext cx="290857" cy="405381"/>
            </a:xfrm>
            <a:custGeom>
              <a:rect b="b" l="l" r="r" t="t"/>
              <a:pathLst>
                <a:path extrusionOk="0" h="1646" w="1181">
                  <a:moveTo>
                    <a:pt x="1180" y="0"/>
                  </a:moveTo>
                  <a:lnTo>
                    <a:pt x="0" y="634"/>
                  </a:lnTo>
                  <a:lnTo>
                    <a:pt x="1136" y="1646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50"/>
            <p:cNvSpPr/>
            <p:nvPr/>
          </p:nvSpPr>
          <p:spPr>
            <a:xfrm>
              <a:off x="2169295" y="2607811"/>
              <a:ext cx="4816005" cy="924545"/>
            </a:xfrm>
            <a:custGeom>
              <a:rect b="b" l="l" r="r" t="t"/>
              <a:pathLst>
                <a:path extrusionOk="0" h="3754" w="19555">
                  <a:moveTo>
                    <a:pt x="1" y="1"/>
                  </a:moveTo>
                  <a:lnTo>
                    <a:pt x="1" y="3753"/>
                  </a:lnTo>
                  <a:lnTo>
                    <a:pt x="19555" y="3753"/>
                  </a:lnTo>
                  <a:lnTo>
                    <a:pt x="195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50"/>
          <p:cNvSpPr txBox="1"/>
          <p:nvPr>
            <p:ph type="title"/>
          </p:nvPr>
        </p:nvSpPr>
        <p:spPr>
          <a:xfrm>
            <a:off x="2238298" y="1935750"/>
            <a:ext cx="4667400" cy="1826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  <p:grpSp>
        <p:nvGrpSpPr>
          <p:cNvPr id="633" name="Google Shape;633;p50"/>
          <p:cNvGrpSpPr/>
          <p:nvPr/>
        </p:nvGrpSpPr>
        <p:grpSpPr>
          <a:xfrm>
            <a:off x="2132069" y="3107174"/>
            <a:ext cx="4921772" cy="378922"/>
            <a:chOff x="2711254" y="2869098"/>
            <a:chExt cx="3779002" cy="378922"/>
          </a:xfrm>
        </p:grpSpPr>
        <p:sp>
          <p:nvSpPr>
            <p:cNvPr id="634" name="Google Shape;634;p50"/>
            <p:cNvSpPr/>
            <p:nvPr/>
          </p:nvSpPr>
          <p:spPr>
            <a:xfrm>
              <a:off x="2711254" y="2869098"/>
              <a:ext cx="397627" cy="378922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50"/>
            <p:cNvSpPr/>
            <p:nvPr/>
          </p:nvSpPr>
          <p:spPr>
            <a:xfrm>
              <a:off x="6092629" y="2869098"/>
              <a:ext cx="397627" cy="378922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50"/>
          <p:cNvGrpSpPr/>
          <p:nvPr/>
        </p:nvGrpSpPr>
        <p:grpSpPr>
          <a:xfrm>
            <a:off x="3991266" y="841127"/>
            <a:ext cx="1161476" cy="1094778"/>
            <a:chOff x="-233825" y="2556200"/>
            <a:chExt cx="1389325" cy="1309700"/>
          </a:xfrm>
        </p:grpSpPr>
        <p:sp>
          <p:nvSpPr>
            <p:cNvPr id="637" name="Google Shape;637;p50"/>
            <p:cNvSpPr/>
            <p:nvPr/>
          </p:nvSpPr>
          <p:spPr>
            <a:xfrm>
              <a:off x="52050" y="2556200"/>
              <a:ext cx="817575" cy="70375"/>
            </a:xfrm>
            <a:custGeom>
              <a:rect b="b" l="l" r="r" t="t"/>
              <a:pathLst>
                <a:path extrusionOk="0" h="2815" w="32703">
                  <a:moveTo>
                    <a:pt x="0" y="0"/>
                  </a:moveTo>
                  <a:lnTo>
                    <a:pt x="0" y="2815"/>
                  </a:lnTo>
                  <a:lnTo>
                    <a:pt x="32702" y="2815"/>
                  </a:lnTo>
                  <a:lnTo>
                    <a:pt x="32702" y="0"/>
                  </a:lnTo>
                  <a:close/>
                </a:path>
              </a:pathLst>
            </a:custGeom>
            <a:solidFill>
              <a:srgbClr val="EAAF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0"/>
            <p:cNvSpPr/>
            <p:nvPr/>
          </p:nvSpPr>
          <p:spPr>
            <a:xfrm>
              <a:off x="52050" y="2556200"/>
              <a:ext cx="817575" cy="70375"/>
            </a:xfrm>
            <a:custGeom>
              <a:rect b="b" l="l" r="r" t="t"/>
              <a:pathLst>
                <a:path extrusionOk="0" h="2815" w="32703">
                  <a:moveTo>
                    <a:pt x="0" y="0"/>
                  </a:moveTo>
                  <a:lnTo>
                    <a:pt x="0" y="2815"/>
                  </a:lnTo>
                  <a:lnTo>
                    <a:pt x="32702" y="2815"/>
                  </a:lnTo>
                  <a:lnTo>
                    <a:pt x="32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0"/>
            <p:cNvSpPr/>
            <p:nvPr/>
          </p:nvSpPr>
          <p:spPr>
            <a:xfrm>
              <a:off x="39425" y="3792850"/>
              <a:ext cx="842825" cy="73050"/>
            </a:xfrm>
            <a:custGeom>
              <a:rect b="b" l="l" r="r" t="t"/>
              <a:pathLst>
                <a:path extrusionOk="0" h="2922" w="33713">
                  <a:moveTo>
                    <a:pt x="1" y="0"/>
                  </a:moveTo>
                  <a:lnTo>
                    <a:pt x="1" y="2922"/>
                  </a:lnTo>
                  <a:lnTo>
                    <a:pt x="33712" y="2922"/>
                  </a:lnTo>
                  <a:lnTo>
                    <a:pt x="337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50"/>
            <p:cNvSpPr/>
            <p:nvPr/>
          </p:nvSpPr>
          <p:spPr>
            <a:xfrm>
              <a:off x="-233825" y="2626200"/>
              <a:ext cx="1389325" cy="1166675"/>
            </a:xfrm>
            <a:custGeom>
              <a:rect b="b" l="l" r="r" t="t"/>
              <a:pathLst>
                <a:path extrusionOk="0" h="46667" w="55573">
                  <a:moveTo>
                    <a:pt x="6461" y="2411"/>
                  </a:moveTo>
                  <a:cubicBezTo>
                    <a:pt x="7316" y="2411"/>
                    <a:pt x="8356" y="2733"/>
                    <a:pt x="9401" y="3196"/>
                  </a:cubicBezTo>
                  <a:cubicBezTo>
                    <a:pt x="11374" y="4022"/>
                    <a:pt x="12720" y="5934"/>
                    <a:pt x="12720" y="8106"/>
                  </a:cubicBezTo>
                  <a:cubicBezTo>
                    <a:pt x="12720" y="11410"/>
                    <a:pt x="13607" y="14668"/>
                    <a:pt x="15397" y="17467"/>
                  </a:cubicBezTo>
                  <a:cubicBezTo>
                    <a:pt x="15171" y="17955"/>
                    <a:pt x="14699" y="18422"/>
                    <a:pt x="13665" y="18422"/>
                  </a:cubicBezTo>
                  <a:cubicBezTo>
                    <a:pt x="12950" y="18422"/>
                    <a:pt x="11966" y="18199"/>
                    <a:pt x="10609" y="17605"/>
                  </a:cubicBezTo>
                  <a:cubicBezTo>
                    <a:pt x="4048" y="14668"/>
                    <a:pt x="3405" y="4404"/>
                    <a:pt x="5072" y="2875"/>
                  </a:cubicBezTo>
                  <a:cubicBezTo>
                    <a:pt x="5423" y="2548"/>
                    <a:pt x="5902" y="2411"/>
                    <a:pt x="6461" y="2411"/>
                  </a:cubicBezTo>
                  <a:close/>
                  <a:moveTo>
                    <a:pt x="49112" y="2411"/>
                  </a:moveTo>
                  <a:cubicBezTo>
                    <a:pt x="49670" y="2411"/>
                    <a:pt x="50150" y="2548"/>
                    <a:pt x="50500" y="2875"/>
                  </a:cubicBezTo>
                  <a:cubicBezTo>
                    <a:pt x="52168" y="4404"/>
                    <a:pt x="51525" y="14668"/>
                    <a:pt x="44963" y="17605"/>
                  </a:cubicBezTo>
                  <a:cubicBezTo>
                    <a:pt x="43606" y="18199"/>
                    <a:pt x="42622" y="18422"/>
                    <a:pt x="41907" y="18422"/>
                  </a:cubicBezTo>
                  <a:cubicBezTo>
                    <a:pt x="40874" y="18422"/>
                    <a:pt x="40402" y="17955"/>
                    <a:pt x="40176" y="17467"/>
                  </a:cubicBezTo>
                  <a:cubicBezTo>
                    <a:pt x="41965" y="14668"/>
                    <a:pt x="42852" y="11410"/>
                    <a:pt x="42852" y="8106"/>
                  </a:cubicBezTo>
                  <a:cubicBezTo>
                    <a:pt x="42852" y="5934"/>
                    <a:pt x="44199" y="4022"/>
                    <a:pt x="46172" y="3196"/>
                  </a:cubicBezTo>
                  <a:cubicBezTo>
                    <a:pt x="47217" y="2733"/>
                    <a:pt x="48257" y="2411"/>
                    <a:pt x="49112" y="2411"/>
                  </a:cubicBezTo>
                  <a:close/>
                  <a:moveTo>
                    <a:pt x="5545" y="1"/>
                  </a:moveTo>
                  <a:cubicBezTo>
                    <a:pt x="3880" y="1"/>
                    <a:pt x="2504" y="560"/>
                    <a:pt x="1876" y="2110"/>
                  </a:cubicBezTo>
                  <a:cubicBezTo>
                    <a:pt x="0" y="6866"/>
                    <a:pt x="3835" y="21307"/>
                    <a:pt x="14262" y="21307"/>
                  </a:cubicBezTo>
                  <a:cubicBezTo>
                    <a:pt x="14464" y="21307"/>
                    <a:pt x="14669" y="21302"/>
                    <a:pt x="14877" y="21291"/>
                  </a:cubicBezTo>
                  <a:cubicBezTo>
                    <a:pt x="15902" y="21230"/>
                    <a:pt x="16789" y="20786"/>
                    <a:pt x="17554" y="20205"/>
                  </a:cubicBezTo>
                  <a:cubicBezTo>
                    <a:pt x="19022" y="21734"/>
                    <a:pt x="20934" y="23264"/>
                    <a:pt x="23289" y="24029"/>
                  </a:cubicBezTo>
                  <a:cubicBezTo>
                    <a:pt x="24880" y="24549"/>
                    <a:pt x="25844" y="26139"/>
                    <a:pt x="25584" y="27791"/>
                  </a:cubicBezTo>
                  <a:lnTo>
                    <a:pt x="25018" y="30728"/>
                  </a:lnTo>
                  <a:cubicBezTo>
                    <a:pt x="24375" y="33588"/>
                    <a:pt x="21898" y="35638"/>
                    <a:pt x="19022" y="35638"/>
                  </a:cubicBezTo>
                  <a:lnTo>
                    <a:pt x="14051" y="35638"/>
                  </a:lnTo>
                  <a:lnTo>
                    <a:pt x="14112" y="46666"/>
                  </a:lnTo>
                  <a:lnTo>
                    <a:pt x="41522" y="46666"/>
                  </a:lnTo>
                  <a:lnTo>
                    <a:pt x="41522" y="35638"/>
                  </a:lnTo>
                  <a:lnTo>
                    <a:pt x="36551" y="35638"/>
                  </a:lnTo>
                  <a:cubicBezTo>
                    <a:pt x="33675" y="35638"/>
                    <a:pt x="31197" y="33588"/>
                    <a:pt x="30555" y="30728"/>
                  </a:cubicBezTo>
                  <a:lnTo>
                    <a:pt x="29989" y="27791"/>
                  </a:lnTo>
                  <a:cubicBezTo>
                    <a:pt x="29729" y="26139"/>
                    <a:pt x="30692" y="24549"/>
                    <a:pt x="32283" y="24029"/>
                  </a:cubicBezTo>
                  <a:cubicBezTo>
                    <a:pt x="34639" y="23264"/>
                    <a:pt x="36551" y="21734"/>
                    <a:pt x="38019" y="20205"/>
                  </a:cubicBezTo>
                  <a:cubicBezTo>
                    <a:pt x="38784" y="20786"/>
                    <a:pt x="39671" y="21230"/>
                    <a:pt x="40696" y="21291"/>
                  </a:cubicBezTo>
                  <a:cubicBezTo>
                    <a:pt x="40903" y="21302"/>
                    <a:pt x="41108" y="21307"/>
                    <a:pt x="41311" y="21307"/>
                  </a:cubicBezTo>
                  <a:cubicBezTo>
                    <a:pt x="51737" y="21307"/>
                    <a:pt x="55573" y="6866"/>
                    <a:pt x="53697" y="2110"/>
                  </a:cubicBezTo>
                  <a:cubicBezTo>
                    <a:pt x="53068" y="560"/>
                    <a:pt x="51692" y="1"/>
                    <a:pt x="50027" y="1"/>
                  </a:cubicBezTo>
                  <a:cubicBezTo>
                    <a:pt x="48127" y="1"/>
                    <a:pt x="45850" y="729"/>
                    <a:pt x="43877" y="1544"/>
                  </a:cubicBezTo>
                  <a:cubicBezTo>
                    <a:pt x="43800" y="1576"/>
                    <a:pt x="43719" y="1591"/>
                    <a:pt x="43637" y="1591"/>
                  </a:cubicBezTo>
                  <a:cubicBezTo>
                    <a:pt x="43249" y="1591"/>
                    <a:pt x="42852" y="1257"/>
                    <a:pt x="42852" y="841"/>
                  </a:cubicBezTo>
                  <a:lnTo>
                    <a:pt x="42852" y="15"/>
                  </a:lnTo>
                  <a:lnTo>
                    <a:pt x="12720" y="15"/>
                  </a:lnTo>
                  <a:lnTo>
                    <a:pt x="12720" y="841"/>
                  </a:lnTo>
                  <a:cubicBezTo>
                    <a:pt x="12720" y="1257"/>
                    <a:pt x="12324" y="1591"/>
                    <a:pt x="11936" y="1591"/>
                  </a:cubicBezTo>
                  <a:cubicBezTo>
                    <a:pt x="11854" y="1591"/>
                    <a:pt x="11773" y="1576"/>
                    <a:pt x="11695" y="1544"/>
                  </a:cubicBezTo>
                  <a:cubicBezTo>
                    <a:pt x="9723" y="729"/>
                    <a:pt x="744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50"/>
            <p:cNvSpPr/>
            <p:nvPr/>
          </p:nvSpPr>
          <p:spPr>
            <a:xfrm>
              <a:off x="179775" y="3555375"/>
              <a:ext cx="562125" cy="199250"/>
            </a:xfrm>
            <a:custGeom>
              <a:rect b="b" l="l" r="r" t="t"/>
              <a:pathLst>
                <a:path extrusionOk="0" h="7970" w="22485">
                  <a:moveTo>
                    <a:pt x="0" y="1"/>
                  </a:moveTo>
                  <a:lnTo>
                    <a:pt x="0" y="7970"/>
                  </a:lnTo>
                  <a:lnTo>
                    <a:pt x="22485" y="7970"/>
                  </a:lnTo>
                  <a:lnTo>
                    <a:pt x="224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50"/>
            <p:cNvSpPr/>
            <p:nvPr/>
          </p:nvSpPr>
          <p:spPr>
            <a:xfrm>
              <a:off x="520475" y="2664800"/>
              <a:ext cx="330025" cy="538425"/>
            </a:xfrm>
            <a:custGeom>
              <a:rect b="b" l="l" r="r" t="t"/>
              <a:pathLst>
                <a:path extrusionOk="0" h="21537" w="13201">
                  <a:moveTo>
                    <a:pt x="7327" y="0"/>
                  </a:moveTo>
                  <a:cubicBezTo>
                    <a:pt x="7327" y="0"/>
                    <a:pt x="10386" y="12741"/>
                    <a:pt x="0" y="21536"/>
                  </a:cubicBezTo>
                  <a:cubicBezTo>
                    <a:pt x="0" y="21536"/>
                    <a:pt x="1025" y="21215"/>
                    <a:pt x="1469" y="21032"/>
                  </a:cubicBezTo>
                  <a:cubicBezTo>
                    <a:pt x="3320" y="20450"/>
                    <a:pt x="4972" y="19303"/>
                    <a:pt x="6639" y="17590"/>
                  </a:cubicBezTo>
                  <a:lnTo>
                    <a:pt x="7587" y="16565"/>
                  </a:lnTo>
                  <a:lnTo>
                    <a:pt x="8673" y="17514"/>
                  </a:lnTo>
                  <a:cubicBezTo>
                    <a:pt x="9239" y="17972"/>
                    <a:pt x="9820" y="18217"/>
                    <a:pt x="10463" y="18217"/>
                  </a:cubicBezTo>
                  <a:lnTo>
                    <a:pt x="10524" y="18217"/>
                  </a:lnTo>
                  <a:cubicBezTo>
                    <a:pt x="9560" y="18034"/>
                    <a:pt x="8857" y="17391"/>
                    <a:pt x="8474" y="16565"/>
                  </a:cubicBezTo>
                  <a:lnTo>
                    <a:pt x="8168" y="15801"/>
                  </a:lnTo>
                  <a:lnTo>
                    <a:pt x="8612" y="15097"/>
                  </a:lnTo>
                  <a:cubicBezTo>
                    <a:pt x="10203" y="12619"/>
                    <a:pt x="11029" y="9621"/>
                    <a:pt x="11029" y="6562"/>
                  </a:cubicBezTo>
                  <a:cubicBezTo>
                    <a:pt x="11029" y="4650"/>
                    <a:pt x="11855" y="2799"/>
                    <a:pt x="13201" y="1530"/>
                  </a:cubicBezTo>
                  <a:cubicBezTo>
                    <a:pt x="12237" y="1530"/>
                    <a:pt x="11411" y="887"/>
                    <a:pt x="1115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50"/>
            <p:cNvSpPr/>
            <p:nvPr/>
          </p:nvSpPr>
          <p:spPr>
            <a:xfrm>
              <a:off x="1009550" y="2653400"/>
              <a:ext cx="103650" cy="336450"/>
            </a:xfrm>
            <a:custGeom>
              <a:rect b="b" l="l" r="r" t="t"/>
              <a:pathLst>
                <a:path extrusionOk="0" h="13458" w="4146">
                  <a:moveTo>
                    <a:pt x="979" y="1"/>
                  </a:moveTo>
                  <a:cubicBezTo>
                    <a:pt x="204" y="1"/>
                    <a:pt x="1" y="456"/>
                    <a:pt x="1" y="456"/>
                  </a:cubicBezTo>
                  <a:cubicBezTo>
                    <a:pt x="1" y="456"/>
                    <a:pt x="1729" y="701"/>
                    <a:pt x="2616" y="3821"/>
                  </a:cubicBezTo>
                  <a:cubicBezTo>
                    <a:pt x="3519" y="6880"/>
                    <a:pt x="765" y="13457"/>
                    <a:pt x="765" y="13457"/>
                  </a:cubicBezTo>
                  <a:cubicBezTo>
                    <a:pt x="765" y="13457"/>
                    <a:pt x="2876" y="10138"/>
                    <a:pt x="3519" y="6116"/>
                  </a:cubicBezTo>
                  <a:cubicBezTo>
                    <a:pt x="4146" y="2047"/>
                    <a:pt x="2616" y="456"/>
                    <a:pt x="2616" y="456"/>
                  </a:cubicBezTo>
                  <a:cubicBezTo>
                    <a:pt x="1897" y="115"/>
                    <a:pt x="1367" y="1"/>
                    <a:pt x="979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50"/>
          <p:cNvGrpSpPr/>
          <p:nvPr/>
        </p:nvGrpSpPr>
        <p:grpSpPr>
          <a:xfrm>
            <a:off x="3991271" y="4038524"/>
            <a:ext cx="1161451" cy="276296"/>
            <a:chOff x="3991271" y="3800399"/>
            <a:chExt cx="1161451" cy="276296"/>
          </a:xfrm>
        </p:grpSpPr>
        <p:sp>
          <p:nvSpPr>
            <p:cNvPr id="645" name="Google Shape;645;p50"/>
            <p:cNvSpPr/>
            <p:nvPr/>
          </p:nvSpPr>
          <p:spPr>
            <a:xfrm>
              <a:off x="4458146" y="3859699"/>
              <a:ext cx="227701" cy="216996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0"/>
            <p:cNvSpPr/>
            <p:nvPr/>
          </p:nvSpPr>
          <p:spPr>
            <a:xfrm>
              <a:off x="3991271" y="3800399"/>
              <a:ext cx="227701" cy="216996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50"/>
            <p:cNvSpPr/>
            <p:nvPr/>
          </p:nvSpPr>
          <p:spPr>
            <a:xfrm>
              <a:off x="4925021" y="3800399"/>
              <a:ext cx="227701" cy="216996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25" y="0"/>
            <a:ext cx="80365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2"/>
          <p:cNvSpPr txBox="1"/>
          <p:nvPr/>
        </p:nvSpPr>
        <p:spPr>
          <a:xfrm>
            <a:off x="1022538" y="136075"/>
            <a:ext cx="709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Supertype-Subtype Relationship</a:t>
            </a:r>
            <a:endParaRPr sz="28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658" name="Google Shape;658;p52"/>
          <p:cNvPicPr preferRelativeResize="0"/>
          <p:nvPr/>
        </p:nvPicPr>
        <p:blipFill rotWithShape="1">
          <a:blip r:embed="rId3">
            <a:alphaModFix/>
          </a:blip>
          <a:srcRect b="0" l="8783" r="28300" t="12057"/>
          <a:stretch/>
        </p:blipFill>
        <p:spPr>
          <a:xfrm>
            <a:off x="2174699" y="751675"/>
            <a:ext cx="4702376" cy="423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4700" y="751675"/>
            <a:ext cx="1348475" cy="12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53"/>
          <p:cNvPicPr preferRelativeResize="0"/>
          <p:nvPr/>
        </p:nvPicPr>
        <p:blipFill rotWithShape="1">
          <a:blip r:embed="rId3">
            <a:alphaModFix/>
          </a:blip>
          <a:srcRect b="11894" l="71010" r="0" t="0"/>
          <a:stretch/>
        </p:blipFill>
        <p:spPr>
          <a:xfrm>
            <a:off x="6334575" y="0"/>
            <a:ext cx="286647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53"/>
          <p:cNvSpPr txBox="1"/>
          <p:nvPr/>
        </p:nvSpPr>
        <p:spPr>
          <a:xfrm>
            <a:off x="788300" y="2956200"/>
            <a:ext cx="52656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Player/Agent/Company Relationships</a:t>
            </a:r>
            <a:endParaRPr sz="2700">
              <a:solidFill>
                <a:srgbClr val="0B5394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lfa Slab One"/>
              <a:buChar char="●"/>
            </a:pPr>
            <a:r>
              <a:rPr lang="en" sz="13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Player </a:t>
            </a:r>
            <a:r>
              <a:rPr lang="en" sz="13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receives</a:t>
            </a:r>
            <a:endParaRPr sz="1300">
              <a:solidFill>
                <a:srgbClr val="0B5394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deal (1-m)</a:t>
            </a:r>
            <a:endParaRPr sz="1300">
              <a:solidFill>
                <a:srgbClr val="0B5394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lfa Slab One"/>
              <a:buChar char="●"/>
            </a:pPr>
            <a:r>
              <a:rPr lang="en" sz="13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Agent advises player (1-m)</a:t>
            </a:r>
            <a:endParaRPr sz="1300">
              <a:solidFill>
                <a:srgbClr val="0B5394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lfa Slab One"/>
              <a:buChar char="●"/>
            </a:pPr>
            <a:r>
              <a:rPr lang="en" sz="13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Company funds deal (1-m)</a:t>
            </a:r>
            <a:endParaRPr sz="1300">
              <a:solidFill>
                <a:srgbClr val="0B5394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lfa Slab One"/>
              <a:buChar char="●"/>
            </a:pPr>
            <a:r>
              <a:rPr lang="en" sz="13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Agent negotiates deal (1-m)</a:t>
            </a:r>
            <a:endParaRPr sz="1300">
              <a:solidFill>
                <a:srgbClr val="0B5394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666" name="Google Shape;666;p53"/>
          <p:cNvPicPr preferRelativeResize="0"/>
          <p:nvPr/>
        </p:nvPicPr>
        <p:blipFill rotWithShape="1">
          <a:blip r:embed="rId4">
            <a:alphaModFix/>
          </a:blip>
          <a:srcRect b="48532" l="22037" r="29921" t="12266"/>
          <a:stretch/>
        </p:blipFill>
        <p:spPr>
          <a:xfrm>
            <a:off x="1752600" y="641826"/>
            <a:ext cx="4607524" cy="240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4"/>
          <p:cNvSpPr txBox="1"/>
          <p:nvPr/>
        </p:nvSpPr>
        <p:spPr>
          <a:xfrm>
            <a:off x="432450" y="0"/>
            <a:ext cx="827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  <a:latin typeface="Alfa Slab One"/>
                <a:ea typeface="Alfa Slab One"/>
                <a:cs typeface="Alfa Slab One"/>
                <a:sym typeface="Alfa Slab One"/>
              </a:rPr>
              <a:t>Player Owns Social Media (1-m)</a:t>
            </a:r>
            <a:endParaRPr sz="22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672" name="Google Shape;672;p54"/>
          <p:cNvPicPr preferRelativeResize="0"/>
          <p:nvPr/>
        </p:nvPicPr>
        <p:blipFill rotWithShape="1">
          <a:blip r:embed="rId3">
            <a:alphaModFix/>
          </a:blip>
          <a:srcRect b="49073" l="0" r="44308" t="0"/>
          <a:stretch/>
        </p:blipFill>
        <p:spPr>
          <a:xfrm>
            <a:off x="1143002" y="685800"/>
            <a:ext cx="7086598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600" y="3905250"/>
            <a:ext cx="1647825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678;p55"/>
          <p:cNvGrpSpPr/>
          <p:nvPr/>
        </p:nvGrpSpPr>
        <p:grpSpPr>
          <a:xfrm>
            <a:off x="5995000" y="1035563"/>
            <a:ext cx="2362825" cy="3005275"/>
            <a:chOff x="5923925" y="1069113"/>
            <a:chExt cx="2362825" cy="3005275"/>
          </a:xfrm>
        </p:grpSpPr>
        <p:sp>
          <p:nvSpPr>
            <p:cNvPr id="679" name="Google Shape;679;p55"/>
            <p:cNvSpPr/>
            <p:nvPr/>
          </p:nvSpPr>
          <p:spPr>
            <a:xfrm>
              <a:off x="5923925" y="1432313"/>
              <a:ext cx="2362825" cy="2642075"/>
            </a:xfrm>
            <a:prstGeom prst="flowChartOffpageConnector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55"/>
            <p:cNvSpPr/>
            <p:nvPr/>
          </p:nvSpPr>
          <p:spPr>
            <a:xfrm>
              <a:off x="6038250" y="1432313"/>
              <a:ext cx="2134200" cy="2485759"/>
            </a:xfrm>
            <a:prstGeom prst="flowChartOffpageConnector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1" name="Google Shape;681;p55"/>
            <p:cNvGrpSpPr/>
            <p:nvPr/>
          </p:nvGrpSpPr>
          <p:grpSpPr>
            <a:xfrm>
              <a:off x="5923925" y="1069113"/>
              <a:ext cx="2362825" cy="499425"/>
              <a:chOff x="1056650" y="957125"/>
              <a:chExt cx="2362825" cy="499425"/>
            </a:xfrm>
          </p:grpSpPr>
          <p:sp>
            <p:nvSpPr>
              <p:cNvPr id="682" name="Google Shape;682;p55"/>
              <p:cNvSpPr/>
              <p:nvPr/>
            </p:nvSpPr>
            <p:spPr>
              <a:xfrm>
                <a:off x="1056650" y="1042850"/>
                <a:ext cx="2362800" cy="413700"/>
              </a:xfrm>
              <a:prstGeom prst="rect">
                <a:avLst/>
              </a:pr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55"/>
              <p:cNvSpPr/>
              <p:nvPr/>
            </p:nvSpPr>
            <p:spPr>
              <a:xfrm>
                <a:off x="1056675" y="957125"/>
                <a:ext cx="2362800" cy="413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55"/>
            <p:cNvGrpSpPr/>
            <p:nvPr/>
          </p:nvGrpSpPr>
          <p:grpSpPr>
            <a:xfrm>
              <a:off x="6085064" y="1126297"/>
              <a:ext cx="2040546" cy="283424"/>
              <a:chOff x="6085064" y="1120347"/>
              <a:chExt cx="2040546" cy="283424"/>
            </a:xfrm>
          </p:grpSpPr>
          <p:sp>
            <p:nvSpPr>
              <p:cNvPr id="685" name="Google Shape;685;p55"/>
              <p:cNvSpPr/>
              <p:nvPr/>
            </p:nvSpPr>
            <p:spPr>
              <a:xfrm>
                <a:off x="6085064" y="1120347"/>
                <a:ext cx="297446" cy="283424"/>
              </a:xfrm>
              <a:custGeom>
                <a:rect b="b" l="l" r="r" t="t"/>
                <a:pathLst>
                  <a:path extrusionOk="0" h="3400" w="3568">
                    <a:moveTo>
                      <a:pt x="1784" y="1"/>
                    </a:moveTo>
                    <a:lnTo>
                      <a:pt x="1238" y="1124"/>
                    </a:lnTo>
                    <a:lnTo>
                      <a:pt x="1" y="1292"/>
                    </a:lnTo>
                    <a:lnTo>
                      <a:pt x="884" y="2162"/>
                    </a:lnTo>
                    <a:lnTo>
                      <a:pt x="675" y="3399"/>
                    </a:lnTo>
                    <a:lnTo>
                      <a:pt x="1784" y="2823"/>
                    </a:lnTo>
                    <a:lnTo>
                      <a:pt x="2880" y="3399"/>
                    </a:lnTo>
                    <a:lnTo>
                      <a:pt x="2880" y="3399"/>
                    </a:lnTo>
                    <a:lnTo>
                      <a:pt x="2671" y="2162"/>
                    </a:lnTo>
                    <a:lnTo>
                      <a:pt x="3567" y="1292"/>
                    </a:lnTo>
                    <a:lnTo>
                      <a:pt x="2334" y="1124"/>
                    </a:lnTo>
                    <a:lnTo>
                      <a:pt x="17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55"/>
              <p:cNvSpPr/>
              <p:nvPr/>
            </p:nvSpPr>
            <p:spPr>
              <a:xfrm>
                <a:off x="6520839" y="1120347"/>
                <a:ext cx="297446" cy="283424"/>
              </a:xfrm>
              <a:custGeom>
                <a:rect b="b" l="l" r="r" t="t"/>
                <a:pathLst>
                  <a:path extrusionOk="0" h="3400" w="3568">
                    <a:moveTo>
                      <a:pt x="1784" y="1"/>
                    </a:moveTo>
                    <a:lnTo>
                      <a:pt x="1238" y="1124"/>
                    </a:lnTo>
                    <a:lnTo>
                      <a:pt x="1" y="1292"/>
                    </a:lnTo>
                    <a:lnTo>
                      <a:pt x="884" y="2162"/>
                    </a:lnTo>
                    <a:lnTo>
                      <a:pt x="675" y="3399"/>
                    </a:lnTo>
                    <a:lnTo>
                      <a:pt x="1784" y="2823"/>
                    </a:lnTo>
                    <a:lnTo>
                      <a:pt x="2880" y="3399"/>
                    </a:lnTo>
                    <a:lnTo>
                      <a:pt x="2880" y="3399"/>
                    </a:lnTo>
                    <a:lnTo>
                      <a:pt x="2671" y="2162"/>
                    </a:lnTo>
                    <a:lnTo>
                      <a:pt x="3567" y="1292"/>
                    </a:lnTo>
                    <a:lnTo>
                      <a:pt x="2334" y="1124"/>
                    </a:lnTo>
                    <a:lnTo>
                      <a:pt x="17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55"/>
              <p:cNvSpPr/>
              <p:nvPr/>
            </p:nvSpPr>
            <p:spPr>
              <a:xfrm>
                <a:off x="6956614" y="1120347"/>
                <a:ext cx="297446" cy="283424"/>
              </a:xfrm>
              <a:custGeom>
                <a:rect b="b" l="l" r="r" t="t"/>
                <a:pathLst>
                  <a:path extrusionOk="0" h="3400" w="3568">
                    <a:moveTo>
                      <a:pt x="1784" y="1"/>
                    </a:moveTo>
                    <a:lnTo>
                      <a:pt x="1238" y="1124"/>
                    </a:lnTo>
                    <a:lnTo>
                      <a:pt x="1" y="1292"/>
                    </a:lnTo>
                    <a:lnTo>
                      <a:pt x="884" y="2162"/>
                    </a:lnTo>
                    <a:lnTo>
                      <a:pt x="675" y="3399"/>
                    </a:lnTo>
                    <a:lnTo>
                      <a:pt x="1784" y="2823"/>
                    </a:lnTo>
                    <a:lnTo>
                      <a:pt x="2880" y="3399"/>
                    </a:lnTo>
                    <a:lnTo>
                      <a:pt x="2880" y="3399"/>
                    </a:lnTo>
                    <a:lnTo>
                      <a:pt x="2671" y="2162"/>
                    </a:lnTo>
                    <a:lnTo>
                      <a:pt x="3567" y="1292"/>
                    </a:lnTo>
                    <a:lnTo>
                      <a:pt x="2334" y="1124"/>
                    </a:lnTo>
                    <a:lnTo>
                      <a:pt x="17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55"/>
              <p:cNvSpPr/>
              <p:nvPr/>
            </p:nvSpPr>
            <p:spPr>
              <a:xfrm>
                <a:off x="7392389" y="1120347"/>
                <a:ext cx="297446" cy="283424"/>
              </a:xfrm>
              <a:custGeom>
                <a:rect b="b" l="l" r="r" t="t"/>
                <a:pathLst>
                  <a:path extrusionOk="0" h="3400" w="3568">
                    <a:moveTo>
                      <a:pt x="1784" y="1"/>
                    </a:moveTo>
                    <a:lnTo>
                      <a:pt x="1238" y="1124"/>
                    </a:lnTo>
                    <a:lnTo>
                      <a:pt x="1" y="1292"/>
                    </a:lnTo>
                    <a:lnTo>
                      <a:pt x="884" y="2162"/>
                    </a:lnTo>
                    <a:lnTo>
                      <a:pt x="675" y="3399"/>
                    </a:lnTo>
                    <a:lnTo>
                      <a:pt x="1784" y="2823"/>
                    </a:lnTo>
                    <a:lnTo>
                      <a:pt x="2880" y="3399"/>
                    </a:lnTo>
                    <a:lnTo>
                      <a:pt x="2880" y="3399"/>
                    </a:lnTo>
                    <a:lnTo>
                      <a:pt x="2671" y="2162"/>
                    </a:lnTo>
                    <a:lnTo>
                      <a:pt x="3567" y="1292"/>
                    </a:lnTo>
                    <a:lnTo>
                      <a:pt x="2334" y="1124"/>
                    </a:lnTo>
                    <a:lnTo>
                      <a:pt x="17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55"/>
              <p:cNvSpPr/>
              <p:nvPr/>
            </p:nvSpPr>
            <p:spPr>
              <a:xfrm>
                <a:off x="7828164" y="1120347"/>
                <a:ext cx="297446" cy="283424"/>
              </a:xfrm>
              <a:custGeom>
                <a:rect b="b" l="l" r="r" t="t"/>
                <a:pathLst>
                  <a:path extrusionOk="0" h="3400" w="3568">
                    <a:moveTo>
                      <a:pt x="1784" y="1"/>
                    </a:moveTo>
                    <a:lnTo>
                      <a:pt x="1238" y="1124"/>
                    </a:lnTo>
                    <a:lnTo>
                      <a:pt x="1" y="1292"/>
                    </a:lnTo>
                    <a:lnTo>
                      <a:pt x="884" y="2162"/>
                    </a:lnTo>
                    <a:lnTo>
                      <a:pt x="675" y="3399"/>
                    </a:lnTo>
                    <a:lnTo>
                      <a:pt x="1784" y="2823"/>
                    </a:lnTo>
                    <a:lnTo>
                      <a:pt x="2880" y="3399"/>
                    </a:lnTo>
                    <a:lnTo>
                      <a:pt x="2880" y="3399"/>
                    </a:lnTo>
                    <a:lnTo>
                      <a:pt x="2671" y="2162"/>
                    </a:lnTo>
                    <a:lnTo>
                      <a:pt x="3567" y="1292"/>
                    </a:lnTo>
                    <a:lnTo>
                      <a:pt x="2334" y="1124"/>
                    </a:lnTo>
                    <a:lnTo>
                      <a:pt x="17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90" name="Google Shape;690;p55"/>
          <p:cNvSpPr txBox="1"/>
          <p:nvPr>
            <p:ph type="title"/>
          </p:nvPr>
        </p:nvSpPr>
        <p:spPr>
          <a:xfrm>
            <a:off x="786175" y="1484213"/>
            <a:ext cx="4885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Normalized Tables</a:t>
            </a:r>
            <a:endParaRPr/>
          </a:p>
        </p:txBody>
      </p:sp>
      <p:sp>
        <p:nvSpPr>
          <p:cNvPr id="691" name="Google Shape;691;p55"/>
          <p:cNvSpPr txBox="1"/>
          <p:nvPr>
            <p:ph idx="2" type="title"/>
          </p:nvPr>
        </p:nvSpPr>
        <p:spPr>
          <a:xfrm>
            <a:off x="6109313" y="1809200"/>
            <a:ext cx="2134200" cy="1458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692" name="Google Shape;692;p55"/>
          <p:cNvGrpSpPr/>
          <p:nvPr/>
        </p:nvGrpSpPr>
        <p:grpSpPr>
          <a:xfrm>
            <a:off x="990950" y="2379300"/>
            <a:ext cx="4436247" cy="384897"/>
            <a:chOff x="990950" y="2541863"/>
            <a:chExt cx="4436247" cy="384897"/>
          </a:xfrm>
        </p:grpSpPr>
        <p:sp>
          <p:nvSpPr>
            <p:cNvPr id="693" name="Google Shape;693;p55"/>
            <p:cNvSpPr/>
            <p:nvPr/>
          </p:nvSpPr>
          <p:spPr>
            <a:xfrm>
              <a:off x="990950" y="2541863"/>
              <a:ext cx="403915" cy="384897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55"/>
            <p:cNvSpPr/>
            <p:nvPr/>
          </p:nvSpPr>
          <p:spPr>
            <a:xfrm>
              <a:off x="5023281" y="2541863"/>
              <a:ext cx="403915" cy="384897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6"/>
          <p:cNvSpPr txBox="1"/>
          <p:nvPr>
            <p:ph type="title"/>
          </p:nvPr>
        </p:nvSpPr>
        <p:spPr>
          <a:xfrm>
            <a:off x="720000" y="319875"/>
            <a:ext cx="7704000" cy="5088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Normalized Tables</a:t>
            </a:r>
            <a:endParaRPr/>
          </a:p>
        </p:txBody>
      </p:sp>
      <p:graphicFrame>
        <p:nvGraphicFramePr>
          <p:cNvPr id="700" name="Google Shape;700;p56"/>
          <p:cNvGraphicFramePr/>
          <p:nvPr/>
        </p:nvGraphicFramePr>
        <p:xfrm>
          <a:off x="952500" y="10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{A47B032A-36C9-4244-BE85-54C9580419BF}</a:tableStyleId>
              </a:tblPr>
              <a:tblGrid>
                <a:gridCol w="1381125"/>
                <a:gridCol w="5857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6"/>
                          </a:solidFill>
                        </a:rPr>
                        <a:t>Table Name</a:t>
                      </a:r>
                      <a:endParaRPr b="1" sz="16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6"/>
                          </a:solidFill>
                        </a:rPr>
                        <a:t>Attributes</a:t>
                      </a:r>
                      <a:endParaRPr b="1" sz="16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Football Player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0B5394"/>
                          </a:solidFill>
                        </a:rPr>
                        <a:t>NCAA_ID</a:t>
                      </a:r>
                      <a:r>
                        <a:rPr lang="en">
                          <a:solidFill>
                            <a:srgbClr val="0B5394"/>
                          </a:solidFill>
                        </a:rPr>
                        <a:t>, First_Name, Last_Name, Years_of_Eligibility, QB?, OPP?, OL?, DP?, K?, P?, College, Agent_ID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Quarterback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0B5394"/>
                          </a:solidFill>
                        </a:rPr>
                        <a:t>Q_NCAA_ID</a:t>
                      </a:r>
                      <a:r>
                        <a:rPr lang="en">
                          <a:solidFill>
                            <a:srgbClr val="0B5394"/>
                          </a:solidFill>
                        </a:rPr>
                        <a:t>, Passing_Touchdowns, QB_Rushing_Yards, Pass_Attempts, Passes_Completed, Passing_Yards, Turnovers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Offensive Position Player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0B5394"/>
                          </a:solidFill>
                        </a:rPr>
                        <a:t>OPP_NCAA_ID</a:t>
                      </a:r>
                      <a:r>
                        <a:rPr lang="en">
                          <a:solidFill>
                            <a:srgbClr val="0B5394"/>
                          </a:solidFill>
                        </a:rPr>
                        <a:t>, Targets, Catches, Yards_After_Catch, Receiving_Yards, Rushing_Yards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Offensive Lineman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0B5394"/>
                          </a:solidFill>
                        </a:rPr>
                        <a:t>OL_NCAA_ID</a:t>
                      </a:r>
                      <a:r>
                        <a:rPr lang="en">
                          <a:solidFill>
                            <a:srgbClr val="0B5394"/>
                          </a:solidFill>
                        </a:rPr>
                        <a:t>, False_Starts, Pressures_Allowed, Pancake_Blocks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Defensive Player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0B5394"/>
                          </a:solidFill>
                        </a:rPr>
                        <a:t>DP_NCAA_ID</a:t>
                      </a:r>
                      <a:r>
                        <a:rPr lang="en">
                          <a:solidFill>
                            <a:srgbClr val="0B5394"/>
                          </a:solidFill>
                        </a:rPr>
                        <a:t>, Sacks, Fumble_Recoveries, Interceptions, Pass_Break_Ups, Tackles_For_Loss, Tackles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01" name="Google Shape;701;p56"/>
          <p:cNvCxnSpPr/>
          <p:nvPr/>
        </p:nvCxnSpPr>
        <p:spPr>
          <a:xfrm>
            <a:off x="4648200" y="2105025"/>
            <a:ext cx="723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7"/>
          <p:cNvSpPr txBox="1"/>
          <p:nvPr>
            <p:ph type="title"/>
          </p:nvPr>
        </p:nvSpPr>
        <p:spPr>
          <a:xfrm>
            <a:off x="720000" y="319875"/>
            <a:ext cx="7704000" cy="613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Normalized Tables</a:t>
            </a:r>
            <a:endParaRPr/>
          </a:p>
        </p:txBody>
      </p:sp>
      <p:graphicFrame>
        <p:nvGraphicFramePr>
          <p:cNvPr id="707" name="Google Shape;707;p57"/>
          <p:cNvGraphicFramePr/>
          <p:nvPr/>
        </p:nvGraphicFramePr>
        <p:xfrm>
          <a:off x="952500" y="1033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{A47B032A-36C9-4244-BE85-54C9580419BF}</a:tableStyleId>
              </a:tblPr>
              <a:tblGrid>
                <a:gridCol w="1514475"/>
                <a:gridCol w="5724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2"/>
                          </a:solidFill>
                        </a:rPr>
                        <a:t>Table Name</a:t>
                      </a:r>
                      <a:endParaRPr b="1" sz="16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2"/>
                          </a:solidFill>
                        </a:rPr>
                        <a:t>Attributes</a:t>
                      </a:r>
                      <a:endParaRPr b="1" sz="16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Kicker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0B5394"/>
                          </a:solidFill>
                        </a:rPr>
                        <a:t>K_NCAA_ID</a:t>
                      </a:r>
                      <a:r>
                        <a:rPr lang="en" sz="1600">
                          <a:solidFill>
                            <a:srgbClr val="0B5394"/>
                          </a:solidFill>
                        </a:rPr>
                        <a:t>, Extra_Points_Attempted, Field_Goals_Made, Field_Goals_Attempted, Extra_Points_Made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Punter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0B5394"/>
                          </a:solidFill>
                        </a:rPr>
                        <a:t>P_NCAA_ID</a:t>
                      </a:r>
                      <a:r>
                        <a:rPr lang="en" sz="1600">
                          <a:solidFill>
                            <a:srgbClr val="0B5394"/>
                          </a:solidFill>
                        </a:rPr>
                        <a:t>, Punts_Inside_20, Longest_Punt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Agent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0B5394"/>
                          </a:solidFill>
                        </a:rPr>
                        <a:t>Agent_ID</a:t>
                      </a:r>
                      <a:r>
                        <a:rPr lang="en" sz="1600">
                          <a:solidFill>
                            <a:srgbClr val="0B5394"/>
                          </a:solidFill>
                        </a:rPr>
                        <a:t>, First_Name, Last_Name, Salary, Commission_Percentage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NIL Deal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0B5394"/>
                          </a:solidFill>
                        </a:rPr>
                        <a:t>Transaction_ID</a:t>
                      </a:r>
                      <a:r>
                        <a:rPr lang="en" sz="1600">
                          <a:solidFill>
                            <a:srgbClr val="0B5394"/>
                          </a:solidFill>
                        </a:rPr>
                        <a:t>, Total_Deal_Value, NCAA_ID, Agent_ID, Company_Name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Company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0B5394"/>
                          </a:solidFill>
                        </a:rPr>
                        <a:t>Company_Name</a:t>
                      </a:r>
                      <a:r>
                        <a:rPr lang="en" sz="1600">
                          <a:solidFill>
                            <a:srgbClr val="0B5394"/>
                          </a:solidFill>
                        </a:rPr>
                        <a:t>, Company_Revenue, City, State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</a:rPr>
                        <a:t>Social Media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0B5394"/>
                          </a:solidFill>
                        </a:rPr>
                        <a:t>Social_Media_Handle,</a:t>
                      </a:r>
                      <a:r>
                        <a:rPr lang="en" sz="1600">
                          <a:solidFill>
                            <a:srgbClr val="0B5394"/>
                          </a:solidFill>
                        </a:rPr>
                        <a:t> </a:t>
                      </a:r>
                      <a:r>
                        <a:rPr lang="en" sz="1600" u="sng">
                          <a:solidFill>
                            <a:srgbClr val="0B5394"/>
                          </a:solidFill>
                        </a:rPr>
                        <a:t>Platform</a:t>
                      </a:r>
                      <a:r>
                        <a:rPr lang="en" sz="1600">
                          <a:solidFill>
                            <a:srgbClr val="0B5394"/>
                          </a:solidFill>
                        </a:rPr>
                        <a:t>, Followers, NCAA_ID</a:t>
                      </a:r>
                      <a:endParaRPr>
                        <a:solidFill>
                          <a:srgbClr val="0B539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08" name="Google Shape;708;p57"/>
          <p:cNvCxnSpPr/>
          <p:nvPr/>
        </p:nvCxnSpPr>
        <p:spPr>
          <a:xfrm flipH="1" rot="10800000">
            <a:off x="5705475" y="3686100"/>
            <a:ext cx="933600" cy="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57"/>
          <p:cNvCxnSpPr/>
          <p:nvPr/>
        </p:nvCxnSpPr>
        <p:spPr>
          <a:xfrm flipH="1" rot="10800000">
            <a:off x="6715125" y="3686100"/>
            <a:ext cx="914400" cy="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57"/>
          <p:cNvCxnSpPr/>
          <p:nvPr/>
        </p:nvCxnSpPr>
        <p:spPr>
          <a:xfrm flipH="1" rot="10800000">
            <a:off x="2581275" y="3952800"/>
            <a:ext cx="1524000" cy="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57"/>
          <p:cNvCxnSpPr/>
          <p:nvPr/>
        </p:nvCxnSpPr>
        <p:spPr>
          <a:xfrm>
            <a:off x="6457950" y="4800600"/>
            <a:ext cx="1095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8"/>
          <p:cNvSpPr txBox="1"/>
          <p:nvPr>
            <p:ph idx="8" type="title"/>
          </p:nvPr>
        </p:nvSpPr>
        <p:spPr>
          <a:xfrm>
            <a:off x="720000" y="1779900"/>
            <a:ext cx="3166200" cy="1583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endParaRPr/>
          </a:p>
        </p:txBody>
      </p:sp>
      <p:sp>
        <p:nvSpPr>
          <p:cNvPr id="717" name="Google Shape;717;p58"/>
          <p:cNvSpPr txBox="1"/>
          <p:nvPr>
            <p:ph type="title"/>
          </p:nvPr>
        </p:nvSpPr>
        <p:spPr>
          <a:xfrm>
            <a:off x="4257547" y="13603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393A"/>
                </a:solidFill>
              </a:rPr>
              <a:t>Select</a:t>
            </a:r>
            <a:endParaRPr>
              <a:solidFill>
                <a:srgbClr val="08393A"/>
              </a:solidFill>
            </a:endParaRPr>
          </a:p>
        </p:txBody>
      </p:sp>
      <p:sp>
        <p:nvSpPr>
          <p:cNvPr id="718" name="Google Shape;718;p58"/>
          <p:cNvSpPr txBox="1"/>
          <p:nvPr>
            <p:ph idx="2" type="title"/>
          </p:nvPr>
        </p:nvSpPr>
        <p:spPr>
          <a:xfrm>
            <a:off x="4257547" y="34071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Where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19" name="Google Shape;719;p58"/>
          <p:cNvSpPr txBox="1"/>
          <p:nvPr>
            <p:ph idx="4" type="title"/>
          </p:nvPr>
        </p:nvSpPr>
        <p:spPr>
          <a:xfrm>
            <a:off x="6438697" y="13603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From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20" name="Google Shape;720;p58"/>
          <p:cNvSpPr txBox="1"/>
          <p:nvPr>
            <p:ph idx="6" type="title"/>
          </p:nvPr>
        </p:nvSpPr>
        <p:spPr>
          <a:xfrm>
            <a:off x="6438697" y="3407113"/>
            <a:ext cx="1990200" cy="52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Group By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721" name="Google Shape;721;p58"/>
          <p:cNvGrpSpPr/>
          <p:nvPr/>
        </p:nvGrpSpPr>
        <p:grpSpPr>
          <a:xfrm>
            <a:off x="4903614" y="2683068"/>
            <a:ext cx="698070" cy="724063"/>
            <a:chOff x="4903614" y="535006"/>
            <a:chExt cx="698070" cy="724063"/>
          </a:xfrm>
        </p:grpSpPr>
        <p:sp>
          <p:nvSpPr>
            <p:cNvPr id="722" name="Google Shape;722;p58"/>
            <p:cNvSpPr/>
            <p:nvPr/>
          </p:nvSpPr>
          <p:spPr>
            <a:xfrm>
              <a:off x="4903614" y="535006"/>
              <a:ext cx="676257" cy="724063"/>
            </a:xfrm>
            <a:custGeom>
              <a:rect b="b" l="l" r="r" t="t"/>
              <a:pathLst>
                <a:path extrusionOk="0" h="13974" w="13052">
                  <a:moveTo>
                    <a:pt x="10909" y="302"/>
                  </a:moveTo>
                  <a:cubicBezTo>
                    <a:pt x="11223" y="302"/>
                    <a:pt x="11539" y="395"/>
                    <a:pt x="11814" y="589"/>
                  </a:cubicBezTo>
                  <a:cubicBezTo>
                    <a:pt x="12532" y="1081"/>
                    <a:pt x="12701" y="2062"/>
                    <a:pt x="12209" y="2781"/>
                  </a:cubicBezTo>
                  <a:cubicBezTo>
                    <a:pt x="11901" y="3225"/>
                    <a:pt x="11403" y="3461"/>
                    <a:pt x="10900" y="3461"/>
                  </a:cubicBezTo>
                  <a:cubicBezTo>
                    <a:pt x="10736" y="3461"/>
                    <a:pt x="10571" y="3436"/>
                    <a:pt x="10412" y="3384"/>
                  </a:cubicBezTo>
                  <a:lnTo>
                    <a:pt x="10732" y="2919"/>
                  </a:lnTo>
                  <a:lnTo>
                    <a:pt x="10074" y="2470"/>
                  </a:lnTo>
                  <a:lnTo>
                    <a:pt x="9737" y="2949"/>
                  </a:lnTo>
                  <a:cubicBezTo>
                    <a:pt x="9245" y="2413"/>
                    <a:pt x="9174" y="1601"/>
                    <a:pt x="9609" y="980"/>
                  </a:cubicBezTo>
                  <a:cubicBezTo>
                    <a:pt x="9912" y="540"/>
                    <a:pt x="10407" y="302"/>
                    <a:pt x="10909" y="302"/>
                  </a:cubicBezTo>
                  <a:close/>
                  <a:moveTo>
                    <a:pt x="10907" y="1"/>
                  </a:moveTo>
                  <a:cubicBezTo>
                    <a:pt x="10313" y="1"/>
                    <a:pt x="9728" y="279"/>
                    <a:pt x="9356" y="798"/>
                  </a:cubicBezTo>
                  <a:cubicBezTo>
                    <a:pt x="8837" y="1557"/>
                    <a:pt x="8935" y="2568"/>
                    <a:pt x="9569" y="3202"/>
                  </a:cubicBezTo>
                  <a:lnTo>
                    <a:pt x="9485" y="3313"/>
                  </a:lnTo>
                  <a:cubicBezTo>
                    <a:pt x="8554" y="2757"/>
                    <a:pt x="7523" y="2489"/>
                    <a:pt x="6504" y="2489"/>
                  </a:cubicBezTo>
                  <a:cubicBezTo>
                    <a:pt x="4693" y="2489"/>
                    <a:pt x="2919" y="3338"/>
                    <a:pt x="1815" y="4928"/>
                  </a:cubicBezTo>
                  <a:cubicBezTo>
                    <a:pt x="1" y="7527"/>
                    <a:pt x="662" y="11111"/>
                    <a:pt x="3288" y="12935"/>
                  </a:cubicBezTo>
                  <a:cubicBezTo>
                    <a:pt x="4298" y="13636"/>
                    <a:pt x="5456" y="13974"/>
                    <a:pt x="6599" y="13974"/>
                  </a:cubicBezTo>
                  <a:cubicBezTo>
                    <a:pt x="8413" y="13974"/>
                    <a:pt x="10193" y="13125"/>
                    <a:pt x="11295" y="11533"/>
                  </a:cubicBezTo>
                  <a:cubicBezTo>
                    <a:pt x="12434" y="9901"/>
                    <a:pt x="12586" y="7892"/>
                    <a:pt x="11912" y="6165"/>
                  </a:cubicBezTo>
                  <a:lnTo>
                    <a:pt x="12249" y="6024"/>
                  </a:lnTo>
                  <a:lnTo>
                    <a:pt x="12013" y="5478"/>
                  </a:lnTo>
                  <a:lnTo>
                    <a:pt x="11659" y="5633"/>
                  </a:lnTo>
                  <a:cubicBezTo>
                    <a:pt x="11308" y="4928"/>
                    <a:pt x="10789" y="4298"/>
                    <a:pt x="10142" y="3779"/>
                  </a:cubicBezTo>
                  <a:lnTo>
                    <a:pt x="10243" y="3637"/>
                  </a:lnTo>
                  <a:cubicBezTo>
                    <a:pt x="10460" y="3723"/>
                    <a:pt x="10688" y="3764"/>
                    <a:pt x="10915" y="3764"/>
                  </a:cubicBezTo>
                  <a:cubicBezTo>
                    <a:pt x="11509" y="3764"/>
                    <a:pt x="12095" y="3480"/>
                    <a:pt x="12461" y="2963"/>
                  </a:cubicBezTo>
                  <a:cubicBezTo>
                    <a:pt x="13051" y="2106"/>
                    <a:pt x="12839" y="926"/>
                    <a:pt x="11983" y="336"/>
                  </a:cubicBezTo>
                  <a:cubicBezTo>
                    <a:pt x="11653" y="109"/>
                    <a:pt x="11278" y="1"/>
                    <a:pt x="10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58"/>
            <p:cNvSpPr/>
            <p:nvPr/>
          </p:nvSpPr>
          <p:spPr>
            <a:xfrm>
              <a:off x="4934183" y="690865"/>
              <a:ext cx="618071" cy="541208"/>
            </a:xfrm>
            <a:custGeom>
              <a:rect b="b" l="l" r="r" t="t"/>
              <a:pathLst>
                <a:path extrusionOk="0" h="10445" w="11929">
                  <a:moveTo>
                    <a:pt x="5910" y="0"/>
                  </a:moveTo>
                  <a:cubicBezTo>
                    <a:pt x="4264" y="0"/>
                    <a:pt x="2651" y="772"/>
                    <a:pt x="1646" y="2217"/>
                  </a:cubicBezTo>
                  <a:cubicBezTo>
                    <a:pt x="1" y="4577"/>
                    <a:pt x="604" y="7834"/>
                    <a:pt x="2995" y="9492"/>
                  </a:cubicBezTo>
                  <a:cubicBezTo>
                    <a:pt x="3920" y="10135"/>
                    <a:pt x="4976" y="10444"/>
                    <a:pt x="6019" y="10444"/>
                  </a:cubicBezTo>
                  <a:cubicBezTo>
                    <a:pt x="7666" y="10444"/>
                    <a:pt x="9278" y="9673"/>
                    <a:pt x="10284" y="8228"/>
                  </a:cubicBezTo>
                  <a:cubicBezTo>
                    <a:pt x="11929" y="5868"/>
                    <a:pt x="11322" y="2608"/>
                    <a:pt x="8935" y="953"/>
                  </a:cubicBezTo>
                  <a:cubicBezTo>
                    <a:pt x="8010" y="310"/>
                    <a:pt x="6953" y="0"/>
                    <a:pt x="5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58"/>
            <p:cNvSpPr/>
            <p:nvPr/>
          </p:nvSpPr>
          <p:spPr>
            <a:xfrm>
              <a:off x="4979260" y="729882"/>
              <a:ext cx="527762" cy="462967"/>
            </a:xfrm>
            <a:custGeom>
              <a:rect b="b" l="l" r="r" t="t"/>
              <a:pathLst>
                <a:path extrusionOk="0" h="8935" w="10186">
                  <a:moveTo>
                    <a:pt x="5058" y="1"/>
                  </a:moveTo>
                  <a:cubicBezTo>
                    <a:pt x="3642" y="1"/>
                    <a:pt x="2263" y="661"/>
                    <a:pt x="1406" y="1899"/>
                  </a:cubicBezTo>
                  <a:cubicBezTo>
                    <a:pt x="1" y="3922"/>
                    <a:pt x="506" y="6703"/>
                    <a:pt x="2559" y="8122"/>
                  </a:cubicBezTo>
                  <a:cubicBezTo>
                    <a:pt x="3345" y="8668"/>
                    <a:pt x="4245" y="8935"/>
                    <a:pt x="5128" y="8935"/>
                  </a:cubicBezTo>
                  <a:cubicBezTo>
                    <a:pt x="6548" y="8935"/>
                    <a:pt x="7923" y="8277"/>
                    <a:pt x="8783" y="7040"/>
                  </a:cubicBezTo>
                  <a:cubicBezTo>
                    <a:pt x="10186" y="5017"/>
                    <a:pt x="9680" y="2236"/>
                    <a:pt x="7644" y="817"/>
                  </a:cubicBezTo>
                  <a:cubicBezTo>
                    <a:pt x="6845" y="270"/>
                    <a:pt x="5944" y="1"/>
                    <a:pt x="50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8"/>
            <p:cNvSpPr/>
            <p:nvPr/>
          </p:nvSpPr>
          <p:spPr>
            <a:xfrm>
              <a:off x="5240602" y="946158"/>
              <a:ext cx="178390" cy="23265"/>
            </a:xfrm>
            <a:custGeom>
              <a:rect b="b" l="l" r="r" t="t"/>
              <a:pathLst>
                <a:path extrusionOk="0" h="449" w="3443">
                  <a:moveTo>
                    <a:pt x="3442" y="0"/>
                  </a:moveTo>
                  <a:lnTo>
                    <a:pt x="0" y="182"/>
                  </a:lnTo>
                  <a:lnTo>
                    <a:pt x="31" y="449"/>
                  </a:lnTo>
                  <a:lnTo>
                    <a:pt x="3442" y="0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58"/>
            <p:cNvSpPr/>
            <p:nvPr/>
          </p:nvSpPr>
          <p:spPr>
            <a:xfrm>
              <a:off x="5132107" y="940924"/>
              <a:ext cx="134713" cy="46685"/>
            </a:xfrm>
            <a:custGeom>
              <a:rect b="b" l="l" r="r" t="t"/>
              <a:pathLst>
                <a:path extrusionOk="0" h="901" w="2600">
                  <a:moveTo>
                    <a:pt x="2176" y="0"/>
                  </a:moveTo>
                  <a:cubicBezTo>
                    <a:pt x="2159" y="0"/>
                    <a:pt x="2142" y="1"/>
                    <a:pt x="2125" y="4"/>
                  </a:cubicBezTo>
                  <a:cubicBezTo>
                    <a:pt x="1939" y="17"/>
                    <a:pt x="1801" y="142"/>
                    <a:pt x="1757" y="297"/>
                  </a:cubicBezTo>
                  <a:lnTo>
                    <a:pt x="1" y="341"/>
                  </a:lnTo>
                  <a:lnTo>
                    <a:pt x="58" y="900"/>
                  </a:lnTo>
                  <a:lnTo>
                    <a:pt x="1787" y="607"/>
                  </a:lnTo>
                  <a:cubicBezTo>
                    <a:pt x="1866" y="751"/>
                    <a:pt x="2003" y="834"/>
                    <a:pt x="2171" y="834"/>
                  </a:cubicBezTo>
                  <a:cubicBezTo>
                    <a:pt x="2183" y="834"/>
                    <a:pt x="2196" y="834"/>
                    <a:pt x="2209" y="833"/>
                  </a:cubicBezTo>
                  <a:cubicBezTo>
                    <a:pt x="2431" y="816"/>
                    <a:pt x="2600" y="607"/>
                    <a:pt x="2573" y="381"/>
                  </a:cubicBezTo>
                  <a:cubicBezTo>
                    <a:pt x="2560" y="161"/>
                    <a:pt x="2379" y="0"/>
                    <a:pt x="21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58"/>
            <p:cNvSpPr/>
            <p:nvPr/>
          </p:nvSpPr>
          <p:spPr>
            <a:xfrm>
              <a:off x="5237804" y="820351"/>
              <a:ext cx="128754" cy="113060"/>
            </a:xfrm>
            <a:custGeom>
              <a:rect b="b" l="l" r="r" t="t"/>
              <a:pathLst>
                <a:path extrusionOk="0" h="2182" w="2485">
                  <a:moveTo>
                    <a:pt x="1243" y="0"/>
                  </a:moveTo>
                  <a:cubicBezTo>
                    <a:pt x="898" y="0"/>
                    <a:pt x="558" y="160"/>
                    <a:pt x="351" y="463"/>
                  </a:cubicBezTo>
                  <a:cubicBezTo>
                    <a:pt x="0" y="969"/>
                    <a:pt x="125" y="1643"/>
                    <a:pt x="617" y="1994"/>
                  </a:cubicBezTo>
                  <a:cubicBezTo>
                    <a:pt x="803" y="2121"/>
                    <a:pt x="1017" y="2182"/>
                    <a:pt x="1229" y="2182"/>
                  </a:cubicBezTo>
                  <a:cubicBezTo>
                    <a:pt x="1579" y="2182"/>
                    <a:pt x="1925" y="2017"/>
                    <a:pt x="2134" y="1710"/>
                  </a:cubicBezTo>
                  <a:cubicBezTo>
                    <a:pt x="2485" y="1221"/>
                    <a:pt x="2360" y="547"/>
                    <a:pt x="1868" y="193"/>
                  </a:cubicBezTo>
                  <a:cubicBezTo>
                    <a:pt x="1678" y="63"/>
                    <a:pt x="1460" y="0"/>
                    <a:pt x="1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58"/>
            <p:cNvSpPr/>
            <p:nvPr/>
          </p:nvSpPr>
          <p:spPr>
            <a:xfrm>
              <a:off x="5251586" y="832113"/>
              <a:ext cx="101915" cy="89692"/>
            </a:xfrm>
            <a:custGeom>
              <a:rect b="b" l="l" r="r" t="t"/>
              <a:pathLst>
                <a:path extrusionOk="0" h="1731" w="1967">
                  <a:moveTo>
                    <a:pt x="985" y="0"/>
                  </a:moveTo>
                  <a:cubicBezTo>
                    <a:pt x="707" y="0"/>
                    <a:pt x="432" y="131"/>
                    <a:pt x="267" y="374"/>
                  </a:cubicBezTo>
                  <a:cubicBezTo>
                    <a:pt x="1" y="769"/>
                    <a:pt x="85" y="1301"/>
                    <a:pt x="476" y="1568"/>
                  </a:cubicBezTo>
                  <a:cubicBezTo>
                    <a:pt x="629" y="1678"/>
                    <a:pt x="806" y="1730"/>
                    <a:pt x="980" y="1730"/>
                  </a:cubicBezTo>
                  <a:cubicBezTo>
                    <a:pt x="1255" y="1730"/>
                    <a:pt x="1523" y="1600"/>
                    <a:pt x="1686" y="1359"/>
                  </a:cubicBezTo>
                  <a:cubicBezTo>
                    <a:pt x="1966" y="964"/>
                    <a:pt x="1868" y="431"/>
                    <a:pt x="1474" y="152"/>
                  </a:cubicBezTo>
                  <a:cubicBezTo>
                    <a:pt x="1326" y="49"/>
                    <a:pt x="1154" y="0"/>
                    <a:pt x="9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9" name="Google Shape;729;p58"/>
            <p:cNvGrpSpPr/>
            <p:nvPr/>
          </p:nvGrpSpPr>
          <p:grpSpPr>
            <a:xfrm>
              <a:off x="5070968" y="776515"/>
              <a:ext cx="345900" cy="354518"/>
              <a:chOff x="5070968" y="776515"/>
              <a:chExt cx="345900" cy="354518"/>
            </a:xfrm>
          </p:grpSpPr>
          <p:sp>
            <p:nvSpPr>
              <p:cNvPr id="730" name="Google Shape;730;p58"/>
              <p:cNvSpPr/>
              <p:nvPr/>
            </p:nvSpPr>
            <p:spPr>
              <a:xfrm>
                <a:off x="5327233" y="776515"/>
                <a:ext cx="47408" cy="61919"/>
              </a:xfrm>
              <a:custGeom>
                <a:rect b="b" l="l" r="r" t="t"/>
                <a:pathLst>
                  <a:path extrusionOk="0" h="1195" w="915">
                    <a:moveTo>
                      <a:pt x="732" y="1"/>
                    </a:moveTo>
                    <a:lnTo>
                      <a:pt x="0" y="1070"/>
                    </a:lnTo>
                    <a:lnTo>
                      <a:pt x="169" y="1194"/>
                    </a:lnTo>
                    <a:lnTo>
                      <a:pt x="914" y="129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58"/>
              <p:cNvSpPr/>
              <p:nvPr/>
            </p:nvSpPr>
            <p:spPr>
              <a:xfrm>
                <a:off x="5122677" y="1085229"/>
                <a:ext cx="37253" cy="45804"/>
              </a:xfrm>
              <a:custGeom>
                <a:rect b="b" l="l" r="r" t="t"/>
                <a:pathLst>
                  <a:path extrusionOk="0" h="884" w="719">
                    <a:moveTo>
                      <a:pt x="537" y="0"/>
                    </a:moveTo>
                    <a:lnTo>
                      <a:pt x="0" y="759"/>
                    </a:lnTo>
                    <a:lnTo>
                      <a:pt x="183" y="883"/>
                    </a:lnTo>
                    <a:lnTo>
                      <a:pt x="719" y="125"/>
                    </a:lnTo>
                    <a:lnTo>
                      <a:pt x="5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58"/>
              <p:cNvSpPr/>
              <p:nvPr/>
            </p:nvSpPr>
            <p:spPr>
              <a:xfrm>
                <a:off x="5070968" y="839056"/>
                <a:ext cx="46010" cy="37255"/>
              </a:xfrm>
              <a:custGeom>
                <a:rect b="b" l="l" r="r" t="t"/>
                <a:pathLst>
                  <a:path extrusionOk="0" h="719" w="888">
                    <a:moveTo>
                      <a:pt x="129" y="1"/>
                    </a:moveTo>
                    <a:lnTo>
                      <a:pt x="1" y="186"/>
                    </a:lnTo>
                    <a:lnTo>
                      <a:pt x="759" y="719"/>
                    </a:lnTo>
                    <a:lnTo>
                      <a:pt x="887" y="537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58"/>
              <p:cNvSpPr/>
              <p:nvPr/>
            </p:nvSpPr>
            <p:spPr>
              <a:xfrm>
                <a:off x="5370911" y="1047974"/>
                <a:ext cx="45958" cy="37307"/>
              </a:xfrm>
              <a:custGeom>
                <a:rect b="b" l="l" r="r" t="t"/>
                <a:pathLst>
                  <a:path extrusionOk="0" h="720" w="887">
                    <a:moveTo>
                      <a:pt x="128" y="1"/>
                    </a:moveTo>
                    <a:lnTo>
                      <a:pt x="0" y="183"/>
                    </a:lnTo>
                    <a:lnTo>
                      <a:pt x="772" y="719"/>
                    </a:lnTo>
                    <a:lnTo>
                      <a:pt x="887" y="537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4" name="Google Shape;734;p58"/>
            <p:cNvSpPr/>
            <p:nvPr/>
          </p:nvSpPr>
          <p:spPr>
            <a:xfrm>
              <a:off x="5255265" y="758380"/>
              <a:ext cx="9482" cy="32695"/>
            </a:xfrm>
            <a:custGeom>
              <a:rect b="b" l="l" r="r" t="t"/>
              <a:pathLst>
                <a:path extrusionOk="0" h="631" w="183">
                  <a:moveTo>
                    <a:pt x="41" y="0"/>
                  </a:moveTo>
                  <a:lnTo>
                    <a:pt x="0" y="631"/>
                  </a:lnTo>
                  <a:lnTo>
                    <a:pt x="125" y="631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105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5" name="Google Shape;735;p58"/>
            <p:cNvGrpSpPr/>
            <p:nvPr/>
          </p:nvGrpSpPr>
          <p:grpSpPr>
            <a:xfrm>
              <a:off x="5038326" y="757655"/>
              <a:ext cx="409111" cy="409028"/>
              <a:chOff x="5038326" y="757655"/>
              <a:chExt cx="409111" cy="409028"/>
            </a:xfrm>
          </p:grpSpPr>
          <p:sp>
            <p:nvSpPr>
              <p:cNvPr id="736" name="Google Shape;736;p58"/>
              <p:cNvSpPr/>
              <p:nvPr/>
            </p:nvSpPr>
            <p:spPr>
              <a:xfrm>
                <a:off x="5055787" y="871907"/>
                <a:ext cx="32694" cy="20519"/>
              </a:xfrm>
              <a:custGeom>
                <a:rect b="b" l="l" r="r" t="t"/>
                <a:pathLst>
                  <a:path extrusionOk="0" h="396" w="631">
                    <a:moveTo>
                      <a:pt x="58" y="1"/>
                    </a:moveTo>
                    <a:lnTo>
                      <a:pt x="0" y="125"/>
                    </a:lnTo>
                    <a:lnTo>
                      <a:pt x="577" y="395"/>
                    </a:lnTo>
                    <a:lnTo>
                      <a:pt x="631" y="267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58"/>
              <p:cNvSpPr/>
              <p:nvPr/>
            </p:nvSpPr>
            <p:spPr>
              <a:xfrm>
                <a:off x="5044077" y="905431"/>
                <a:ext cx="33575" cy="15285"/>
              </a:xfrm>
              <a:custGeom>
                <a:rect b="b" l="l" r="r" t="t"/>
                <a:pathLst>
                  <a:path extrusionOk="0" h="295" w="648">
                    <a:moveTo>
                      <a:pt x="44" y="1"/>
                    </a:moveTo>
                    <a:lnTo>
                      <a:pt x="0" y="126"/>
                    </a:lnTo>
                    <a:lnTo>
                      <a:pt x="621" y="294"/>
                    </a:lnTo>
                    <a:lnTo>
                      <a:pt x="648" y="153"/>
                    </a:lnTo>
                    <a:lnTo>
                      <a:pt x="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58"/>
              <p:cNvSpPr/>
              <p:nvPr/>
            </p:nvSpPr>
            <p:spPr>
              <a:xfrm>
                <a:off x="5038326" y="940406"/>
                <a:ext cx="33575" cy="9482"/>
              </a:xfrm>
              <a:custGeom>
                <a:rect b="b" l="l" r="r" t="t"/>
                <a:pathLst>
                  <a:path extrusionOk="0" h="183" w="648">
                    <a:moveTo>
                      <a:pt x="14" y="0"/>
                    </a:moveTo>
                    <a:lnTo>
                      <a:pt x="0" y="138"/>
                    </a:lnTo>
                    <a:lnTo>
                      <a:pt x="631" y="182"/>
                    </a:lnTo>
                    <a:lnTo>
                      <a:pt x="647" y="5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58"/>
              <p:cNvSpPr/>
              <p:nvPr/>
            </p:nvSpPr>
            <p:spPr>
              <a:xfrm>
                <a:off x="5038326" y="973050"/>
                <a:ext cx="33575" cy="10208"/>
              </a:xfrm>
              <a:custGeom>
                <a:rect b="b" l="l" r="r" t="t"/>
                <a:pathLst>
                  <a:path extrusionOk="0" h="197" w="648">
                    <a:moveTo>
                      <a:pt x="631" y="1"/>
                    </a:moveTo>
                    <a:lnTo>
                      <a:pt x="0" y="58"/>
                    </a:lnTo>
                    <a:lnTo>
                      <a:pt x="14" y="196"/>
                    </a:lnTo>
                    <a:lnTo>
                      <a:pt x="647" y="142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58"/>
              <p:cNvSpPr/>
              <p:nvPr/>
            </p:nvSpPr>
            <p:spPr>
              <a:xfrm>
                <a:off x="5044077" y="1002947"/>
                <a:ext cx="33575" cy="15234"/>
              </a:xfrm>
              <a:custGeom>
                <a:rect b="b" l="l" r="r" t="t"/>
                <a:pathLst>
                  <a:path extrusionOk="0" h="294" w="648">
                    <a:moveTo>
                      <a:pt x="604" y="0"/>
                    </a:moveTo>
                    <a:lnTo>
                      <a:pt x="0" y="155"/>
                    </a:lnTo>
                    <a:lnTo>
                      <a:pt x="31" y="293"/>
                    </a:lnTo>
                    <a:lnTo>
                      <a:pt x="648" y="125"/>
                    </a:lnTo>
                    <a:lnTo>
                      <a:pt x="6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58"/>
              <p:cNvSpPr/>
              <p:nvPr/>
            </p:nvSpPr>
            <p:spPr>
              <a:xfrm>
                <a:off x="5055787" y="1031238"/>
                <a:ext cx="32694" cy="20467"/>
              </a:xfrm>
              <a:custGeom>
                <a:rect b="b" l="l" r="r" t="t"/>
                <a:pathLst>
                  <a:path extrusionOk="0" h="395" w="631">
                    <a:moveTo>
                      <a:pt x="577" y="0"/>
                    </a:moveTo>
                    <a:lnTo>
                      <a:pt x="0" y="270"/>
                    </a:lnTo>
                    <a:lnTo>
                      <a:pt x="58" y="395"/>
                    </a:lnTo>
                    <a:lnTo>
                      <a:pt x="631" y="115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58"/>
              <p:cNvSpPr/>
              <p:nvPr/>
            </p:nvSpPr>
            <p:spPr>
              <a:xfrm>
                <a:off x="5072522" y="1057404"/>
                <a:ext cx="31347" cy="24871"/>
              </a:xfrm>
              <a:custGeom>
                <a:rect b="b" l="l" r="r" t="t"/>
                <a:pathLst>
                  <a:path extrusionOk="0" h="480" w="605">
                    <a:moveTo>
                      <a:pt x="520" y="1"/>
                    </a:moveTo>
                    <a:lnTo>
                      <a:pt x="1" y="368"/>
                    </a:lnTo>
                    <a:lnTo>
                      <a:pt x="85" y="480"/>
                    </a:lnTo>
                    <a:lnTo>
                      <a:pt x="604" y="116"/>
                    </a:lnTo>
                    <a:lnTo>
                      <a:pt x="5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58"/>
              <p:cNvSpPr/>
              <p:nvPr/>
            </p:nvSpPr>
            <p:spPr>
              <a:xfrm>
                <a:off x="5095061" y="1080825"/>
                <a:ext cx="28341" cy="28343"/>
              </a:xfrm>
              <a:custGeom>
                <a:rect b="b" l="l" r="r" t="t"/>
                <a:pathLst>
                  <a:path extrusionOk="0" h="547" w="547">
                    <a:moveTo>
                      <a:pt x="449" y="1"/>
                    </a:moveTo>
                    <a:lnTo>
                      <a:pt x="1" y="449"/>
                    </a:lnTo>
                    <a:lnTo>
                      <a:pt x="99" y="547"/>
                    </a:lnTo>
                    <a:lnTo>
                      <a:pt x="547" y="99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58"/>
              <p:cNvSpPr/>
              <p:nvPr/>
            </p:nvSpPr>
            <p:spPr>
              <a:xfrm>
                <a:off x="5152521" y="1116474"/>
                <a:ext cx="20518" cy="32695"/>
              </a:xfrm>
              <a:custGeom>
                <a:rect b="b" l="l" r="r" t="t"/>
                <a:pathLst>
                  <a:path extrusionOk="0" h="631" w="396">
                    <a:moveTo>
                      <a:pt x="267" y="1"/>
                    </a:moveTo>
                    <a:lnTo>
                      <a:pt x="1" y="577"/>
                    </a:lnTo>
                    <a:lnTo>
                      <a:pt x="129" y="631"/>
                    </a:lnTo>
                    <a:lnTo>
                      <a:pt x="395" y="58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58"/>
              <p:cNvSpPr/>
              <p:nvPr/>
            </p:nvSpPr>
            <p:spPr>
              <a:xfrm>
                <a:off x="5186095" y="1127303"/>
                <a:ext cx="15233" cy="33576"/>
              </a:xfrm>
              <a:custGeom>
                <a:rect b="b" l="l" r="r" t="t"/>
                <a:pathLst>
                  <a:path extrusionOk="0" h="648" w="294">
                    <a:moveTo>
                      <a:pt x="155" y="1"/>
                    </a:moveTo>
                    <a:lnTo>
                      <a:pt x="0" y="607"/>
                    </a:lnTo>
                    <a:lnTo>
                      <a:pt x="125" y="648"/>
                    </a:lnTo>
                    <a:lnTo>
                      <a:pt x="294" y="31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58"/>
              <p:cNvSpPr/>
              <p:nvPr/>
            </p:nvSpPr>
            <p:spPr>
              <a:xfrm>
                <a:off x="5221017" y="1133262"/>
                <a:ext cx="9482" cy="33421"/>
              </a:xfrm>
              <a:custGeom>
                <a:rect b="b" l="l" r="r" t="t"/>
                <a:pathLst>
                  <a:path extrusionOk="0" h="645" w="183">
                    <a:moveTo>
                      <a:pt x="55" y="0"/>
                    </a:moveTo>
                    <a:lnTo>
                      <a:pt x="1" y="631"/>
                    </a:lnTo>
                    <a:lnTo>
                      <a:pt x="139" y="644"/>
                    </a:lnTo>
                    <a:lnTo>
                      <a:pt x="183" y="14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58"/>
              <p:cNvSpPr/>
              <p:nvPr/>
            </p:nvSpPr>
            <p:spPr>
              <a:xfrm>
                <a:off x="5253711" y="1133262"/>
                <a:ext cx="10311" cy="33421"/>
              </a:xfrm>
              <a:custGeom>
                <a:rect b="b" l="l" r="r" t="t"/>
                <a:pathLst>
                  <a:path extrusionOk="0" h="645" w="199">
                    <a:moveTo>
                      <a:pt x="128" y="0"/>
                    </a:moveTo>
                    <a:lnTo>
                      <a:pt x="0" y="14"/>
                    </a:lnTo>
                    <a:lnTo>
                      <a:pt x="57" y="644"/>
                    </a:lnTo>
                    <a:lnTo>
                      <a:pt x="199" y="631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58"/>
              <p:cNvSpPr/>
              <p:nvPr/>
            </p:nvSpPr>
            <p:spPr>
              <a:xfrm>
                <a:off x="5282881" y="1127303"/>
                <a:ext cx="16114" cy="33576"/>
              </a:xfrm>
              <a:custGeom>
                <a:rect b="b" l="l" r="r" t="t"/>
                <a:pathLst>
                  <a:path extrusionOk="0" h="648" w="311">
                    <a:moveTo>
                      <a:pt x="142" y="1"/>
                    </a:moveTo>
                    <a:lnTo>
                      <a:pt x="0" y="44"/>
                    </a:lnTo>
                    <a:lnTo>
                      <a:pt x="169" y="648"/>
                    </a:lnTo>
                    <a:lnTo>
                      <a:pt x="310" y="621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58"/>
              <p:cNvSpPr/>
              <p:nvPr/>
            </p:nvSpPr>
            <p:spPr>
              <a:xfrm>
                <a:off x="5311171" y="1116474"/>
                <a:ext cx="20466" cy="32695"/>
              </a:xfrm>
              <a:custGeom>
                <a:rect b="b" l="l" r="r" t="t"/>
                <a:pathLst>
                  <a:path extrusionOk="0" h="631" w="395">
                    <a:moveTo>
                      <a:pt x="128" y="1"/>
                    </a:moveTo>
                    <a:lnTo>
                      <a:pt x="0" y="58"/>
                    </a:lnTo>
                    <a:lnTo>
                      <a:pt x="283" y="631"/>
                    </a:lnTo>
                    <a:lnTo>
                      <a:pt x="395" y="577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58"/>
              <p:cNvSpPr/>
              <p:nvPr/>
            </p:nvSpPr>
            <p:spPr>
              <a:xfrm>
                <a:off x="5338217" y="1101085"/>
                <a:ext cx="24715" cy="31504"/>
              </a:xfrm>
              <a:custGeom>
                <a:rect b="b" l="l" r="r" t="t"/>
                <a:pathLst>
                  <a:path extrusionOk="0" h="608" w="477">
                    <a:moveTo>
                      <a:pt x="112" y="1"/>
                    </a:moveTo>
                    <a:lnTo>
                      <a:pt x="1" y="85"/>
                    </a:lnTo>
                    <a:lnTo>
                      <a:pt x="365" y="608"/>
                    </a:lnTo>
                    <a:lnTo>
                      <a:pt x="476" y="523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58"/>
              <p:cNvSpPr/>
              <p:nvPr/>
            </p:nvSpPr>
            <p:spPr>
              <a:xfrm>
                <a:off x="5361481" y="1081550"/>
                <a:ext cx="28341" cy="28343"/>
              </a:xfrm>
              <a:custGeom>
                <a:rect b="b" l="l" r="r" t="t"/>
                <a:pathLst>
                  <a:path extrusionOk="0" h="547" w="547">
                    <a:moveTo>
                      <a:pt x="98" y="0"/>
                    </a:moveTo>
                    <a:lnTo>
                      <a:pt x="0" y="98"/>
                    </a:lnTo>
                    <a:lnTo>
                      <a:pt x="449" y="546"/>
                    </a:lnTo>
                    <a:lnTo>
                      <a:pt x="546" y="44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58"/>
              <p:cNvSpPr/>
              <p:nvPr/>
            </p:nvSpPr>
            <p:spPr>
              <a:xfrm>
                <a:off x="5396402" y="1032119"/>
                <a:ext cx="33575" cy="20311"/>
              </a:xfrm>
              <a:custGeom>
                <a:rect b="b" l="l" r="r" t="t"/>
                <a:pathLst>
                  <a:path extrusionOk="0" h="392" w="648">
                    <a:moveTo>
                      <a:pt x="58" y="0"/>
                    </a:moveTo>
                    <a:lnTo>
                      <a:pt x="0" y="125"/>
                    </a:lnTo>
                    <a:lnTo>
                      <a:pt x="577" y="391"/>
                    </a:lnTo>
                    <a:lnTo>
                      <a:pt x="648" y="266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58"/>
              <p:cNvSpPr/>
              <p:nvPr/>
            </p:nvSpPr>
            <p:spPr>
              <a:xfrm>
                <a:off x="5407231" y="1003620"/>
                <a:ext cx="34300" cy="15441"/>
              </a:xfrm>
              <a:custGeom>
                <a:rect b="b" l="l" r="r" t="t"/>
                <a:pathLst>
                  <a:path extrusionOk="0" h="298" w="662">
                    <a:moveTo>
                      <a:pt x="44" y="1"/>
                    </a:moveTo>
                    <a:lnTo>
                      <a:pt x="1" y="142"/>
                    </a:lnTo>
                    <a:lnTo>
                      <a:pt x="621" y="297"/>
                    </a:lnTo>
                    <a:lnTo>
                      <a:pt x="661" y="169"/>
                    </a:lnTo>
                    <a:lnTo>
                      <a:pt x="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58"/>
              <p:cNvSpPr/>
              <p:nvPr/>
            </p:nvSpPr>
            <p:spPr>
              <a:xfrm>
                <a:off x="5413863" y="974449"/>
                <a:ext cx="32746" cy="9638"/>
              </a:xfrm>
              <a:custGeom>
                <a:rect b="b" l="l" r="r" t="t"/>
                <a:pathLst>
                  <a:path extrusionOk="0" h="186" w="632">
                    <a:moveTo>
                      <a:pt x="1" y="1"/>
                    </a:moveTo>
                    <a:lnTo>
                      <a:pt x="1" y="129"/>
                    </a:lnTo>
                    <a:lnTo>
                      <a:pt x="631" y="186"/>
                    </a:lnTo>
                    <a:lnTo>
                      <a:pt x="631" y="5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58"/>
              <p:cNvSpPr/>
              <p:nvPr/>
            </p:nvSpPr>
            <p:spPr>
              <a:xfrm>
                <a:off x="5413863" y="941805"/>
                <a:ext cx="33575" cy="9482"/>
              </a:xfrm>
              <a:custGeom>
                <a:rect b="b" l="l" r="r" t="t"/>
                <a:pathLst>
                  <a:path extrusionOk="0" h="183" w="648">
                    <a:moveTo>
                      <a:pt x="631" y="0"/>
                    </a:moveTo>
                    <a:lnTo>
                      <a:pt x="1" y="57"/>
                    </a:lnTo>
                    <a:lnTo>
                      <a:pt x="14" y="182"/>
                    </a:lnTo>
                    <a:lnTo>
                      <a:pt x="648" y="125"/>
                    </a:lnTo>
                    <a:lnTo>
                      <a:pt x="6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58"/>
              <p:cNvSpPr/>
              <p:nvPr/>
            </p:nvSpPr>
            <p:spPr>
              <a:xfrm>
                <a:off x="5408112" y="906156"/>
                <a:ext cx="33419" cy="15959"/>
              </a:xfrm>
              <a:custGeom>
                <a:rect b="b" l="l" r="r" t="t"/>
                <a:pathLst>
                  <a:path extrusionOk="0" h="308" w="645">
                    <a:moveTo>
                      <a:pt x="604" y="0"/>
                    </a:moveTo>
                    <a:lnTo>
                      <a:pt x="0" y="169"/>
                    </a:lnTo>
                    <a:lnTo>
                      <a:pt x="27" y="307"/>
                    </a:lnTo>
                    <a:lnTo>
                      <a:pt x="644" y="139"/>
                    </a:lnTo>
                    <a:lnTo>
                      <a:pt x="6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58"/>
              <p:cNvSpPr/>
              <p:nvPr/>
            </p:nvSpPr>
            <p:spPr>
              <a:xfrm>
                <a:off x="5397076" y="873306"/>
                <a:ext cx="32901" cy="20467"/>
              </a:xfrm>
              <a:custGeom>
                <a:rect b="b" l="l" r="r" t="t"/>
                <a:pathLst>
                  <a:path extrusionOk="0" h="395" w="635">
                    <a:moveTo>
                      <a:pt x="577" y="1"/>
                    </a:moveTo>
                    <a:lnTo>
                      <a:pt x="1" y="267"/>
                    </a:lnTo>
                    <a:lnTo>
                      <a:pt x="58" y="395"/>
                    </a:lnTo>
                    <a:lnTo>
                      <a:pt x="635" y="115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58"/>
              <p:cNvSpPr/>
              <p:nvPr/>
            </p:nvSpPr>
            <p:spPr>
              <a:xfrm>
                <a:off x="5381895" y="842061"/>
                <a:ext cx="31347" cy="24819"/>
              </a:xfrm>
              <a:custGeom>
                <a:rect b="b" l="l" r="r" t="t"/>
                <a:pathLst>
                  <a:path extrusionOk="0" h="479" w="605">
                    <a:moveTo>
                      <a:pt x="520" y="0"/>
                    </a:moveTo>
                    <a:lnTo>
                      <a:pt x="1" y="364"/>
                    </a:lnTo>
                    <a:lnTo>
                      <a:pt x="85" y="479"/>
                    </a:lnTo>
                    <a:lnTo>
                      <a:pt x="604" y="111"/>
                    </a:lnTo>
                    <a:lnTo>
                      <a:pt x="5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58"/>
              <p:cNvSpPr/>
              <p:nvPr/>
            </p:nvSpPr>
            <p:spPr>
              <a:xfrm>
                <a:off x="5362154" y="815118"/>
                <a:ext cx="28549" cy="28395"/>
              </a:xfrm>
              <a:custGeom>
                <a:rect b="b" l="l" r="r" t="t"/>
                <a:pathLst>
                  <a:path extrusionOk="0" h="548" w="551">
                    <a:moveTo>
                      <a:pt x="449" y="1"/>
                    </a:moveTo>
                    <a:lnTo>
                      <a:pt x="1" y="449"/>
                    </a:lnTo>
                    <a:lnTo>
                      <a:pt x="98" y="547"/>
                    </a:lnTo>
                    <a:lnTo>
                      <a:pt x="550" y="99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58"/>
              <p:cNvSpPr/>
              <p:nvPr/>
            </p:nvSpPr>
            <p:spPr>
              <a:xfrm>
                <a:off x="5312725" y="775842"/>
                <a:ext cx="20311" cy="32695"/>
              </a:xfrm>
              <a:custGeom>
                <a:rect b="b" l="l" r="r" t="t"/>
                <a:pathLst>
                  <a:path extrusionOk="0" h="631" w="392">
                    <a:moveTo>
                      <a:pt x="267" y="0"/>
                    </a:moveTo>
                    <a:lnTo>
                      <a:pt x="1" y="577"/>
                    </a:lnTo>
                    <a:lnTo>
                      <a:pt x="125" y="631"/>
                    </a:lnTo>
                    <a:lnTo>
                      <a:pt x="392" y="58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58"/>
              <p:cNvSpPr/>
              <p:nvPr/>
            </p:nvSpPr>
            <p:spPr>
              <a:xfrm>
                <a:off x="5284280" y="763406"/>
                <a:ext cx="15388" cy="34302"/>
              </a:xfrm>
              <a:custGeom>
                <a:rect b="b" l="l" r="r" t="t"/>
                <a:pathLst>
                  <a:path extrusionOk="0" h="662" w="297">
                    <a:moveTo>
                      <a:pt x="169" y="1"/>
                    </a:moveTo>
                    <a:lnTo>
                      <a:pt x="0" y="618"/>
                    </a:lnTo>
                    <a:lnTo>
                      <a:pt x="142" y="662"/>
                    </a:lnTo>
                    <a:lnTo>
                      <a:pt x="297" y="45"/>
                    </a:lnTo>
                    <a:lnTo>
                      <a:pt x="16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58"/>
              <p:cNvSpPr/>
              <p:nvPr/>
            </p:nvSpPr>
            <p:spPr>
              <a:xfrm>
                <a:off x="5221742" y="757655"/>
                <a:ext cx="10155" cy="33421"/>
              </a:xfrm>
              <a:custGeom>
                <a:rect b="b" l="l" r="r" t="t"/>
                <a:pathLst>
                  <a:path extrusionOk="0" h="645" w="196">
                    <a:moveTo>
                      <a:pt x="142" y="1"/>
                    </a:moveTo>
                    <a:lnTo>
                      <a:pt x="0" y="14"/>
                    </a:lnTo>
                    <a:lnTo>
                      <a:pt x="57" y="645"/>
                    </a:lnTo>
                    <a:lnTo>
                      <a:pt x="196" y="631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58"/>
              <p:cNvSpPr/>
              <p:nvPr/>
            </p:nvSpPr>
            <p:spPr>
              <a:xfrm>
                <a:off x="5186769" y="763406"/>
                <a:ext cx="15285" cy="33628"/>
              </a:xfrm>
              <a:custGeom>
                <a:rect b="b" l="l" r="r" t="t"/>
                <a:pathLst>
                  <a:path extrusionOk="0" h="649" w="295">
                    <a:moveTo>
                      <a:pt x="142" y="1"/>
                    </a:moveTo>
                    <a:lnTo>
                      <a:pt x="1" y="45"/>
                    </a:lnTo>
                    <a:lnTo>
                      <a:pt x="169" y="648"/>
                    </a:lnTo>
                    <a:lnTo>
                      <a:pt x="294" y="618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58"/>
              <p:cNvSpPr/>
              <p:nvPr/>
            </p:nvSpPr>
            <p:spPr>
              <a:xfrm>
                <a:off x="5153246" y="775116"/>
                <a:ext cx="20466" cy="32747"/>
              </a:xfrm>
              <a:custGeom>
                <a:rect b="b" l="l" r="r" t="t"/>
                <a:pathLst>
                  <a:path extrusionOk="0" h="632" w="395">
                    <a:moveTo>
                      <a:pt x="129" y="1"/>
                    </a:moveTo>
                    <a:lnTo>
                      <a:pt x="0" y="55"/>
                    </a:lnTo>
                    <a:lnTo>
                      <a:pt x="284" y="631"/>
                    </a:lnTo>
                    <a:lnTo>
                      <a:pt x="395" y="577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58"/>
              <p:cNvSpPr/>
              <p:nvPr/>
            </p:nvSpPr>
            <p:spPr>
              <a:xfrm>
                <a:off x="5122677" y="791904"/>
                <a:ext cx="24870" cy="31296"/>
              </a:xfrm>
              <a:custGeom>
                <a:rect b="b" l="l" r="r" t="t"/>
                <a:pathLst>
                  <a:path extrusionOk="0" h="604" w="480">
                    <a:moveTo>
                      <a:pt x="115" y="0"/>
                    </a:moveTo>
                    <a:lnTo>
                      <a:pt x="0" y="85"/>
                    </a:lnTo>
                    <a:lnTo>
                      <a:pt x="368" y="604"/>
                    </a:lnTo>
                    <a:lnTo>
                      <a:pt x="479" y="52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58"/>
              <p:cNvSpPr/>
              <p:nvPr/>
            </p:nvSpPr>
            <p:spPr>
              <a:xfrm>
                <a:off x="5095786" y="814444"/>
                <a:ext cx="28497" cy="28343"/>
              </a:xfrm>
              <a:custGeom>
                <a:rect b="b" l="l" r="r" t="t"/>
                <a:pathLst>
                  <a:path extrusionOk="0" h="547" w="550">
                    <a:moveTo>
                      <a:pt x="98" y="0"/>
                    </a:moveTo>
                    <a:lnTo>
                      <a:pt x="0" y="98"/>
                    </a:lnTo>
                    <a:lnTo>
                      <a:pt x="449" y="547"/>
                    </a:lnTo>
                    <a:lnTo>
                      <a:pt x="550" y="44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7" name="Google Shape;767;p58"/>
            <p:cNvSpPr/>
            <p:nvPr/>
          </p:nvSpPr>
          <p:spPr>
            <a:xfrm>
              <a:off x="5517281" y="782940"/>
              <a:ext cx="84403" cy="74924"/>
            </a:xfrm>
            <a:custGeom>
              <a:rect b="b" l="l" r="r" t="t"/>
              <a:pathLst>
                <a:path extrusionOk="0" h="1446" w="1629">
                  <a:moveTo>
                    <a:pt x="1161" y="1"/>
                  </a:moveTo>
                  <a:cubicBezTo>
                    <a:pt x="1116" y="1"/>
                    <a:pt x="1056" y="15"/>
                    <a:pt x="995" y="45"/>
                  </a:cubicBezTo>
                  <a:lnTo>
                    <a:pt x="196" y="396"/>
                  </a:lnTo>
                  <a:cubicBezTo>
                    <a:pt x="85" y="453"/>
                    <a:pt x="0" y="538"/>
                    <a:pt x="27" y="578"/>
                  </a:cubicBezTo>
                  <a:lnTo>
                    <a:pt x="392" y="1407"/>
                  </a:lnTo>
                  <a:cubicBezTo>
                    <a:pt x="406" y="1434"/>
                    <a:pt x="438" y="1446"/>
                    <a:pt x="479" y="1446"/>
                  </a:cubicBezTo>
                  <a:cubicBezTo>
                    <a:pt x="526" y="1446"/>
                    <a:pt x="585" y="1431"/>
                    <a:pt x="644" y="1407"/>
                  </a:cubicBezTo>
                  <a:lnTo>
                    <a:pt x="1447" y="1043"/>
                  </a:lnTo>
                  <a:cubicBezTo>
                    <a:pt x="1558" y="986"/>
                    <a:pt x="1629" y="915"/>
                    <a:pt x="1615" y="861"/>
                  </a:cubicBezTo>
                  <a:lnTo>
                    <a:pt x="1234" y="32"/>
                  </a:lnTo>
                  <a:cubicBezTo>
                    <a:pt x="1228" y="11"/>
                    <a:pt x="1201" y="1"/>
                    <a:pt x="1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58"/>
            <p:cNvSpPr/>
            <p:nvPr/>
          </p:nvSpPr>
          <p:spPr>
            <a:xfrm>
              <a:off x="5402879" y="606199"/>
              <a:ext cx="105697" cy="99899"/>
            </a:xfrm>
            <a:custGeom>
              <a:rect b="b" l="l" r="r" t="t"/>
              <a:pathLst>
                <a:path extrusionOk="0" h="1928" w="2040">
                  <a:moveTo>
                    <a:pt x="776" y="1"/>
                  </a:moveTo>
                  <a:cubicBezTo>
                    <a:pt x="710" y="1"/>
                    <a:pt x="631" y="51"/>
                    <a:pt x="577" y="129"/>
                  </a:cubicBezTo>
                  <a:lnTo>
                    <a:pt x="71" y="844"/>
                  </a:lnTo>
                  <a:cubicBezTo>
                    <a:pt x="0" y="941"/>
                    <a:pt x="0" y="1069"/>
                    <a:pt x="71" y="1110"/>
                  </a:cubicBezTo>
                  <a:lnTo>
                    <a:pt x="1211" y="1912"/>
                  </a:lnTo>
                  <a:cubicBezTo>
                    <a:pt x="1229" y="1923"/>
                    <a:pt x="1250" y="1928"/>
                    <a:pt x="1273" y="1928"/>
                  </a:cubicBezTo>
                  <a:cubicBezTo>
                    <a:pt x="1336" y="1928"/>
                    <a:pt x="1411" y="1887"/>
                    <a:pt x="1463" y="1815"/>
                  </a:cubicBezTo>
                  <a:lnTo>
                    <a:pt x="1956" y="1083"/>
                  </a:lnTo>
                  <a:cubicBezTo>
                    <a:pt x="2040" y="985"/>
                    <a:pt x="2040" y="857"/>
                    <a:pt x="1969" y="817"/>
                  </a:cubicBezTo>
                  <a:lnTo>
                    <a:pt x="830" y="14"/>
                  </a:lnTo>
                  <a:cubicBezTo>
                    <a:pt x="813" y="5"/>
                    <a:pt x="795" y="1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58"/>
          <p:cNvGrpSpPr/>
          <p:nvPr/>
        </p:nvGrpSpPr>
        <p:grpSpPr>
          <a:xfrm>
            <a:off x="1197525" y="1888031"/>
            <a:ext cx="2231463" cy="284589"/>
            <a:chOff x="1197525" y="1888031"/>
            <a:chExt cx="2231463" cy="284589"/>
          </a:xfrm>
        </p:grpSpPr>
        <p:sp>
          <p:nvSpPr>
            <p:cNvPr id="770" name="Google Shape;770;p58"/>
            <p:cNvSpPr/>
            <p:nvPr/>
          </p:nvSpPr>
          <p:spPr>
            <a:xfrm>
              <a:off x="1197525" y="1888031"/>
              <a:ext cx="298651" cy="284589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58"/>
            <p:cNvSpPr/>
            <p:nvPr/>
          </p:nvSpPr>
          <p:spPr>
            <a:xfrm>
              <a:off x="3130338" y="1888031"/>
              <a:ext cx="298651" cy="284589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58"/>
          <p:cNvGrpSpPr/>
          <p:nvPr/>
        </p:nvGrpSpPr>
        <p:grpSpPr>
          <a:xfrm>
            <a:off x="7037104" y="590119"/>
            <a:ext cx="793407" cy="613837"/>
            <a:chOff x="7084783" y="654573"/>
            <a:chExt cx="698053" cy="540064"/>
          </a:xfrm>
        </p:grpSpPr>
        <p:sp>
          <p:nvSpPr>
            <p:cNvPr id="773" name="Google Shape;773;p58"/>
            <p:cNvSpPr/>
            <p:nvPr/>
          </p:nvSpPr>
          <p:spPr>
            <a:xfrm>
              <a:off x="7084783" y="654573"/>
              <a:ext cx="577013" cy="540064"/>
            </a:xfrm>
            <a:custGeom>
              <a:rect b="b" l="l" r="r" t="t"/>
              <a:pathLst>
                <a:path extrusionOk="0" h="9522" w="10173">
                  <a:moveTo>
                    <a:pt x="5249" y="0"/>
                  </a:moveTo>
                  <a:cubicBezTo>
                    <a:pt x="5061" y="0"/>
                    <a:pt x="4872" y="11"/>
                    <a:pt x="4680" y="33"/>
                  </a:cubicBezTo>
                  <a:cubicBezTo>
                    <a:pt x="1953" y="343"/>
                    <a:pt x="1" y="2787"/>
                    <a:pt x="311" y="5511"/>
                  </a:cubicBezTo>
                  <a:cubicBezTo>
                    <a:pt x="436" y="6647"/>
                    <a:pt x="942" y="7645"/>
                    <a:pt x="1673" y="8404"/>
                  </a:cubicBezTo>
                  <a:cubicBezTo>
                    <a:pt x="2161" y="8301"/>
                    <a:pt x="2839" y="8177"/>
                    <a:pt x="3243" y="8177"/>
                  </a:cubicBezTo>
                  <a:cubicBezTo>
                    <a:pt x="3328" y="8177"/>
                    <a:pt x="3400" y="8182"/>
                    <a:pt x="3457" y="8195"/>
                  </a:cubicBezTo>
                  <a:cubicBezTo>
                    <a:pt x="3889" y="8278"/>
                    <a:pt x="4732" y="9521"/>
                    <a:pt x="6037" y="9521"/>
                  </a:cubicBezTo>
                  <a:cubicBezTo>
                    <a:pt x="6259" y="9521"/>
                    <a:pt x="6495" y="9485"/>
                    <a:pt x="6744" y="9402"/>
                  </a:cubicBezTo>
                  <a:cubicBezTo>
                    <a:pt x="8443" y="8812"/>
                    <a:pt x="8514" y="7352"/>
                    <a:pt x="8136" y="4935"/>
                  </a:cubicBezTo>
                  <a:lnTo>
                    <a:pt x="10172" y="4500"/>
                  </a:lnTo>
                  <a:cubicBezTo>
                    <a:pt x="10172" y="4473"/>
                    <a:pt x="10172" y="4429"/>
                    <a:pt x="10159" y="4402"/>
                  </a:cubicBezTo>
                  <a:cubicBezTo>
                    <a:pt x="9871" y="1866"/>
                    <a:pt x="7737" y="0"/>
                    <a:pt x="5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58"/>
            <p:cNvSpPr/>
            <p:nvPr/>
          </p:nvSpPr>
          <p:spPr>
            <a:xfrm>
              <a:off x="7100664" y="927328"/>
              <a:ext cx="454214" cy="267310"/>
            </a:xfrm>
            <a:custGeom>
              <a:rect b="b" l="l" r="r" t="t"/>
              <a:pathLst>
                <a:path extrusionOk="0" h="4713" w="8008">
                  <a:moveTo>
                    <a:pt x="1" y="1"/>
                  </a:moveTo>
                  <a:cubicBezTo>
                    <a:pt x="1" y="237"/>
                    <a:pt x="1" y="463"/>
                    <a:pt x="31" y="702"/>
                  </a:cubicBezTo>
                  <a:cubicBezTo>
                    <a:pt x="156" y="1838"/>
                    <a:pt x="662" y="2836"/>
                    <a:pt x="1393" y="3595"/>
                  </a:cubicBezTo>
                  <a:cubicBezTo>
                    <a:pt x="1881" y="3492"/>
                    <a:pt x="2559" y="3368"/>
                    <a:pt x="2963" y="3368"/>
                  </a:cubicBezTo>
                  <a:cubicBezTo>
                    <a:pt x="3048" y="3368"/>
                    <a:pt x="3120" y="3373"/>
                    <a:pt x="3177" y="3386"/>
                  </a:cubicBezTo>
                  <a:cubicBezTo>
                    <a:pt x="3609" y="3469"/>
                    <a:pt x="4452" y="4712"/>
                    <a:pt x="5757" y="4712"/>
                  </a:cubicBezTo>
                  <a:cubicBezTo>
                    <a:pt x="5979" y="4712"/>
                    <a:pt x="6215" y="4676"/>
                    <a:pt x="6464" y="4593"/>
                  </a:cubicBezTo>
                  <a:cubicBezTo>
                    <a:pt x="7448" y="4242"/>
                    <a:pt x="7883" y="3625"/>
                    <a:pt x="8008" y="2681"/>
                  </a:cubicBezTo>
                  <a:cubicBezTo>
                    <a:pt x="7870" y="2499"/>
                    <a:pt x="7772" y="2276"/>
                    <a:pt x="7742" y="2051"/>
                  </a:cubicBezTo>
                  <a:cubicBezTo>
                    <a:pt x="7307" y="2499"/>
                    <a:pt x="6774" y="2866"/>
                    <a:pt x="6197" y="3089"/>
                  </a:cubicBezTo>
                  <a:cubicBezTo>
                    <a:pt x="5758" y="3253"/>
                    <a:pt x="5302" y="3333"/>
                    <a:pt x="4846" y="3333"/>
                  </a:cubicBezTo>
                  <a:cubicBezTo>
                    <a:pt x="4282" y="3333"/>
                    <a:pt x="3720" y="3211"/>
                    <a:pt x="3190" y="2978"/>
                  </a:cubicBezTo>
                  <a:cubicBezTo>
                    <a:pt x="1842" y="2388"/>
                    <a:pt x="759" y="1265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58"/>
            <p:cNvSpPr/>
            <p:nvPr/>
          </p:nvSpPr>
          <p:spPr>
            <a:xfrm>
              <a:off x="7122274" y="1056077"/>
              <a:ext cx="90128" cy="87685"/>
            </a:xfrm>
            <a:custGeom>
              <a:rect b="b" l="l" r="r" t="t"/>
              <a:pathLst>
                <a:path extrusionOk="0" h="1546" w="1589">
                  <a:moveTo>
                    <a:pt x="172" y="1"/>
                  </a:moveTo>
                  <a:cubicBezTo>
                    <a:pt x="29" y="1"/>
                    <a:pt x="1" y="189"/>
                    <a:pt x="1" y="189"/>
                  </a:cubicBezTo>
                  <a:cubicBezTo>
                    <a:pt x="361" y="1338"/>
                    <a:pt x="571" y="1545"/>
                    <a:pt x="675" y="1545"/>
                  </a:cubicBezTo>
                  <a:cubicBezTo>
                    <a:pt x="734" y="1545"/>
                    <a:pt x="759" y="1480"/>
                    <a:pt x="759" y="1480"/>
                  </a:cubicBezTo>
                  <a:lnTo>
                    <a:pt x="1589" y="1213"/>
                  </a:lnTo>
                  <a:cubicBezTo>
                    <a:pt x="1531" y="694"/>
                    <a:pt x="786" y="455"/>
                    <a:pt x="422" y="131"/>
                  </a:cubicBezTo>
                  <a:cubicBezTo>
                    <a:pt x="314" y="35"/>
                    <a:pt x="232" y="1"/>
                    <a:pt x="1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58"/>
            <p:cNvSpPr/>
            <p:nvPr/>
          </p:nvSpPr>
          <p:spPr>
            <a:xfrm>
              <a:off x="7354997" y="1122323"/>
              <a:ext cx="31026" cy="29833"/>
            </a:xfrm>
            <a:custGeom>
              <a:rect b="b" l="l" r="r" t="t"/>
              <a:pathLst>
                <a:path extrusionOk="0" h="526" w="547">
                  <a:moveTo>
                    <a:pt x="263" y="0"/>
                  </a:moveTo>
                  <a:cubicBezTo>
                    <a:pt x="254" y="0"/>
                    <a:pt x="245" y="1"/>
                    <a:pt x="237" y="2"/>
                  </a:cubicBezTo>
                  <a:cubicBezTo>
                    <a:pt x="99" y="18"/>
                    <a:pt x="1" y="143"/>
                    <a:pt x="14" y="285"/>
                  </a:cubicBezTo>
                  <a:cubicBezTo>
                    <a:pt x="27" y="416"/>
                    <a:pt x="139" y="525"/>
                    <a:pt x="271" y="525"/>
                  </a:cubicBezTo>
                  <a:cubicBezTo>
                    <a:pt x="279" y="525"/>
                    <a:pt x="286" y="525"/>
                    <a:pt x="294" y="524"/>
                  </a:cubicBezTo>
                  <a:cubicBezTo>
                    <a:pt x="436" y="507"/>
                    <a:pt x="547" y="369"/>
                    <a:pt x="533" y="227"/>
                  </a:cubicBezTo>
                  <a:cubicBezTo>
                    <a:pt x="508" y="95"/>
                    <a:pt x="394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58"/>
            <p:cNvSpPr/>
            <p:nvPr/>
          </p:nvSpPr>
          <p:spPr>
            <a:xfrm>
              <a:off x="7456922" y="1119997"/>
              <a:ext cx="31026" cy="29663"/>
            </a:xfrm>
            <a:custGeom>
              <a:rect b="b" l="l" r="r" t="t"/>
              <a:pathLst>
                <a:path extrusionOk="0" h="523" w="547">
                  <a:moveTo>
                    <a:pt x="266" y="1"/>
                  </a:moveTo>
                  <a:cubicBezTo>
                    <a:pt x="257" y="1"/>
                    <a:pt x="249" y="1"/>
                    <a:pt x="240" y="2"/>
                  </a:cubicBezTo>
                  <a:cubicBezTo>
                    <a:pt x="98" y="16"/>
                    <a:pt x="1" y="144"/>
                    <a:pt x="14" y="282"/>
                  </a:cubicBezTo>
                  <a:cubicBezTo>
                    <a:pt x="27" y="427"/>
                    <a:pt x="140" y="523"/>
                    <a:pt x="269" y="523"/>
                  </a:cubicBezTo>
                  <a:cubicBezTo>
                    <a:pt x="277" y="523"/>
                    <a:pt x="286" y="522"/>
                    <a:pt x="294" y="521"/>
                  </a:cubicBezTo>
                  <a:cubicBezTo>
                    <a:pt x="449" y="508"/>
                    <a:pt x="547" y="366"/>
                    <a:pt x="533" y="228"/>
                  </a:cubicBezTo>
                  <a:cubicBezTo>
                    <a:pt x="521" y="95"/>
                    <a:pt x="395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58"/>
            <p:cNvSpPr/>
            <p:nvPr/>
          </p:nvSpPr>
          <p:spPr>
            <a:xfrm>
              <a:off x="7464977" y="901748"/>
              <a:ext cx="317859" cy="290337"/>
            </a:xfrm>
            <a:custGeom>
              <a:rect b="b" l="l" r="r" t="t"/>
              <a:pathLst>
                <a:path extrusionOk="0" h="5119" w="5604">
                  <a:moveTo>
                    <a:pt x="4720" y="1912"/>
                  </a:moveTo>
                  <a:cubicBezTo>
                    <a:pt x="4747" y="2023"/>
                    <a:pt x="4805" y="2235"/>
                    <a:pt x="4858" y="2488"/>
                  </a:cubicBezTo>
                  <a:cubicBezTo>
                    <a:pt x="4410" y="2626"/>
                    <a:pt x="3385" y="2697"/>
                    <a:pt x="2387" y="2711"/>
                  </a:cubicBezTo>
                  <a:cubicBezTo>
                    <a:pt x="2374" y="2529"/>
                    <a:pt x="2360" y="2333"/>
                    <a:pt x="2343" y="2151"/>
                  </a:cubicBezTo>
                  <a:cubicBezTo>
                    <a:pt x="3217" y="2137"/>
                    <a:pt x="4144" y="2080"/>
                    <a:pt x="4720" y="1912"/>
                  </a:cubicBezTo>
                  <a:close/>
                  <a:moveTo>
                    <a:pt x="4902" y="2657"/>
                  </a:moveTo>
                  <a:cubicBezTo>
                    <a:pt x="4929" y="2795"/>
                    <a:pt x="4973" y="2963"/>
                    <a:pt x="5000" y="3119"/>
                  </a:cubicBezTo>
                  <a:cubicBezTo>
                    <a:pt x="5196" y="4258"/>
                    <a:pt x="5027" y="4582"/>
                    <a:pt x="4916" y="4679"/>
                  </a:cubicBezTo>
                  <a:cubicBezTo>
                    <a:pt x="4730" y="4838"/>
                    <a:pt x="4375" y="4946"/>
                    <a:pt x="3994" y="4946"/>
                  </a:cubicBezTo>
                  <a:cubicBezTo>
                    <a:pt x="3767" y="4946"/>
                    <a:pt x="3530" y="4907"/>
                    <a:pt x="3314" y="4818"/>
                  </a:cubicBezTo>
                  <a:cubicBezTo>
                    <a:pt x="2977" y="4679"/>
                    <a:pt x="2542" y="4356"/>
                    <a:pt x="2472" y="3584"/>
                  </a:cubicBezTo>
                  <a:cubicBezTo>
                    <a:pt x="2458" y="3358"/>
                    <a:pt x="2428" y="3119"/>
                    <a:pt x="2414" y="2896"/>
                  </a:cubicBezTo>
                  <a:cubicBezTo>
                    <a:pt x="3018" y="2879"/>
                    <a:pt x="3652" y="2852"/>
                    <a:pt x="4157" y="2795"/>
                  </a:cubicBezTo>
                  <a:cubicBezTo>
                    <a:pt x="4467" y="2754"/>
                    <a:pt x="4720" y="2711"/>
                    <a:pt x="4902" y="2657"/>
                  </a:cubicBezTo>
                  <a:close/>
                  <a:moveTo>
                    <a:pt x="2161" y="0"/>
                  </a:moveTo>
                  <a:lnTo>
                    <a:pt x="1993" y="13"/>
                  </a:lnTo>
                  <a:cubicBezTo>
                    <a:pt x="1993" y="30"/>
                    <a:pt x="2064" y="887"/>
                    <a:pt x="2148" y="1982"/>
                  </a:cubicBezTo>
                  <a:cubicBezTo>
                    <a:pt x="1039" y="1982"/>
                    <a:pt x="27" y="1939"/>
                    <a:pt x="14" y="1939"/>
                  </a:cubicBezTo>
                  <a:lnTo>
                    <a:pt x="0" y="2107"/>
                  </a:lnTo>
                  <a:cubicBezTo>
                    <a:pt x="76" y="2107"/>
                    <a:pt x="869" y="2153"/>
                    <a:pt x="1820" y="2153"/>
                  </a:cubicBezTo>
                  <a:cubicBezTo>
                    <a:pt x="1932" y="2153"/>
                    <a:pt x="2046" y="2152"/>
                    <a:pt x="2161" y="2151"/>
                  </a:cubicBezTo>
                  <a:cubicBezTo>
                    <a:pt x="2175" y="2333"/>
                    <a:pt x="2205" y="2529"/>
                    <a:pt x="2219" y="2727"/>
                  </a:cubicBezTo>
                  <a:cubicBezTo>
                    <a:pt x="2015" y="2730"/>
                    <a:pt x="1813" y="2731"/>
                    <a:pt x="1620" y="2731"/>
                  </a:cubicBezTo>
                  <a:cubicBezTo>
                    <a:pt x="751" y="2731"/>
                    <a:pt x="49" y="2711"/>
                    <a:pt x="27" y="2711"/>
                  </a:cubicBezTo>
                  <a:lnTo>
                    <a:pt x="27" y="2896"/>
                  </a:lnTo>
                  <a:cubicBezTo>
                    <a:pt x="83" y="2896"/>
                    <a:pt x="552" y="2908"/>
                    <a:pt x="1186" y="2908"/>
                  </a:cubicBezTo>
                  <a:cubicBezTo>
                    <a:pt x="1504" y="2908"/>
                    <a:pt x="1862" y="2905"/>
                    <a:pt x="2232" y="2896"/>
                  </a:cubicBezTo>
                  <a:cubicBezTo>
                    <a:pt x="2259" y="3132"/>
                    <a:pt x="2276" y="3371"/>
                    <a:pt x="2303" y="3597"/>
                  </a:cubicBezTo>
                  <a:cubicBezTo>
                    <a:pt x="2374" y="4454"/>
                    <a:pt x="2866" y="4818"/>
                    <a:pt x="3244" y="4986"/>
                  </a:cubicBezTo>
                  <a:cubicBezTo>
                    <a:pt x="3477" y="5078"/>
                    <a:pt x="3723" y="5118"/>
                    <a:pt x="3959" y="5118"/>
                  </a:cubicBezTo>
                  <a:cubicBezTo>
                    <a:pt x="4051" y="5118"/>
                    <a:pt x="4141" y="5112"/>
                    <a:pt x="4228" y="5101"/>
                  </a:cubicBezTo>
                  <a:cubicBezTo>
                    <a:pt x="4565" y="5071"/>
                    <a:pt x="4858" y="4959"/>
                    <a:pt x="5027" y="4804"/>
                  </a:cubicBezTo>
                  <a:cubicBezTo>
                    <a:pt x="5604" y="4329"/>
                    <a:pt x="4943" y="2036"/>
                    <a:pt x="4858" y="1783"/>
                  </a:cubicBezTo>
                  <a:lnTo>
                    <a:pt x="4832" y="1699"/>
                  </a:lnTo>
                  <a:lnTo>
                    <a:pt x="4747" y="1730"/>
                  </a:lnTo>
                  <a:cubicBezTo>
                    <a:pt x="4215" y="1898"/>
                    <a:pt x="3244" y="1952"/>
                    <a:pt x="2330" y="1982"/>
                  </a:cubicBezTo>
                  <a:cubicBezTo>
                    <a:pt x="2232" y="887"/>
                    <a:pt x="2161" y="13"/>
                    <a:pt x="2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58"/>
            <p:cNvSpPr/>
            <p:nvPr/>
          </p:nvSpPr>
          <p:spPr>
            <a:xfrm>
              <a:off x="7521356" y="884336"/>
              <a:ext cx="157852" cy="239064"/>
            </a:xfrm>
            <a:custGeom>
              <a:rect b="b" l="l" r="r" t="t"/>
              <a:pathLst>
                <a:path extrusionOk="0" h="4215" w="2783">
                  <a:moveTo>
                    <a:pt x="2418" y="0"/>
                  </a:moveTo>
                  <a:lnTo>
                    <a:pt x="1" y="476"/>
                  </a:lnTo>
                  <a:cubicBezTo>
                    <a:pt x="453" y="1797"/>
                    <a:pt x="18" y="4086"/>
                    <a:pt x="18" y="4086"/>
                  </a:cubicBezTo>
                  <a:lnTo>
                    <a:pt x="368" y="4214"/>
                  </a:lnTo>
                  <a:cubicBezTo>
                    <a:pt x="1012" y="3638"/>
                    <a:pt x="439" y="884"/>
                    <a:pt x="439" y="884"/>
                  </a:cubicBezTo>
                  <a:cubicBezTo>
                    <a:pt x="439" y="884"/>
                    <a:pt x="2165" y="688"/>
                    <a:pt x="2475" y="449"/>
                  </a:cubicBezTo>
                  <a:cubicBezTo>
                    <a:pt x="2782" y="223"/>
                    <a:pt x="2418" y="0"/>
                    <a:pt x="24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58"/>
            <p:cNvSpPr/>
            <p:nvPr/>
          </p:nvSpPr>
          <p:spPr>
            <a:xfrm>
              <a:off x="7393283" y="990001"/>
              <a:ext cx="95630" cy="90691"/>
            </a:xfrm>
            <a:custGeom>
              <a:rect b="b" l="l" r="r" t="t"/>
              <a:pathLst>
                <a:path extrusionOk="0" h="1599" w="1686">
                  <a:moveTo>
                    <a:pt x="827" y="1"/>
                  </a:moveTo>
                  <a:cubicBezTo>
                    <a:pt x="799" y="1"/>
                    <a:pt x="770" y="2"/>
                    <a:pt x="742" y="5"/>
                  </a:cubicBezTo>
                  <a:cubicBezTo>
                    <a:pt x="307" y="59"/>
                    <a:pt x="0" y="453"/>
                    <a:pt x="40" y="888"/>
                  </a:cubicBezTo>
                  <a:cubicBezTo>
                    <a:pt x="94" y="1291"/>
                    <a:pt x="433" y="1599"/>
                    <a:pt x="832" y="1599"/>
                  </a:cubicBezTo>
                  <a:cubicBezTo>
                    <a:pt x="863" y="1599"/>
                    <a:pt x="895" y="1597"/>
                    <a:pt x="927" y="1593"/>
                  </a:cubicBezTo>
                  <a:cubicBezTo>
                    <a:pt x="1362" y="1549"/>
                    <a:pt x="1686" y="1155"/>
                    <a:pt x="1628" y="706"/>
                  </a:cubicBezTo>
                  <a:cubicBezTo>
                    <a:pt x="1587" y="299"/>
                    <a:pt x="1242" y="1"/>
                    <a:pt x="8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58"/>
            <p:cNvSpPr/>
            <p:nvPr/>
          </p:nvSpPr>
          <p:spPr>
            <a:xfrm>
              <a:off x="7411433" y="1007526"/>
              <a:ext cx="59159" cy="56150"/>
            </a:xfrm>
            <a:custGeom>
              <a:rect b="b" l="l" r="r" t="t"/>
              <a:pathLst>
                <a:path extrusionOk="0" h="990" w="1043">
                  <a:moveTo>
                    <a:pt x="515" y="0"/>
                  </a:moveTo>
                  <a:cubicBezTo>
                    <a:pt x="498" y="0"/>
                    <a:pt x="482" y="1"/>
                    <a:pt x="466" y="3"/>
                  </a:cubicBezTo>
                  <a:cubicBezTo>
                    <a:pt x="199" y="33"/>
                    <a:pt x="0" y="272"/>
                    <a:pt x="31" y="552"/>
                  </a:cubicBezTo>
                  <a:cubicBezTo>
                    <a:pt x="56" y="802"/>
                    <a:pt x="280" y="990"/>
                    <a:pt x="528" y="990"/>
                  </a:cubicBezTo>
                  <a:cubicBezTo>
                    <a:pt x="544" y="990"/>
                    <a:pt x="560" y="989"/>
                    <a:pt x="577" y="987"/>
                  </a:cubicBezTo>
                  <a:cubicBezTo>
                    <a:pt x="843" y="947"/>
                    <a:pt x="1042" y="707"/>
                    <a:pt x="1012" y="441"/>
                  </a:cubicBezTo>
                  <a:cubicBezTo>
                    <a:pt x="986" y="188"/>
                    <a:pt x="762" y="0"/>
                    <a:pt x="5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58"/>
            <p:cNvSpPr/>
            <p:nvPr/>
          </p:nvSpPr>
          <p:spPr>
            <a:xfrm>
              <a:off x="7156533" y="807824"/>
              <a:ext cx="154562" cy="151322"/>
            </a:xfrm>
            <a:custGeom>
              <a:rect b="b" l="l" r="r" t="t"/>
              <a:pathLst>
                <a:path extrusionOk="0" h="2668" w="2725">
                  <a:moveTo>
                    <a:pt x="1278" y="1"/>
                  </a:moveTo>
                  <a:lnTo>
                    <a:pt x="927" y="897"/>
                  </a:lnTo>
                  <a:lnTo>
                    <a:pt x="0" y="1110"/>
                  </a:lnTo>
                  <a:lnTo>
                    <a:pt x="745" y="1713"/>
                  </a:lnTo>
                  <a:lnTo>
                    <a:pt x="661" y="2667"/>
                  </a:lnTo>
                  <a:lnTo>
                    <a:pt x="1477" y="2162"/>
                  </a:lnTo>
                  <a:lnTo>
                    <a:pt x="2347" y="2529"/>
                  </a:lnTo>
                  <a:lnTo>
                    <a:pt x="2107" y="1602"/>
                  </a:lnTo>
                  <a:lnTo>
                    <a:pt x="2724" y="870"/>
                  </a:lnTo>
                  <a:lnTo>
                    <a:pt x="1770" y="827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3" name="Google Shape;783;p58"/>
          <p:cNvGrpSpPr/>
          <p:nvPr/>
        </p:nvGrpSpPr>
        <p:grpSpPr>
          <a:xfrm>
            <a:off x="7161369" y="2683061"/>
            <a:ext cx="439956" cy="724101"/>
            <a:chOff x="7139125" y="2565753"/>
            <a:chExt cx="385622" cy="634676"/>
          </a:xfrm>
        </p:grpSpPr>
        <p:sp>
          <p:nvSpPr>
            <p:cNvPr id="784" name="Google Shape;784;p58"/>
            <p:cNvSpPr/>
            <p:nvPr/>
          </p:nvSpPr>
          <p:spPr>
            <a:xfrm>
              <a:off x="7150326" y="3169417"/>
              <a:ext cx="363322" cy="31012"/>
            </a:xfrm>
            <a:custGeom>
              <a:rect b="b" l="l" r="r" t="t"/>
              <a:pathLst>
                <a:path extrusionOk="0" h="897" w="10509">
                  <a:moveTo>
                    <a:pt x="506" y="0"/>
                  </a:moveTo>
                  <a:cubicBezTo>
                    <a:pt x="226" y="0"/>
                    <a:pt x="0" y="209"/>
                    <a:pt x="0" y="449"/>
                  </a:cubicBezTo>
                  <a:cubicBezTo>
                    <a:pt x="0" y="701"/>
                    <a:pt x="226" y="897"/>
                    <a:pt x="506" y="897"/>
                  </a:cubicBezTo>
                  <a:lnTo>
                    <a:pt x="10003" y="897"/>
                  </a:lnTo>
                  <a:cubicBezTo>
                    <a:pt x="10283" y="897"/>
                    <a:pt x="10509" y="701"/>
                    <a:pt x="10509" y="449"/>
                  </a:cubicBezTo>
                  <a:cubicBezTo>
                    <a:pt x="10509" y="209"/>
                    <a:pt x="10283" y="0"/>
                    <a:pt x="10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58"/>
            <p:cNvSpPr/>
            <p:nvPr/>
          </p:nvSpPr>
          <p:spPr>
            <a:xfrm>
              <a:off x="7219780" y="2722053"/>
              <a:ext cx="224410" cy="311844"/>
            </a:xfrm>
            <a:custGeom>
              <a:rect b="b" l="l" r="r" t="t"/>
              <a:pathLst>
                <a:path extrusionOk="0" h="9020" w="6491">
                  <a:moveTo>
                    <a:pt x="1811" y="1"/>
                  </a:moveTo>
                  <a:lnTo>
                    <a:pt x="1" y="9019"/>
                  </a:lnTo>
                  <a:lnTo>
                    <a:pt x="6490" y="9019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58"/>
            <p:cNvSpPr/>
            <p:nvPr/>
          </p:nvSpPr>
          <p:spPr>
            <a:xfrm>
              <a:off x="7139125" y="2565753"/>
              <a:ext cx="385622" cy="225828"/>
            </a:xfrm>
            <a:custGeom>
              <a:rect b="b" l="l" r="r" t="t"/>
              <a:pathLst>
                <a:path extrusionOk="0" h="6532" w="11154">
                  <a:moveTo>
                    <a:pt x="5536" y="1"/>
                  </a:moveTo>
                  <a:cubicBezTo>
                    <a:pt x="4356" y="1"/>
                    <a:pt x="3261" y="321"/>
                    <a:pt x="2360" y="773"/>
                  </a:cubicBezTo>
                  <a:cubicBezTo>
                    <a:pt x="1996" y="955"/>
                    <a:pt x="1659" y="1164"/>
                    <a:pt x="1363" y="1390"/>
                  </a:cubicBezTo>
                  <a:cubicBezTo>
                    <a:pt x="506" y="2024"/>
                    <a:pt x="1" y="2752"/>
                    <a:pt x="1" y="3271"/>
                  </a:cubicBezTo>
                  <a:cubicBezTo>
                    <a:pt x="1" y="3777"/>
                    <a:pt x="506" y="4495"/>
                    <a:pt x="1349" y="5125"/>
                  </a:cubicBezTo>
                  <a:cubicBezTo>
                    <a:pt x="1686" y="5378"/>
                    <a:pt x="2081" y="5617"/>
                    <a:pt x="2516" y="5830"/>
                  </a:cubicBezTo>
                  <a:cubicBezTo>
                    <a:pt x="3385" y="6251"/>
                    <a:pt x="4427" y="6531"/>
                    <a:pt x="5536" y="6531"/>
                  </a:cubicBezTo>
                  <a:lnTo>
                    <a:pt x="5621" y="6531"/>
                  </a:lnTo>
                  <a:cubicBezTo>
                    <a:pt x="8682" y="6531"/>
                    <a:pt x="11153" y="4384"/>
                    <a:pt x="11153" y="3258"/>
                  </a:cubicBezTo>
                  <a:cubicBezTo>
                    <a:pt x="11153" y="2121"/>
                    <a:pt x="8668" y="1"/>
                    <a:pt x="5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58"/>
            <p:cNvSpPr/>
            <p:nvPr/>
          </p:nvSpPr>
          <p:spPr>
            <a:xfrm>
              <a:off x="7437857" y="2592442"/>
              <a:ext cx="49577" cy="174868"/>
            </a:xfrm>
            <a:custGeom>
              <a:rect b="b" l="l" r="r" t="t"/>
              <a:pathLst>
                <a:path extrusionOk="0" h="5058" w="1434">
                  <a:moveTo>
                    <a:pt x="152" y="1"/>
                  </a:moveTo>
                  <a:cubicBezTo>
                    <a:pt x="223" y="759"/>
                    <a:pt x="422" y="3301"/>
                    <a:pt x="0" y="5058"/>
                  </a:cubicBezTo>
                  <a:cubicBezTo>
                    <a:pt x="435" y="4845"/>
                    <a:pt x="826" y="4606"/>
                    <a:pt x="1164" y="4353"/>
                  </a:cubicBezTo>
                  <a:cubicBezTo>
                    <a:pt x="1433" y="2570"/>
                    <a:pt x="1305" y="1349"/>
                    <a:pt x="1150" y="604"/>
                  </a:cubicBezTo>
                  <a:cubicBezTo>
                    <a:pt x="857" y="392"/>
                    <a:pt x="520" y="183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58"/>
            <p:cNvSpPr/>
            <p:nvPr/>
          </p:nvSpPr>
          <p:spPr>
            <a:xfrm>
              <a:off x="7176531" y="2592442"/>
              <a:ext cx="50061" cy="174868"/>
            </a:xfrm>
            <a:custGeom>
              <a:rect b="b" l="l" r="r" t="t"/>
              <a:pathLst>
                <a:path extrusionOk="0" h="5058" w="1448">
                  <a:moveTo>
                    <a:pt x="1278" y="1"/>
                  </a:moveTo>
                  <a:lnTo>
                    <a:pt x="1278" y="1"/>
                  </a:lnTo>
                  <a:cubicBezTo>
                    <a:pt x="914" y="183"/>
                    <a:pt x="591" y="392"/>
                    <a:pt x="294" y="618"/>
                  </a:cubicBezTo>
                  <a:cubicBezTo>
                    <a:pt x="125" y="1349"/>
                    <a:pt x="1" y="2583"/>
                    <a:pt x="281" y="4353"/>
                  </a:cubicBezTo>
                  <a:cubicBezTo>
                    <a:pt x="618" y="4606"/>
                    <a:pt x="1012" y="4845"/>
                    <a:pt x="1447" y="5058"/>
                  </a:cubicBezTo>
                  <a:cubicBezTo>
                    <a:pt x="1012" y="3301"/>
                    <a:pt x="1208" y="773"/>
                    <a:pt x="1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58"/>
            <p:cNvSpPr/>
            <p:nvPr/>
          </p:nvSpPr>
          <p:spPr>
            <a:xfrm>
              <a:off x="7246469" y="2640947"/>
              <a:ext cx="171030" cy="73916"/>
            </a:xfrm>
            <a:custGeom>
              <a:rect b="b" l="l" r="r" t="t"/>
              <a:pathLst>
                <a:path extrusionOk="0" h="2138" w="4947">
                  <a:moveTo>
                    <a:pt x="4188" y="0"/>
                  </a:moveTo>
                  <a:cubicBezTo>
                    <a:pt x="4087" y="0"/>
                    <a:pt x="4002" y="85"/>
                    <a:pt x="4002" y="186"/>
                  </a:cubicBezTo>
                  <a:lnTo>
                    <a:pt x="4002" y="675"/>
                  </a:lnTo>
                  <a:lnTo>
                    <a:pt x="3682" y="675"/>
                  </a:lnTo>
                  <a:lnTo>
                    <a:pt x="3682" y="199"/>
                  </a:lnTo>
                  <a:cubicBezTo>
                    <a:pt x="3682" y="101"/>
                    <a:pt x="3611" y="17"/>
                    <a:pt x="3514" y="17"/>
                  </a:cubicBezTo>
                  <a:cubicBezTo>
                    <a:pt x="3412" y="17"/>
                    <a:pt x="3328" y="101"/>
                    <a:pt x="3328" y="199"/>
                  </a:cubicBezTo>
                  <a:lnTo>
                    <a:pt x="3328" y="675"/>
                  </a:lnTo>
                  <a:lnTo>
                    <a:pt x="3008" y="675"/>
                  </a:lnTo>
                  <a:lnTo>
                    <a:pt x="3008" y="199"/>
                  </a:lnTo>
                  <a:cubicBezTo>
                    <a:pt x="3008" y="101"/>
                    <a:pt x="2937" y="31"/>
                    <a:pt x="2839" y="31"/>
                  </a:cubicBezTo>
                  <a:cubicBezTo>
                    <a:pt x="2738" y="31"/>
                    <a:pt x="2654" y="101"/>
                    <a:pt x="2654" y="199"/>
                  </a:cubicBezTo>
                  <a:lnTo>
                    <a:pt x="2654" y="675"/>
                  </a:lnTo>
                  <a:lnTo>
                    <a:pt x="2334" y="675"/>
                  </a:lnTo>
                  <a:lnTo>
                    <a:pt x="2334" y="213"/>
                  </a:lnTo>
                  <a:cubicBezTo>
                    <a:pt x="2334" y="115"/>
                    <a:pt x="2263" y="31"/>
                    <a:pt x="2165" y="31"/>
                  </a:cubicBezTo>
                  <a:cubicBezTo>
                    <a:pt x="2064" y="31"/>
                    <a:pt x="1980" y="115"/>
                    <a:pt x="1980" y="213"/>
                  </a:cubicBezTo>
                  <a:lnTo>
                    <a:pt x="1980" y="675"/>
                  </a:lnTo>
                  <a:lnTo>
                    <a:pt x="1673" y="675"/>
                  </a:lnTo>
                  <a:lnTo>
                    <a:pt x="1659" y="226"/>
                  </a:lnTo>
                  <a:cubicBezTo>
                    <a:pt x="1659" y="128"/>
                    <a:pt x="1588" y="44"/>
                    <a:pt x="1491" y="44"/>
                  </a:cubicBezTo>
                  <a:cubicBezTo>
                    <a:pt x="1390" y="44"/>
                    <a:pt x="1305" y="128"/>
                    <a:pt x="1305" y="226"/>
                  </a:cubicBezTo>
                  <a:lnTo>
                    <a:pt x="1305" y="675"/>
                  </a:lnTo>
                  <a:lnTo>
                    <a:pt x="998" y="675"/>
                  </a:lnTo>
                  <a:lnTo>
                    <a:pt x="998" y="226"/>
                  </a:lnTo>
                  <a:cubicBezTo>
                    <a:pt x="998" y="128"/>
                    <a:pt x="914" y="58"/>
                    <a:pt x="816" y="58"/>
                  </a:cubicBezTo>
                  <a:cubicBezTo>
                    <a:pt x="715" y="58"/>
                    <a:pt x="631" y="128"/>
                    <a:pt x="631" y="226"/>
                  </a:cubicBezTo>
                  <a:lnTo>
                    <a:pt x="631" y="675"/>
                  </a:lnTo>
                  <a:lnTo>
                    <a:pt x="409" y="675"/>
                  </a:lnTo>
                  <a:cubicBezTo>
                    <a:pt x="183" y="675"/>
                    <a:pt x="1" y="860"/>
                    <a:pt x="1" y="1083"/>
                  </a:cubicBezTo>
                  <a:cubicBezTo>
                    <a:pt x="1" y="1308"/>
                    <a:pt x="183" y="1490"/>
                    <a:pt x="409" y="1490"/>
                  </a:cubicBezTo>
                  <a:lnTo>
                    <a:pt x="631" y="1490"/>
                  </a:lnTo>
                  <a:lnTo>
                    <a:pt x="631" y="1969"/>
                  </a:lnTo>
                  <a:cubicBezTo>
                    <a:pt x="631" y="2067"/>
                    <a:pt x="715" y="2138"/>
                    <a:pt x="816" y="2138"/>
                  </a:cubicBezTo>
                  <a:cubicBezTo>
                    <a:pt x="914" y="2138"/>
                    <a:pt x="998" y="2067"/>
                    <a:pt x="998" y="1969"/>
                  </a:cubicBezTo>
                  <a:lnTo>
                    <a:pt x="998" y="1490"/>
                  </a:lnTo>
                  <a:lnTo>
                    <a:pt x="1305" y="1490"/>
                  </a:lnTo>
                  <a:lnTo>
                    <a:pt x="1305" y="1956"/>
                  </a:lnTo>
                  <a:cubicBezTo>
                    <a:pt x="1305" y="2053"/>
                    <a:pt x="1390" y="2138"/>
                    <a:pt x="1491" y="2138"/>
                  </a:cubicBezTo>
                  <a:cubicBezTo>
                    <a:pt x="1588" y="2138"/>
                    <a:pt x="1673" y="2053"/>
                    <a:pt x="1673" y="1956"/>
                  </a:cubicBezTo>
                  <a:lnTo>
                    <a:pt x="1673" y="1490"/>
                  </a:lnTo>
                  <a:lnTo>
                    <a:pt x="1980" y="1490"/>
                  </a:lnTo>
                  <a:lnTo>
                    <a:pt x="1980" y="1956"/>
                  </a:lnTo>
                  <a:cubicBezTo>
                    <a:pt x="1980" y="2040"/>
                    <a:pt x="2064" y="2124"/>
                    <a:pt x="2165" y="2124"/>
                  </a:cubicBezTo>
                  <a:cubicBezTo>
                    <a:pt x="2263" y="2124"/>
                    <a:pt x="2347" y="2040"/>
                    <a:pt x="2347" y="1956"/>
                  </a:cubicBezTo>
                  <a:lnTo>
                    <a:pt x="2334" y="1490"/>
                  </a:lnTo>
                  <a:lnTo>
                    <a:pt x="2654" y="1490"/>
                  </a:lnTo>
                  <a:lnTo>
                    <a:pt x="2654" y="1939"/>
                  </a:lnTo>
                  <a:cubicBezTo>
                    <a:pt x="2654" y="2040"/>
                    <a:pt x="2738" y="2107"/>
                    <a:pt x="2839" y="2107"/>
                  </a:cubicBezTo>
                  <a:cubicBezTo>
                    <a:pt x="2937" y="2107"/>
                    <a:pt x="3008" y="2040"/>
                    <a:pt x="3008" y="1939"/>
                  </a:cubicBezTo>
                  <a:lnTo>
                    <a:pt x="3008" y="1490"/>
                  </a:lnTo>
                  <a:lnTo>
                    <a:pt x="3328" y="1490"/>
                  </a:lnTo>
                  <a:lnTo>
                    <a:pt x="3328" y="1925"/>
                  </a:lnTo>
                  <a:cubicBezTo>
                    <a:pt x="3328" y="2023"/>
                    <a:pt x="3412" y="2107"/>
                    <a:pt x="3514" y="2107"/>
                  </a:cubicBezTo>
                  <a:cubicBezTo>
                    <a:pt x="3611" y="2107"/>
                    <a:pt x="3682" y="2023"/>
                    <a:pt x="3682" y="1925"/>
                  </a:cubicBezTo>
                  <a:lnTo>
                    <a:pt x="3682" y="1490"/>
                  </a:lnTo>
                  <a:lnTo>
                    <a:pt x="4002" y="1490"/>
                  </a:lnTo>
                  <a:lnTo>
                    <a:pt x="4002" y="1925"/>
                  </a:lnTo>
                  <a:cubicBezTo>
                    <a:pt x="4002" y="2023"/>
                    <a:pt x="4087" y="2094"/>
                    <a:pt x="4188" y="2094"/>
                  </a:cubicBezTo>
                  <a:cubicBezTo>
                    <a:pt x="4286" y="2094"/>
                    <a:pt x="4356" y="2023"/>
                    <a:pt x="4356" y="1925"/>
                  </a:cubicBezTo>
                  <a:lnTo>
                    <a:pt x="4356" y="1490"/>
                  </a:lnTo>
                  <a:lnTo>
                    <a:pt x="4538" y="1490"/>
                  </a:lnTo>
                  <a:cubicBezTo>
                    <a:pt x="4761" y="1490"/>
                    <a:pt x="4946" y="1308"/>
                    <a:pt x="4946" y="1083"/>
                  </a:cubicBezTo>
                  <a:cubicBezTo>
                    <a:pt x="4946" y="860"/>
                    <a:pt x="4761" y="675"/>
                    <a:pt x="4538" y="675"/>
                  </a:cubicBezTo>
                  <a:lnTo>
                    <a:pt x="4356" y="675"/>
                  </a:lnTo>
                  <a:lnTo>
                    <a:pt x="4356" y="186"/>
                  </a:lnTo>
                  <a:cubicBezTo>
                    <a:pt x="4356" y="85"/>
                    <a:pt x="4286" y="0"/>
                    <a:pt x="4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58"/>
            <p:cNvSpPr/>
            <p:nvPr/>
          </p:nvSpPr>
          <p:spPr>
            <a:xfrm>
              <a:off x="7163947" y="3033859"/>
              <a:ext cx="336079" cy="145723"/>
            </a:xfrm>
            <a:custGeom>
              <a:rect b="b" l="l" r="r" t="t"/>
              <a:pathLst>
                <a:path extrusionOk="0" h="4215" w="9721">
                  <a:moveTo>
                    <a:pt x="405" y="0"/>
                  </a:moveTo>
                  <a:cubicBezTo>
                    <a:pt x="183" y="0"/>
                    <a:pt x="1" y="169"/>
                    <a:pt x="1" y="381"/>
                  </a:cubicBezTo>
                  <a:lnTo>
                    <a:pt x="1" y="3823"/>
                  </a:lnTo>
                  <a:cubicBezTo>
                    <a:pt x="1" y="4032"/>
                    <a:pt x="183" y="4214"/>
                    <a:pt x="405" y="4214"/>
                  </a:cubicBezTo>
                  <a:lnTo>
                    <a:pt x="9312" y="4214"/>
                  </a:lnTo>
                  <a:cubicBezTo>
                    <a:pt x="9538" y="4214"/>
                    <a:pt x="9720" y="4032"/>
                    <a:pt x="9720" y="3823"/>
                  </a:cubicBezTo>
                  <a:lnTo>
                    <a:pt x="9720" y="381"/>
                  </a:lnTo>
                  <a:cubicBezTo>
                    <a:pt x="9720" y="169"/>
                    <a:pt x="9538" y="0"/>
                    <a:pt x="9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58"/>
            <p:cNvSpPr/>
            <p:nvPr/>
          </p:nvSpPr>
          <p:spPr>
            <a:xfrm>
              <a:off x="7263029" y="3065908"/>
              <a:ext cx="137910" cy="65653"/>
            </a:xfrm>
            <a:custGeom>
              <a:rect b="b" l="l" r="r" t="t"/>
              <a:pathLst>
                <a:path extrusionOk="0" h="1899" w="3989">
                  <a:moveTo>
                    <a:pt x="0" y="0"/>
                  </a:moveTo>
                  <a:lnTo>
                    <a:pt x="0" y="1898"/>
                  </a:lnTo>
                  <a:lnTo>
                    <a:pt x="3989" y="1898"/>
                  </a:lnTo>
                  <a:lnTo>
                    <a:pt x="39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2" name="Google Shape;792;p58"/>
          <p:cNvGrpSpPr/>
          <p:nvPr/>
        </p:nvGrpSpPr>
        <p:grpSpPr>
          <a:xfrm>
            <a:off x="4903824" y="680899"/>
            <a:ext cx="747269" cy="679425"/>
            <a:chOff x="4903626" y="2594069"/>
            <a:chExt cx="698056" cy="634680"/>
          </a:xfrm>
        </p:grpSpPr>
        <p:sp>
          <p:nvSpPr>
            <p:cNvPr id="793" name="Google Shape;793;p58"/>
            <p:cNvSpPr/>
            <p:nvPr/>
          </p:nvSpPr>
          <p:spPr>
            <a:xfrm>
              <a:off x="4903626" y="2594069"/>
              <a:ext cx="698056" cy="634680"/>
            </a:xfrm>
            <a:custGeom>
              <a:rect b="b" l="l" r="r" t="t"/>
              <a:pathLst>
                <a:path extrusionOk="0" h="5518" w="6069">
                  <a:moveTo>
                    <a:pt x="5341" y="1"/>
                  </a:moveTo>
                  <a:cubicBezTo>
                    <a:pt x="5192" y="1"/>
                    <a:pt x="5101" y="92"/>
                    <a:pt x="5101" y="92"/>
                  </a:cubicBezTo>
                  <a:lnTo>
                    <a:pt x="4130" y="1339"/>
                  </a:lnTo>
                  <a:cubicBezTo>
                    <a:pt x="4051" y="1122"/>
                    <a:pt x="3812" y="1102"/>
                    <a:pt x="3727" y="1102"/>
                  </a:cubicBezTo>
                  <a:cubicBezTo>
                    <a:pt x="3707" y="1102"/>
                    <a:pt x="3695" y="1103"/>
                    <a:pt x="3695" y="1103"/>
                  </a:cubicBezTo>
                  <a:cubicBezTo>
                    <a:pt x="3695" y="756"/>
                    <a:pt x="3325" y="735"/>
                    <a:pt x="3236" y="735"/>
                  </a:cubicBezTo>
                  <a:cubicBezTo>
                    <a:pt x="3224" y="735"/>
                    <a:pt x="3217" y="736"/>
                    <a:pt x="3217" y="736"/>
                  </a:cubicBezTo>
                  <a:cubicBezTo>
                    <a:pt x="3230" y="527"/>
                    <a:pt x="3163" y="358"/>
                    <a:pt x="2724" y="344"/>
                  </a:cubicBezTo>
                  <a:cubicBezTo>
                    <a:pt x="2723" y="344"/>
                    <a:pt x="2721" y="344"/>
                    <a:pt x="2719" y="344"/>
                  </a:cubicBezTo>
                  <a:cubicBezTo>
                    <a:pt x="2270" y="344"/>
                    <a:pt x="0" y="3756"/>
                    <a:pt x="0" y="3756"/>
                  </a:cubicBezTo>
                  <a:cubicBezTo>
                    <a:pt x="0" y="3756"/>
                    <a:pt x="2054" y="5518"/>
                    <a:pt x="2198" y="5518"/>
                  </a:cubicBezTo>
                  <a:cubicBezTo>
                    <a:pt x="2202" y="5518"/>
                    <a:pt x="2204" y="5516"/>
                    <a:pt x="2205" y="5513"/>
                  </a:cubicBezTo>
                  <a:cubicBezTo>
                    <a:pt x="2249" y="5415"/>
                    <a:pt x="2795" y="4825"/>
                    <a:pt x="2795" y="4825"/>
                  </a:cubicBezTo>
                  <a:cubicBezTo>
                    <a:pt x="4680" y="4360"/>
                    <a:pt x="4397" y="2549"/>
                    <a:pt x="4397" y="2549"/>
                  </a:cubicBezTo>
                  <a:cubicBezTo>
                    <a:pt x="5745" y="820"/>
                    <a:pt x="6069" y="513"/>
                    <a:pt x="5705" y="176"/>
                  </a:cubicBezTo>
                  <a:cubicBezTo>
                    <a:pt x="5565" y="41"/>
                    <a:pt x="5440" y="1"/>
                    <a:pt x="53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58"/>
            <p:cNvSpPr/>
            <p:nvPr/>
          </p:nvSpPr>
          <p:spPr>
            <a:xfrm>
              <a:off x="4903626" y="2733703"/>
              <a:ext cx="290886" cy="495046"/>
            </a:xfrm>
            <a:custGeom>
              <a:rect b="b" l="l" r="r" t="t"/>
              <a:pathLst>
                <a:path extrusionOk="0" h="4304" w="2529">
                  <a:moveTo>
                    <a:pt x="1828" y="0"/>
                  </a:moveTo>
                  <a:lnTo>
                    <a:pt x="1828" y="0"/>
                  </a:lnTo>
                  <a:cubicBezTo>
                    <a:pt x="1025" y="1012"/>
                    <a:pt x="0" y="2542"/>
                    <a:pt x="0" y="2542"/>
                  </a:cubicBezTo>
                  <a:cubicBezTo>
                    <a:pt x="0" y="2542"/>
                    <a:pt x="2054" y="4304"/>
                    <a:pt x="2198" y="4304"/>
                  </a:cubicBezTo>
                  <a:cubicBezTo>
                    <a:pt x="2202" y="4304"/>
                    <a:pt x="2204" y="4302"/>
                    <a:pt x="2205" y="4299"/>
                  </a:cubicBezTo>
                  <a:cubicBezTo>
                    <a:pt x="2236" y="4241"/>
                    <a:pt x="2387" y="4059"/>
                    <a:pt x="2529" y="3891"/>
                  </a:cubicBezTo>
                  <a:cubicBezTo>
                    <a:pt x="1828" y="3483"/>
                    <a:pt x="1335" y="2755"/>
                    <a:pt x="1292" y="1925"/>
                  </a:cubicBezTo>
                  <a:cubicBezTo>
                    <a:pt x="1265" y="1278"/>
                    <a:pt x="1477" y="590"/>
                    <a:pt x="182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58"/>
            <p:cNvSpPr/>
            <p:nvPr/>
          </p:nvSpPr>
          <p:spPr>
            <a:xfrm>
              <a:off x="4929620" y="2612587"/>
              <a:ext cx="634910" cy="596264"/>
            </a:xfrm>
            <a:custGeom>
              <a:rect b="b" l="l" r="r" t="t"/>
              <a:pathLst>
                <a:path extrusionOk="0" h="5184" w="5520">
                  <a:moveTo>
                    <a:pt x="2568" y="357"/>
                  </a:moveTo>
                  <a:cubicBezTo>
                    <a:pt x="2617" y="357"/>
                    <a:pt x="2666" y="372"/>
                    <a:pt x="2711" y="406"/>
                  </a:cubicBezTo>
                  <a:lnTo>
                    <a:pt x="2711" y="419"/>
                  </a:lnTo>
                  <a:cubicBezTo>
                    <a:pt x="2822" y="490"/>
                    <a:pt x="2836" y="645"/>
                    <a:pt x="2751" y="757"/>
                  </a:cubicBezTo>
                  <a:lnTo>
                    <a:pt x="2347" y="1262"/>
                  </a:lnTo>
                  <a:cubicBezTo>
                    <a:pt x="2297" y="1322"/>
                    <a:pt x="2222" y="1356"/>
                    <a:pt x="2149" y="1356"/>
                  </a:cubicBezTo>
                  <a:cubicBezTo>
                    <a:pt x="2099" y="1356"/>
                    <a:pt x="2049" y="1340"/>
                    <a:pt x="2010" y="1306"/>
                  </a:cubicBezTo>
                  <a:cubicBezTo>
                    <a:pt x="1895" y="1222"/>
                    <a:pt x="1882" y="1067"/>
                    <a:pt x="1966" y="969"/>
                  </a:cubicBezTo>
                  <a:lnTo>
                    <a:pt x="2374" y="450"/>
                  </a:lnTo>
                  <a:cubicBezTo>
                    <a:pt x="2424" y="391"/>
                    <a:pt x="2495" y="357"/>
                    <a:pt x="2568" y="357"/>
                  </a:cubicBezTo>
                  <a:close/>
                  <a:moveTo>
                    <a:pt x="3001" y="720"/>
                  </a:moveTo>
                  <a:cubicBezTo>
                    <a:pt x="3061" y="720"/>
                    <a:pt x="3120" y="738"/>
                    <a:pt x="3173" y="773"/>
                  </a:cubicBezTo>
                  <a:cubicBezTo>
                    <a:pt x="3287" y="871"/>
                    <a:pt x="3314" y="1040"/>
                    <a:pt x="3217" y="1165"/>
                  </a:cubicBezTo>
                  <a:lnTo>
                    <a:pt x="2724" y="1785"/>
                  </a:lnTo>
                  <a:cubicBezTo>
                    <a:pt x="2668" y="1849"/>
                    <a:pt x="2587" y="1886"/>
                    <a:pt x="2505" y="1886"/>
                  </a:cubicBezTo>
                  <a:cubicBezTo>
                    <a:pt x="2445" y="1886"/>
                    <a:pt x="2384" y="1866"/>
                    <a:pt x="2330" y="1825"/>
                  </a:cubicBezTo>
                  <a:cubicBezTo>
                    <a:pt x="2219" y="1728"/>
                    <a:pt x="2205" y="1559"/>
                    <a:pt x="2289" y="1448"/>
                  </a:cubicBezTo>
                  <a:lnTo>
                    <a:pt x="2782" y="827"/>
                  </a:lnTo>
                  <a:cubicBezTo>
                    <a:pt x="2838" y="755"/>
                    <a:pt x="2919" y="720"/>
                    <a:pt x="3001" y="720"/>
                  </a:cubicBezTo>
                  <a:close/>
                  <a:moveTo>
                    <a:pt x="3476" y="1097"/>
                  </a:moveTo>
                  <a:cubicBezTo>
                    <a:pt x="3537" y="1097"/>
                    <a:pt x="3598" y="1115"/>
                    <a:pt x="3651" y="1151"/>
                  </a:cubicBezTo>
                  <a:cubicBezTo>
                    <a:pt x="3763" y="1249"/>
                    <a:pt x="3793" y="1417"/>
                    <a:pt x="3695" y="1546"/>
                  </a:cubicBezTo>
                  <a:lnTo>
                    <a:pt x="3203" y="2162"/>
                  </a:lnTo>
                  <a:cubicBezTo>
                    <a:pt x="3190" y="2176"/>
                    <a:pt x="3173" y="2189"/>
                    <a:pt x="3146" y="2206"/>
                  </a:cubicBezTo>
                  <a:cubicBezTo>
                    <a:pt x="3054" y="2123"/>
                    <a:pt x="2950" y="2071"/>
                    <a:pt x="2862" y="2071"/>
                  </a:cubicBezTo>
                  <a:cubicBezTo>
                    <a:pt x="2843" y="2071"/>
                    <a:pt x="2826" y="2074"/>
                    <a:pt x="2809" y="2078"/>
                  </a:cubicBezTo>
                  <a:cubicBezTo>
                    <a:pt x="2782" y="2078"/>
                    <a:pt x="2751" y="2092"/>
                    <a:pt x="2738" y="2105"/>
                  </a:cubicBezTo>
                  <a:cubicBezTo>
                    <a:pt x="2697" y="2007"/>
                    <a:pt x="2711" y="1896"/>
                    <a:pt x="2768" y="1812"/>
                  </a:cubicBezTo>
                  <a:lnTo>
                    <a:pt x="3257" y="1195"/>
                  </a:lnTo>
                  <a:cubicBezTo>
                    <a:pt x="3315" y="1129"/>
                    <a:pt x="3395" y="1097"/>
                    <a:pt x="3476" y="1097"/>
                  </a:cubicBezTo>
                  <a:close/>
                  <a:moveTo>
                    <a:pt x="5088" y="46"/>
                  </a:moveTo>
                  <a:cubicBezTo>
                    <a:pt x="5147" y="46"/>
                    <a:pt x="5206" y="64"/>
                    <a:pt x="5253" y="99"/>
                  </a:cubicBezTo>
                  <a:lnTo>
                    <a:pt x="5337" y="153"/>
                  </a:lnTo>
                  <a:cubicBezTo>
                    <a:pt x="5448" y="251"/>
                    <a:pt x="5465" y="436"/>
                    <a:pt x="5364" y="548"/>
                  </a:cubicBezTo>
                  <a:lnTo>
                    <a:pt x="3904" y="2388"/>
                  </a:lnTo>
                  <a:lnTo>
                    <a:pt x="3904" y="2486"/>
                  </a:lnTo>
                  <a:cubicBezTo>
                    <a:pt x="3962" y="2766"/>
                    <a:pt x="3948" y="3005"/>
                    <a:pt x="3904" y="3218"/>
                  </a:cubicBezTo>
                  <a:cubicBezTo>
                    <a:pt x="3834" y="3076"/>
                    <a:pt x="3510" y="2543"/>
                    <a:pt x="3203" y="2247"/>
                  </a:cubicBezTo>
                  <a:lnTo>
                    <a:pt x="4875" y="153"/>
                  </a:lnTo>
                  <a:cubicBezTo>
                    <a:pt x="4924" y="81"/>
                    <a:pt x="5006" y="46"/>
                    <a:pt x="5088" y="46"/>
                  </a:cubicBezTo>
                  <a:close/>
                  <a:moveTo>
                    <a:pt x="1868" y="1040"/>
                  </a:moveTo>
                  <a:cubicBezTo>
                    <a:pt x="1855" y="1151"/>
                    <a:pt x="1882" y="1262"/>
                    <a:pt x="1979" y="1333"/>
                  </a:cubicBezTo>
                  <a:cubicBezTo>
                    <a:pt x="2029" y="1383"/>
                    <a:pt x="2094" y="1403"/>
                    <a:pt x="2159" y="1403"/>
                  </a:cubicBezTo>
                  <a:cubicBezTo>
                    <a:pt x="2204" y="1403"/>
                    <a:pt x="2249" y="1394"/>
                    <a:pt x="2289" y="1377"/>
                  </a:cubicBezTo>
                  <a:lnTo>
                    <a:pt x="2289" y="1377"/>
                  </a:lnTo>
                  <a:lnTo>
                    <a:pt x="2262" y="1404"/>
                  </a:lnTo>
                  <a:cubicBezTo>
                    <a:pt x="2148" y="1546"/>
                    <a:pt x="2178" y="1755"/>
                    <a:pt x="2303" y="1869"/>
                  </a:cubicBezTo>
                  <a:cubicBezTo>
                    <a:pt x="2361" y="1913"/>
                    <a:pt x="2431" y="1934"/>
                    <a:pt x="2501" y="1934"/>
                  </a:cubicBezTo>
                  <a:cubicBezTo>
                    <a:pt x="2565" y="1934"/>
                    <a:pt x="2629" y="1917"/>
                    <a:pt x="2684" y="1883"/>
                  </a:cubicBezTo>
                  <a:lnTo>
                    <a:pt x="2684" y="1883"/>
                  </a:lnTo>
                  <a:cubicBezTo>
                    <a:pt x="2654" y="1967"/>
                    <a:pt x="2654" y="2051"/>
                    <a:pt x="2697" y="2136"/>
                  </a:cubicBezTo>
                  <a:cubicBezTo>
                    <a:pt x="2667" y="2162"/>
                    <a:pt x="2654" y="2189"/>
                    <a:pt x="2640" y="2220"/>
                  </a:cubicBezTo>
                  <a:cubicBezTo>
                    <a:pt x="2569" y="2388"/>
                    <a:pt x="2600" y="2655"/>
                    <a:pt x="2667" y="2921"/>
                  </a:cubicBezTo>
                  <a:cubicBezTo>
                    <a:pt x="2628" y="2913"/>
                    <a:pt x="2564" y="2905"/>
                    <a:pt x="2483" y="2905"/>
                  </a:cubicBezTo>
                  <a:cubicBezTo>
                    <a:pt x="2423" y="2905"/>
                    <a:pt x="2353" y="2910"/>
                    <a:pt x="2276" y="2921"/>
                  </a:cubicBezTo>
                  <a:cubicBezTo>
                    <a:pt x="2276" y="2935"/>
                    <a:pt x="2289" y="2948"/>
                    <a:pt x="2289" y="2965"/>
                  </a:cubicBezTo>
                  <a:cubicBezTo>
                    <a:pt x="2355" y="2955"/>
                    <a:pt x="2414" y="2951"/>
                    <a:pt x="2465" y="2951"/>
                  </a:cubicBezTo>
                  <a:cubicBezTo>
                    <a:pt x="2568" y="2951"/>
                    <a:pt x="2640" y="2965"/>
                    <a:pt x="2667" y="2965"/>
                  </a:cubicBezTo>
                  <a:cubicBezTo>
                    <a:pt x="2738" y="3201"/>
                    <a:pt x="2836" y="3427"/>
                    <a:pt x="2893" y="3568"/>
                  </a:cubicBezTo>
                  <a:lnTo>
                    <a:pt x="2906" y="3568"/>
                  </a:lnTo>
                  <a:cubicBezTo>
                    <a:pt x="2906" y="3575"/>
                    <a:pt x="2910" y="3578"/>
                    <a:pt x="2915" y="3578"/>
                  </a:cubicBezTo>
                  <a:cubicBezTo>
                    <a:pt x="2921" y="3578"/>
                    <a:pt x="2928" y="3575"/>
                    <a:pt x="2937" y="3568"/>
                  </a:cubicBezTo>
                  <a:cubicBezTo>
                    <a:pt x="2937" y="3568"/>
                    <a:pt x="2950" y="3555"/>
                    <a:pt x="2937" y="3538"/>
                  </a:cubicBezTo>
                  <a:cubicBezTo>
                    <a:pt x="2866" y="3400"/>
                    <a:pt x="2782" y="3187"/>
                    <a:pt x="2724" y="2965"/>
                  </a:cubicBezTo>
                  <a:lnTo>
                    <a:pt x="2724" y="2948"/>
                  </a:lnTo>
                  <a:cubicBezTo>
                    <a:pt x="2724" y="2948"/>
                    <a:pt x="2724" y="2935"/>
                    <a:pt x="2711" y="2935"/>
                  </a:cubicBezTo>
                  <a:cubicBezTo>
                    <a:pt x="2640" y="2668"/>
                    <a:pt x="2613" y="2402"/>
                    <a:pt x="2684" y="2247"/>
                  </a:cubicBezTo>
                  <a:cubicBezTo>
                    <a:pt x="2697" y="2220"/>
                    <a:pt x="2711" y="2189"/>
                    <a:pt x="2724" y="2176"/>
                  </a:cubicBezTo>
                  <a:cubicBezTo>
                    <a:pt x="2738" y="2162"/>
                    <a:pt x="2751" y="2149"/>
                    <a:pt x="2768" y="2149"/>
                  </a:cubicBezTo>
                  <a:cubicBezTo>
                    <a:pt x="2782" y="2136"/>
                    <a:pt x="2795" y="2122"/>
                    <a:pt x="2809" y="2122"/>
                  </a:cubicBezTo>
                  <a:cubicBezTo>
                    <a:pt x="2827" y="2116"/>
                    <a:pt x="2845" y="2114"/>
                    <a:pt x="2863" y="2114"/>
                  </a:cubicBezTo>
                  <a:cubicBezTo>
                    <a:pt x="2943" y="2114"/>
                    <a:pt x="3025" y="2165"/>
                    <a:pt x="3119" y="2233"/>
                  </a:cubicBezTo>
                  <a:cubicBezTo>
                    <a:pt x="3119" y="2247"/>
                    <a:pt x="3132" y="2247"/>
                    <a:pt x="3146" y="2260"/>
                  </a:cubicBezTo>
                  <a:lnTo>
                    <a:pt x="3132" y="2260"/>
                  </a:lnTo>
                  <a:lnTo>
                    <a:pt x="3132" y="2274"/>
                  </a:lnTo>
                  <a:lnTo>
                    <a:pt x="3132" y="2291"/>
                  </a:lnTo>
                  <a:cubicBezTo>
                    <a:pt x="3139" y="2297"/>
                    <a:pt x="3146" y="2301"/>
                    <a:pt x="3153" y="2301"/>
                  </a:cubicBezTo>
                  <a:cubicBezTo>
                    <a:pt x="3159" y="2301"/>
                    <a:pt x="3166" y="2297"/>
                    <a:pt x="3173" y="2291"/>
                  </a:cubicBezTo>
                  <a:cubicBezTo>
                    <a:pt x="3510" y="2611"/>
                    <a:pt x="3877" y="3258"/>
                    <a:pt x="3891" y="3272"/>
                  </a:cubicBezTo>
                  <a:cubicBezTo>
                    <a:pt x="3665" y="4115"/>
                    <a:pt x="2782" y="4425"/>
                    <a:pt x="2458" y="4509"/>
                  </a:cubicBezTo>
                  <a:cubicBezTo>
                    <a:pt x="2262" y="4566"/>
                    <a:pt x="2010" y="5001"/>
                    <a:pt x="1952" y="5099"/>
                  </a:cubicBezTo>
                  <a:lnTo>
                    <a:pt x="54" y="3609"/>
                  </a:lnTo>
                  <a:cubicBezTo>
                    <a:pt x="476" y="2739"/>
                    <a:pt x="1504" y="1488"/>
                    <a:pt x="1868" y="1040"/>
                  </a:cubicBezTo>
                  <a:close/>
                  <a:moveTo>
                    <a:pt x="5086" y="0"/>
                  </a:moveTo>
                  <a:cubicBezTo>
                    <a:pt x="4991" y="0"/>
                    <a:pt x="4896" y="44"/>
                    <a:pt x="4831" y="126"/>
                  </a:cubicBezTo>
                  <a:lnTo>
                    <a:pt x="3793" y="1431"/>
                  </a:lnTo>
                  <a:cubicBezTo>
                    <a:pt x="3820" y="1320"/>
                    <a:pt x="3780" y="1195"/>
                    <a:pt x="3678" y="1124"/>
                  </a:cubicBezTo>
                  <a:cubicBezTo>
                    <a:pt x="3618" y="1071"/>
                    <a:pt x="3544" y="1046"/>
                    <a:pt x="3471" y="1046"/>
                  </a:cubicBezTo>
                  <a:cubicBezTo>
                    <a:pt x="3411" y="1046"/>
                    <a:pt x="3351" y="1063"/>
                    <a:pt x="3301" y="1094"/>
                  </a:cubicBezTo>
                  <a:cubicBezTo>
                    <a:pt x="3341" y="969"/>
                    <a:pt x="3314" y="827"/>
                    <a:pt x="3203" y="743"/>
                  </a:cubicBezTo>
                  <a:cubicBezTo>
                    <a:pt x="3138" y="696"/>
                    <a:pt x="3062" y="671"/>
                    <a:pt x="2987" y="671"/>
                  </a:cubicBezTo>
                  <a:cubicBezTo>
                    <a:pt x="2929" y="671"/>
                    <a:pt x="2872" y="685"/>
                    <a:pt x="2822" y="716"/>
                  </a:cubicBezTo>
                  <a:cubicBezTo>
                    <a:pt x="2879" y="605"/>
                    <a:pt x="2852" y="463"/>
                    <a:pt x="2738" y="379"/>
                  </a:cubicBezTo>
                  <a:cubicBezTo>
                    <a:pt x="2683" y="336"/>
                    <a:pt x="2617" y="315"/>
                    <a:pt x="2552" y="315"/>
                  </a:cubicBezTo>
                  <a:cubicBezTo>
                    <a:pt x="2469" y="315"/>
                    <a:pt x="2387" y="350"/>
                    <a:pt x="2330" y="419"/>
                  </a:cubicBezTo>
                  <a:lnTo>
                    <a:pt x="1993" y="841"/>
                  </a:lnTo>
                  <a:cubicBezTo>
                    <a:pt x="1993" y="841"/>
                    <a:pt x="1979" y="841"/>
                    <a:pt x="1979" y="858"/>
                  </a:cubicBezTo>
                  <a:cubicBezTo>
                    <a:pt x="1966" y="871"/>
                    <a:pt x="519" y="2527"/>
                    <a:pt x="14" y="3609"/>
                  </a:cubicBezTo>
                  <a:lnTo>
                    <a:pt x="0" y="3622"/>
                  </a:lnTo>
                  <a:lnTo>
                    <a:pt x="1939" y="5156"/>
                  </a:lnTo>
                  <a:lnTo>
                    <a:pt x="1966" y="5183"/>
                  </a:lnTo>
                  <a:lnTo>
                    <a:pt x="1979" y="5156"/>
                  </a:lnTo>
                  <a:cubicBezTo>
                    <a:pt x="1979" y="5139"/>
                    <a:pt x="2276" y="4607"/>
                    <a:pt x="2472" y="4549"/>
                  </a:cubicBezTo>
                  <a:cubicBezTo>
                    <a:pt x="2893" y="4438"/>
                    <a:pt x="4241" y="3959"/>
                    <a:pt x="3948" y="2486"/>
                  </a:cubicBezTo>
                  <a:lnTo>
                    <a:pt x="3962" y="2415"/>
                  </a:lnTo>
                  <a:lnTo>
                    <a:pt x="5408" y="575"/>
                  </a:lnTo>
                  <a:cubicBezTo>
                    <a:pt x="5519" y="436"/>
                    <a:pt x="5492" y="237"/>
                    <a:pt x="5364" y="126"/>
                  </a:cubicBezTo>
                  <a:lnTo>
                    <a:pt x="5280" y="69"/>
                  </a:lnTo>
                  <a:cubicBezTo>
                    <a:pt x="5222" y="22"/>
                    <a:pt x="5154" y="0"/>
                    <a:pt x="5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9"/>
          <p:cNvSpPr txBox="1"/>
          <p:nvPr>
            <p:ph idx="1" type="subTitle"/>
          </p:nvPr>
        </p:nvSpPr>
        <p:spPr>
          <a:xfrm>
            <a:off x="3158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Which players have the highest overall NIL Valuation?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01" name="Google Shape;801;p59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802" name="Google Shape;802;p59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59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59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59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59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59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59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59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59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59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59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59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59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9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59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59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9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9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59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59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59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59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59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59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59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59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59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59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59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59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59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59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9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59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59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59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9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9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9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9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9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9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9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9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59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59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59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59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59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9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59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9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9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59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59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59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59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9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59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59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59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59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9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9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9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59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59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9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59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59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59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59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9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9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9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9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9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9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9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9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9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9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9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59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59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59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59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59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59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59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59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59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59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59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9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9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9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9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59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59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59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59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59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59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59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9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9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9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59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59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59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0"/>
          <p:cNvSpPr txBox="1"/>
          <p:nvPr>
            <p:ph type="title"/>
          </p:nvPr>
        </p:nvSpPr>
        <p:spPr>
          <a:xfrm>
            <a:off x="152400" y="4526100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20" name="Google Shape;920;p60"/>
          <p:cNvSpPr txBox="1"/>
          <p:nvPr>
            <p:ph idx="1" type="subTitle"/>
          </p:nvPr>
        </p:nvSpPr>
        <p:spPr>
          <a:xfrm>
            <a:off x="2558250" y="1271107"/>
            <a:ext cx="4027500" cy="26013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Football_Player.First_Name, Football_Player.Last_Name, SUM(Total_Deal_Value) as NIL_Money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NIL_Deal, Football_Player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NIL_Deal.NCAA_ID = Football_Player.NCAA_ID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Football_Player.First_Name, Football_Player.Last_Name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Having NIL_Money &gt; 5000000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NIL_Money DESC;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1"/>
          <p:cNvSpPr txBox="1"/>
          <p:nvPr>
            <p:ph idx="1" type="subTitle"/>
          </p:nvPr>
        </p:nvSpPr>
        <p:spPr>
          <a:xfrm>
            <a:off x="3158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What companies are investing in college football in my state?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26" name="Google Shape;926;p61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927" name="Google Shape;927;p61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1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1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1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1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1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1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1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1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1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1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1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1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1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1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1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1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1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1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1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1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1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1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1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1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1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1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1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1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1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1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1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1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1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1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1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1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1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1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1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1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1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1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1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1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1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1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1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1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1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1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1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1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1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1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1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1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1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1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1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1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1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1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1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1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1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1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1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1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1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1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1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1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1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1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1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1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1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1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1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1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1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1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1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1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1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1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1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1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1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1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1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1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1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1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1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1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1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1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1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1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1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1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1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1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1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1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1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1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1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1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1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1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2"/>
          <p:cNvSpPr txBox="1"/>
          <p:nvPr>
            <p:ph type="title"/>
          </p:nvPr>
        </p:nvSpPr>
        <p:spPr>
          <a:xfrm>
            <a:off x="152400" y="4526088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5" name="Google Shape;1045;p62"/>
          <p:cNvSpPr txBox="1"/>
          <p:nvPr>
            <p:ph idx="1" type="subTitle"/>
          </p:nvPr>
        </p:nvSpPr>
        <p:spPr>
          <a:xfrm>
            <a:off x="2558250" y="1258049"/>
            <a:ext cx="4027500" cy="2627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Company.Company_Name, SUM(NIL_Deal.Total_Deal_Value) as Total_Company_Investment, Company.State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NIL_Deal, Company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NIL_Deal.Company_Name = Company.Company_Name and Company.State = "Illinois"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Company.Company_Name, Company.State;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3"/>
          <p:cNvSpPr txBox="1"/>
          <p:nvPr>
            <p:ph idx="1" type="subTitle"/>
          </p:nvPr>
        </p:nvSpPr>
        <p:spPr>
          <a:xfrm>
            <a:off x="3158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Which college football players are generating the most social media attention?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51" name="Google Shape;1051;p63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052" name="Google Shape;1052;p63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3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3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3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3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3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3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3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3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3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3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3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3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3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3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3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3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3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3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3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3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3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3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3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3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3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3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3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3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3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3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3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3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3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3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3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3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3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3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3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3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3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3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3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3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3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3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3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3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3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3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3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3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3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3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3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3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3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3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3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3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3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3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3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3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3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3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3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3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3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3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3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3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3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3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3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3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3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3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3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3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3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3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3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3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3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3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3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3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3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3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3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3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3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3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3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3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3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3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3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3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3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3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3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3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3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3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3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3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3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3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3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64"/>
          <p:cNvSpPr txBox="1"/>
          <p:nvPr>
            <p:ph type="title"/>
          </p:nvPr>
        </p:nvSpPr>
        <p:spPr>
          <a:xfrm>
            <a:off x="152400" y="4526088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70" name="Google Shape;1170;p64"/>
          <p:cNvSpPr txBox="1"/>
          <p:nvPr>
            <p:ph idx="1" type="subTitle"/>
          </p:nvPr>
        </p:nvSpPr>
        <p:spPr>
          <a:xfrm>
            <a:off x="2558250" y="1364399"/>
            <a:ext cx="4027500" cy="24147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Football_Player.First_Name, Football_Player.Last_Name, SUM(Social_Media.Followers) AS Total_Followers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Social_Media, Football_Player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Social_Media.NCAA_ID = Football_Player.NCAA_ID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Football_Player.First_Name, Football_Player.Last_Name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Total_Followers DESC;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65"/>
          <p:cNvSpPr txBox="1"/>
          <p:nvPr>
            <p:ph idx="1" type="subTitle"/>
          </p:nvPr>
        </p:nvSpPr>
        <p:spPr>
          <a:xfrm>
            <a:off x="3158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Which college football agents provide the best value for our players?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76" name="Google Shape;1176;p65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177" name="Google Shape;1177;p65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5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5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5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5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65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65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65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5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5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5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5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5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5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5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5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5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5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5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5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5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5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5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5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5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5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5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5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5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5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5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5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5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5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5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5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5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5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5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5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5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5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5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5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5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5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5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5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5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5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5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5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5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5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5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5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5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5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5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5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5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5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5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5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5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5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5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5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5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5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5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5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5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5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5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5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5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5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5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5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5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5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5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5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5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5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5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65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5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5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5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5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5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5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65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5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66"/>
          <p:cNvSpPr txBox="1"/>
          <p:nvPr>
            <p:ph type="title"/>
          </p:nvPr>
        </p:nvSpPr>
        <p:spPr>
          <a:xfrm>
            <a:off x="152400" y="4526088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95" name="Google Shape;1295;p66"/>
          <p:cNvSpPr txBox="1"/>
          <p:nvPr>
            <p:ph idx="1" type="subTitle"/>
          </p:nvPr>
        </p:nvSpPr>
        <p:spPr>
          <a:xfrm>
            <a:off x="2558250" y="1416450"/>
            <a:ext cx="4027500" cy="2310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Agent.First_Name, Agent.Last_Name, SUM(NIL_Deal.Total_Deal_Value) as Negotiated_NIL, SUM(NIL_Deal.Total_Deal_Value * Agent.Commission_Percentage) as Commission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Agent, NIL_Deal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Agent.Agent_ID = NIL_Deal.Agent_ID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Agent.First_Name, Agent.Last_Name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Having Negotiated_NIL &gt; 800000 and Commission &lt; 1000000;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67"/>
          <p:cNvSpPr txBox="1"/>
          <p:nvPr>
            <p:ph idx="1" type="subTitle"/>
          </p:nvPr>
        </p:nvSpPr>
        <p:spPr>
          <a:xfrm>
            <a:off x="3158975" y="1756055"/>
            <a:ext cx="4027500" cy="18984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Who are the QB’s with more than 5 throwing TD’s, more than 1000 passing yds, and within my NIL budget?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01" name="Google Shape;1301;p67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302" name="Google Shape;1302;p67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7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7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7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7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7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7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7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7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7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7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7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7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7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7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7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7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7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7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7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7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7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7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7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7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7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7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7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7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7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7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7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7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7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7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7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7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7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7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7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7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7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7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7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7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7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7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67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7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7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7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7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7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7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7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7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7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7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7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7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7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7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7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67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7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7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7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7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7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7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7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7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7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7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7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7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7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7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7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7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7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67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7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7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7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7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7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7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7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7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7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7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7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7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7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7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7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7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7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7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7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7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67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67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7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7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7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7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7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7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7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7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7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68"/>
          <p:cNvSpPr txBox="1"/>
          <p:nvPr>
            <p:ph type="title"/>
          </p:nvPr>
        </p:nvSpPr>
        <p:spPr>
          <a:xfrm>
            <a:off x="6498900" y="4526100"/>
            <a:ext cx="24927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20" name="Google Shape;1420;p68"/>
          <p:cNvSpPr txBox="1"/>
          <p:nvPr>
            <p:ph idx="1" type="subTitle"/>
          </p:nvPr>
        </p:nvSpPr>
        <p:spPr>
          <a:xfrm>
            <a:off x="232575" y="143975"/>
            <a:ext cx="5596200" cy="39033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Football_Player.First_Name,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Football_Player.Last_Name,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Quarterback.Passing_Touchdowns,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Quarterback.Passing_Yards,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SUM(Social_Media.Followers) AS Followers,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SUM(NIL_Deal.Total_Deal_Value) AS NIL_Valuation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Quarterback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Football_Player ON Quarterback.Q_NCAA_ID = Football_Player.NCAA_ID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JOIN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Social_Media ON Quarterback.Q_NCAA_ID = Social_Media.NCAA_ID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NIL_Deal ON Quarterback.Q_NCAA_ID = NIL_Deal.NCAA_ID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Quarterback.Passing_Touchdowns &gt;= 5 and Quarterback.Passing_Yards &gt;= 1000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Football_Player.First_Name,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Football_Player.Last_Name,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Quarterback.Passing_Touchdowns, 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Quarterback.Passing_Yards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HAVING NIL_Valuation &lt; 10000000;</a:t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9"/>
          <p:cNvSpPr txBox="1"/>
          <p:nvPr>
            <p:ph idx="1" type="subTitle"/>
          </p:nvPr>
        </p:nvSpPr>
        <p:spPr>
          <a:xfrm>
            <a:off x="3158975" y="17560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What are the total amounts of followers garnered by players on each </a:t>
            </a: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platform, and how many players utilize each platform?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26" name="Google Shape;1426;p69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427" name="Google Shape;1427;p69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9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9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9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9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9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9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9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9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9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9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9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9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9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9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9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9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9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9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9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9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9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9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9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9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9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9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9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9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9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9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9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9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9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9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9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9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9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9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9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9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9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9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9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9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9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9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9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9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9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9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9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9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9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9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9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9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9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9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9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9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9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9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9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9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9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9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9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69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9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9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9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9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9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9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9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69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9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9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9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9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9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9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9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9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9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9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9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9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9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9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9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9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9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9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9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9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9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9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9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9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9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9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9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9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9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9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9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9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9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9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9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9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70"/>
          <p:cNvSpPr txBox="1"/>
          <p:nvPr>
            <p:ph type="title"/>
          </p:nvPr>
        </p:nvSpPr>
        <p:spPr>
          <a:xfrm>
            <a:off x="152400" y="4526088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45" name="Google Shape;1545;p70"/>
          <p:cNvSpPr txBox="1"/>
          <p:nvPr>
            <p:ph idx="1" type="subTitle"/>
          </p:nvPr>
        </p:nvSpPr>
        <p:spPr>
          <a:xfrm>
            <a:off x="2558250" y="801450"/>
            <a:ext cx="4027500" cy="3540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Social_Media.Platform AS Social_Media_Platform,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SUM(Social_Media.Followers) AS Total_Followers,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COUNT(DISTINCT Football_Player.NCAA_ID) AS Total_Players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Social_Media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Football_Player ON Social_Media.NCAA_ID = Football_Player.NCAA_ID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Social_Media.Platform;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71"/>
          <p:cNvSpPr txBox="1"/>
          <p:nvPr>
            <p:ph idx="1" type="subTitle"/>
          </p:nvPr>
        </p:nvSpPr>
        <p:spPr>
          <a:xfrm>
            <a:off x="3158975" y="1908447"/>
            <a:ext cx="4027500" cy="978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Adding a player into the database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51" name="Google Shape;1551;p71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552" name="Google Shape;1552;p71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71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71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71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71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71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71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71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71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71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71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71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71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71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71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71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71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71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71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71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71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71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71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71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71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71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71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71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71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71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71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71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71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71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71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71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71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71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71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71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71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71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71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71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71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71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71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71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71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71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71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71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71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71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71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71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71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71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71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71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71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71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71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71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71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71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71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71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71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71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71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71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71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71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71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71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71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71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71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71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71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71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71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71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71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71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71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71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71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71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71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71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71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71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71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71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71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71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71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71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71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71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71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71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71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71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71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71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71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71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71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71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71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72"/>
          <p:cNvSpPr txBox="1"/>
          <p:nvPr>
            <p:ph type="title"/>
          </p:nvPr>
        </p:nvSpPr>
        <p:spPr>
          <a:xfrm>
            <a:off x="152400" y="4526100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70" name="Google Shape;1670;p72"/>
          <p:cNvSpPr txBox="1"/>
          <p:nvPr>
            <p:ph idx="1" type="subTitle"/>
          </p:nvPr>
        </p:nvSpPr>
        <p:spPr>
          <a:xfrm>
            <a:off x="737850" y="1943250"/>
            <a:ext cx="7668300" cy="1257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INTO Football_Player (NCAA_ID, First_Name, Last_Name, Years_of_Eligibility, QB, OPP, OL, DP, K, P, College, Agent_ID)</a:t>
            </a:r>
            <a:endParaRPr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(23, 'Tate', 'Ratledge', 1, 0, 0, 1, 0, 0, 0, "UGA", 102);</a:t>
            </a:r>
            <a:endParaRPr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73"/>
          <p:cNvSpPr txBox="1"/>
          <p:nvPr>
            <p:ph idx="1" type="subTitle"/>
          </p:nvPr>
        </p:nvSpPr>
        <p:spPr>
          <a:xfrm>
            <a:off x="3158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Updating the stats of a player currently in the database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76" name="Google Shape;1676;p73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677" name="Google Shape;1677;p73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73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73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73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73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73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73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73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73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73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73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73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73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73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73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73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73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73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73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73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73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73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73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73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73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73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73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73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73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73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73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73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73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73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73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73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73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73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73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73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73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73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73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73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73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73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73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73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73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73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73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73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73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73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73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73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73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73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73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73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73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73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73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73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73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73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73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73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73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73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73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73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73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73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73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73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73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73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73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73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73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73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73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73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73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73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73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73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73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73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73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73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73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73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73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73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73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73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73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73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73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73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73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73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73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73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73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73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73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73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73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73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73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74"/>
          <p:cNvSpPr txBox="1"/>
          <p:nvPr>
            <p:ph type="title"/>
          </p:nvPr>
        </p:nvSpPr>
        <p:spPr>
          <a:xfrm>
            <a:off x="152400" y="4526100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95" name="Google Shape;1795;p74"/>
          <p:cNvSpPr txBox="1"/>
          <p:nvPr>
            <p:ph idx="1" type="subTitle"/>
          </p:nvPr>
        </p:nvSpPr>
        <p:spPr>
          <a:xfrm>
            <a:off x="208950" y="2095500"/>
            <a:ext cx="8631600" cy="9525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Football_Player SET College = 'You Choose!', Years_of_Eligibility = 2 </a:t>
            </a:r>
            <a:endParaRPr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NCAA_ID = 2;</a:t>
            </a:r>
            <a:endParaRPr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75"/>
          <p:cNvSpPr txBox="1"/>
          <p:nvPr>
            <p:ph idx="1" type="subTitle"/>
          </p:nvPr>
        </p:nvSpPr>
        <p:spPr>
          <a:xfrm>
            <a:off x="3158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What kickers have a higher than average field goal percentage?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01" name="Google Shape;1801;p75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802" name="Google Shape;1802;p75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75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75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75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75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75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75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75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75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75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75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75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75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75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75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75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75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75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75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75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75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75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75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75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75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75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75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75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75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75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75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75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75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75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75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75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75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75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75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75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75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75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75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75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75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75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75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75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75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75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75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75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75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75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75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75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75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75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75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75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75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75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75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75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75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75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75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75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75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75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75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75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75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75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75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75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75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75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75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75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75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75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75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75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75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75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75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75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75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75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75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75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75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75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75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75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75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75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75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75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75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75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75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75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75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75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75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75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75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75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75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75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75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76"/>
          <p:cNvSpPr txBox="1"/>
          <p:nvPr>
            <p:ph type="title"/>
          </p:nvPr>
        </p:nvSpPr>
        <p:spPr>
          <a:xfrm>
            <a:off x="152400" y="4526100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20" name="Google Shape;1920;p76"/>
          <p:cNvSpPr txBox="1"/>
          <p:nvPr>
            <p:ph idx="1" type="subTitle"/>
          </p:nvPr>
        </p:nvSpPr>
        <p:spPr>
          <a:xfrm>
            <a:off x="247650" y="1484550"/>
            <a:ext cx="8648700" cy="17853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football_player.First_Name, football_player.last_name, (kicker.Field_Goals_Made/kicker.Field_Goals_Attempted) as FieldGoalPercentage from football_player, kicker</a:t>
            </a:r>
            <a:endParaRPr b="1" sz="15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football_player.ncaa_ID=kicker.K_NCAA_ID and kicker.Field_Goals_Made/kicker.Field_Goals_Attempted&gt;=(SELECT AVG(Field_Goals_Made/kicker.Field_Goals_Attempted) from kicker);</a:t>
            </a:r>
            <a:endParaRPr b="1" sz="15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77"/>
          <p:cNvSpPr txBox="1"/>
          <p:nvPr>
            <p:ph idx="1" type="subTitle"/>
          </p:nvPr>
        </p:nvSpPr>
        <p:spPr>
          <a:xfrm>
            <a:off x="3539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What are the names and statistics of high-performance punters?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6" name="Google Shape;1926;p77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1927" name="Google Shape;1927;p77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77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77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77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77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77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77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77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77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77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77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77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77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77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77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77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77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77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77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77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77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77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77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77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77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77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77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77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77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77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77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77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77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77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77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77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77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77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77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77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77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77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77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77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77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77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77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77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77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77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77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77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77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77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77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77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77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77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77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77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77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77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77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77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77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77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77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77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77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77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77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77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77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77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77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77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77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77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77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77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77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77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77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77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77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77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77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77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77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77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77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77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77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77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77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77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77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77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77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77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77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77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77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77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77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77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77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77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77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77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77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77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77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78"/>
          <p:cNvSpPr txBox="1"/>
          <p:nvPr>
            <p:ph type="title"/>
          </p:nvPr>
        </p:nvSpPr>
        <p:spPr>
          <a:xfrm>
            <a:off x="152400" y="4526100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45" name="Google Shape;2045;p78"/>
          <p:cNvSpPr txBox="1"/>
          <p:nvPr>
            <p:ph idx="1" type="subTitle"/>
          </p:nvPr>
        </p:nvSpPr>
        <p:spPr>
          <a:xfrm>
            <a:off x="2437650" y="1275150"/>
            <a:ext cx="4268700" cy="2593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Football_Player.First_Name, Football_Player.Last_Name, Punter.Punts_Inside_20, Punter.Longest_Punt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Football_Player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Punter ON Football_Player.NCAA_ID = Punter.P_NCAA_ID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Punter.Punts_Inside_20 &gt; 8 AND Punter.Longest_Punt &gt; 60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Football_Player.First_Name, Football_Player.Last_Name;</a:t>
            </a:r>
            <a:endParaRPr b="1" sz="15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6" name="Google Shape;2046;p78"/>
          <p:cNvSpPr txBox="1"/>
          <p:nvPr/>
        </p:nvSpPr>
        <p:spPr>
          <a:xfrm>
            <a:off x="6556500" y="3682200"/>
            <a:ext cx="25875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define a high-performance punter as having over 8 punts inside 20 and having a longest punt of over 60 yards.</a:t>
            </a:r>
            <a:endParaRPr i="1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79"/>
          <p:cNvSpPr txBox="1"/>
          <p:nvPr>
            <p:ph idx="1" type="subTitle"/>
          </p:nvPr>
        </p:nvSpPr>
        <p:spPr>
          <a:xfrm>
            <a:off x="3158975" y="1908438"/>
            <a:ext cx="4027500" cy="13266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What archetypes do defensive players fall under?</a:t>
            </a:r>
            <a:endParaRPr b="1" sz="23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52" name="Google Shape;2052;p79"/>
          <p:cNvGrpSpPr/>
          <p:nvPr/>
        </p:nvGrpSpPr>
        <p:grpSpPr>
          <a:xfrm>
            <a:off x="-557099" y="1955089"/>
            <a:ext cx="3517298" cy="3188529"/>
            <a:chOff x="-557076" y="676514"/>
            <a:chExt cx="4653742" cy="4466978"/>
          </a:xfrm>
        </p:grpSpPr>
        <p:sp>
          <p:nvSpPr>
            <p:cNvPr id="2053" name="Google Shape;2053;p79"/>
            <p:cNvSpPr/>
            <p:nvPr/>
          </p:nvSpPr>
          <p:spPr>
            <a:xfrm>
              <a:off x="-557076" y="3926511"/>
              <a:ext cx="2595801" cy="1216982"/>
            </a:xfrm>
            <a:custGeom>
              <a:rect b="b" l="l" r="r" t="t"/>
              <a:pathLst>
                <a:path extrusionOk="0" h="57075" w="121740">
                  <a:moveTo>
                    <a:pt x="40759" y="0"/>
                  </a:moveTo>
                  <a:cubicBezTo>
                    <a:pt x="40295" y="93"/>
                    <a:pt x="36899" y="3341"/>
                    <a:pt x="32184" y="8594"/>
                  </a:cubicBezTo>
                  <a:cubicBezTo>
                    <a:pt x="22125" y="19730"/>
                    <a:pt x="6032" y="39831"/>
                    <a:pt x="0" y="57074"/>
                  </a:cubicBezTo>
                  <a:lnTo>
                    <a:pt x="121740" y="57074"/>
                  </a:lnTo>
                  <a:lnTo>
                    <a:pt x="118491" y="39757"/>
                  </a:lnTo>
                  <a:lnTo>
                    <a:pt x="117248" y="33186"/>
                  </a:lnTo>
                  <a:lnTo>
                    <a:pt x="115002" y="22050"/>
                  </a:lnTo>
                  <a:lnTo>
                    <a:pt x="59858" y="5661"/>
                  </a:lnTo>
                  <a:lnTo>
                    <a:pt x="58930" y="5420"/>
                  </a:lnTo>
                  <a:lnTo>
                    <a:pt x="53288" y="3712"/>
                  </a:lnTo>
                  <a:lnTo>
                    <a:pt x="51283" y="3100"/>
                  </a:lnTo>
                  <a:lnTo>
                    <a:pt x="4075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79"/>
            <p:cNvSpPr/>
            <p:nvPr/>
          </p:nvSpPr>
          <p:spPr>
            <a:xfrm>
              <a:off x="-251951" y="3982695"/>
              <a:ext cx="989428" cy="1160797"/>
            </a:xfrm>
            <a:custGeom>
              <a:rect b="b" l="l" r="r" t="t"/>
              <a:pathLst>
                <a:path extrusionOk="0" h="54440" w="46403">
                  <a:moveTo>
                    <a:pt x="36194" y="1"/>
                  </a:moveTo>
                  <a:cubicBezTo>
                    <a:pt x="25670" y="13698"/>
                    <a:pt x="12306" y="28454"/>
                    <a:pt x="1" y="54439"/>
                  </a:cubicBezTo>
                  <a:lnTo>
                    <a:pt x="12455" y="54439"/>
                  </a:lnTo>
                  <a:cubicBezTo>
                    <a:pt x="23740" y="34115"/>
                    <a:pt x="36435" y="16241"/>
                    <a:pt x="46402" y="3249"/>
                  </a:cubicBezTo>
                  <a:lnTo>
                    <a:pt x="44620" y="2785"/>
                  </a:lnTo>
                  <a:lnTo>
                    <a:pt x="38978" y="1077"/>
                  </a:lnTo>
                  <a:lnTo>
                    <a:pt x="36194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79"/>
            <p:cNvSpPr/>
            <p:nvPr/>
          </p:nvSpPr>
          <p:spPr>
            <a:xfrm>
              <a:off x="-175958" y="4005660"/>
              <a:ext cx="875438" cy="1137833"/>
            </a:xfrm>
            <a:custGeom>
              <a:rect b="b" l="l" r="r" t="t"/>
              <a:pathLst>
                <a:path extrusionOk="0" h="53363" w="41057">
                  <a:moveTo>
                    <a:pt x="35414" y="0"/>
                  </a:moveTo>
                  <a:cubicBezTo>
                    <a:pt x="28379" y="8278"/>
                    <a:pt x="11823" y="29233"/>
                    <a:pt x="0" y="53362"/>
                  </a:cubicBezTo>
                  <a:lnTo>
                    <a:pt x="6255" y="53362"/>
                  </a:lnTo>
                  <a:cubicBezTo>
                    <a:pt x="18245" y="29549"/>
                    <a:pt x="34486" y="9206"/>
                    <a:pt x="41056" y="1708"/>
                  </a:cubicBezTo>
                  <a:lnTo>
                    <a:pt x="35414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79"/>
            <p:cNvSpPr/>
            <p:nvPr/>
          </p:nvSpPr>
          <p:spPr>
            <a:xfrm>
              <a:off x="1168042" y="4937666"/>
              <a:ext cx="148426" cy="205826"/>
            </a:xfrm>
            <a:custGeom>
              <a:rect b="b" l="l" r="r" t="t"/>
              <a:pathLst>
                <a:path extrusionOk="0" h="9653" w="6961">
                  <a:moveTo>
                    <a:pt x="6960" y="1"/>
                  </a:moveTo>
                  <a:lnTo>
                    <a:pt x="6960" y="1"/>
                  </a:lnTo>
                  <a:cubicBezTo>
                    <a:pt x="5179" y="2785"/>
                    <a:pt x="2320" y="6571"/>
                    <a:pt x="0" y="9652"/>
                  </a:cubicBezTo>
                  <a:lnTo>
                    <a:pt x="3787" y="9652"/>
                  </a:lnTo>
                  <a:cubicBezTo>
                    <a:pt x="5327" y="5327"/>
                    <a:pt x="6960" y="223"/>
                    <a:pt x="696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79"/>
            <p:cNvSpPr/>
            <p:nvPr/>
          </p:nvSpPr>
          <p:spPr>
            <a:xfrm>
              <a:off x="129167" y="3991011"/>
              <a:ext cx="1840302" cy="783218"/>
            </a:xfrm>
            <a:custGeom>
              <a:rect b="b" l="l" r="r" t="t"/>
              <a:pathLst>
                <a:path extrusionOk="0" h="36732" w="86308">
                  <a:moveTo>
                    <a:pt x="5179" y="0"/>
                  </a:moveTo>
                  <a:lnTo>
                    <a:pt x="5179" y="0"/>
                  </a:lnTo>
                  <a:cubicBezTo>
                    <a:pt x="3787" y="1467"/>
                    <a:pt x="2005" y="3323"/>
                    <a:pt x="0" y="5569"/>
                  </a:cubicBezTo>
                  <a:lnTo>
                    <a:pt x="10673" y="9429"/>
                  </a:lnTo>
                  <a:cubicBezTo>
                    <a:pt x="11824" y="7889"/>
                    <a:pt x="13067" y="6348"/>
                    <a:pt x="14218" y="4863"/>
                  </a:cubicBezTo>
                  <a:cubicBezTo>
                    <a:pt x="12436" y="4102"/>
                    <a:pt x="10747" y="3174"/>
                    <a:pt x="9188" y="2246"/>
                  </a:cubicBezTo>
                  <a:lnTo>
                    <a:pt x="5105" y="687"/>
                  </a:lnTo>
                  <a:cubicBezTo>
                    <a:pt x="5105" y="687"/>
                    <a:pt x="5179" y="464"/>
                    <a:pt x="5179" y="0"/>
                  </a:cubicBezTo>
                  <a:close/>
                  <a:moveTo>
                    <a:pt x="24668" y="7889"/>
                  </a:moveTo>
                  <a:cubicBezTo>
                    <a:pt x="23424" y="9596"/>
                    <a:pt x="22180" y="11285"/>
                    <a:pt x="20881" y="13141"/>
                  </a:cubicBezTo>
                  <a:lnTo>
                    <a:pt x="86307" y="36732"/>
                  </a:lnTo>
                  <a:lnTo>
                    <a:pt x="85064" y="30161"/>
                  </a:lnTo>
                  <a:lnTo>
                    <a:pt x="48332" y="16631"/>
                  </a:lnTo>
                  <a:lnTo>
                    <a:pt x="24668" y="788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79"/>
            <p:cNvSpPr/>
            <p:nvPr/>
          </p:nvSpPr>
          <p:spPr>
            <a:xfrm>
              <a:off x="356721" y="4094703"/>
              <a:ext cx="298430" cy="176529"/>
            </a:xfrm>
            <a:custGeom>
              <a:rect b="b" l="l" r="r" t="t"/>
              <a:pathLst>
                <a:path extrusionOk="0" h="8279" w="13996">
                  <a:moveTo>
                    <a:pt x="3546" y="0"/>
                  </a:moveTo>
                  <a:cubicBezTo>
                    <a:pt x="2395" y="1485"/>
                    <a:pt x="1152" y="3026"/>
                    <a:pt x="1" y="4566"/>
                  </a:cubicBezTo>
                  <a:lnTo>
                    <a:pt x="2618" y="5494"/>
                  </a:lnTo>
                  <a:cubicBezTo>
                    <a:pt x="3861" y="3954"/>
                    <a:pt x="5012" y="2487"/>
                    <a:pt x="6107" y="1095"/>
                  </a:cubicBezTo>
                  <a:cubicBezTo>
                    <a:pt x="5253" y="780"/>
                    <a:pt x="4400" y="390"/>
                    <a:pt x="3546" y="0"/>
                  </a:cubicBezTo>
                  <a:close/>
                  <a:moveTo>
                    <a:pt x="11972" y="2487"/>
                  </a:moveTo>
                  <a:cubicBezTo>
                    <a:pt x="10747" y="3954"/>
                    <a:pt x="9430" y="5569"/>
                    <a:pt x="7963" y="7425"/>
                  </a:cubicBezTo>
                  <a:lnTo>
                    <a:pt x="10209" y="8278"/>
                  </a:lnTo>
                  <a:cubicBezTo>
                    <a:pt x="11508" y="6422"/>
                    <a:pt x="12752" y="4733"/>
                    <a:pt x="13996" y="3026"/>
                  </a:cubicBezTo>
                  <a:lnTo>
                    <a:pt x="12436" y="2487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79"/>
            <p:cNvSpPr/>
            <p:nvPr/>
          </p:nvSpPr>
          <p:spPr>
            <a:xfrm>
              <a:off x="412522" y="4118051"/>
              <a:ext cx="199493" cy="134971"/>
            </a:xfrm>
            <a:custGeom>
              <a:rect b="b" l="l" r="r" t="t"/>
              <a:pathLst>
                <a:path extrusionOk="0" h="6330" w="9356">
                  <a:moveTo>
                    <a:pt x="3490" y="0"/>
                  </a:moveTo>
                  <a:cubicBezTo>
                    <a:pt x="2395" y="1392"/>
                    <a:pt x="1244" y="2859"/>
                    <a:pt x="1" y="4399"/>
                  </a:cubicBezTo>
                  <a:lnTo>
                    <a:pt x="5346" y="6330"/>
                  </a:lnTo>
                  <a:cubicBezTo>
                    <a:pt x="6813" y="4474"/>
                    <a:pt x="8130" y="2859"/>
                    <a:pt x="9355" y="1392"/>
                  </a:cubicBezTo>
                  <a:cubicBezTo>
                    <a:pt x="8353" y="1318"/>
                    <a:pt x="7202" y="1151"/>
                    <a:pt x="5959" y="761"/>
                  </a:cubicBezTo>
                  <a:cubicBezTo>
                    <a:pt x="5105" y="613"/>
                    <a:pt x="4344" y="297"/>
                    <a:pt x="3490" y="0"/>
                  </a:cubicBezTo>
                  <a:close/>
                </a:path>
              </a:pathLst>
            </a:custGeom>
            <a:solidFill>
              <a:srgbClr val="650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79"/>
            <p:cNvSpPr/>
            <p:nvPr/>
          </p:nvSpPr>
          <p:spPr>
            <a:xfrm>
              <a:off x="2464152" y="3386987"/>
              <a:ext cx="1157620" cy="1756505"/>
            </a:xfrm>
            <a:custGeom>
              <a:rect b="b" l="l" r="r" t="t"/>
              <a:pathLst>
                <a:path extrusionOk="0" h="82378" w="54291">
                  <a:moveTo>
                    <a:pt x="19685" y="1"/>
                  </a:moveTo>
                  <a:cubicBezTo>
                    <a:pt x="18752" y="1"/>
                    <a:pt x="529" y="4579"/>
                    <a:pt x="297" y="10306"/>
                  </a:cubicBezTo>
                  <a:cubicBezTo>
                    <a:pt x="149" y="13164"/>
                    <a:pt x="539" y="19438"/>
                    <a:pt x="1003" y="25155"/>
                  </a:cubicBezTo>
                  <a:cubicBezTo>
                    <a:pt x="1467" y="31335"/>
                    <a:pt x="2005" y="36903"/>
                    <a:pt x="2005" y="36903"/>
                  </a:cubicBezTo>
                  <a:cubicBezTo>
                    <a:pt x="2005" y="36903"/>
                    <a:pt x="0" y="46425"/>
                    <a:pt x="2692" y="56559"/>
                  </a:cubicBezTo>
                  <a:cubicBezTo>
                    <a:pt x="4640" y="63816"/>
                    <a:pt x="14923" y="75974"/>
                    <a:pt x="20714" y="82377"/>
                  </a:cubicBezTo>
                  <a:lnTo>
                    <a:pt x="54290" y="82377"/>
                  </a:lnTo>
                  <a:cubicBezTo>
                    <a:pt x="50114" y="71408"/>
                    <a:pt x="36880" y="48040"/>
                    <a:pt x="36101" y="45181"/>
                  </a:cubicBezTo>
                  <a:cubicBezTo>
                    <a:pt x="35730" y="43492"/>
                    <a:pt x="35266" y="42008"/>
                    <a:pt x="34876" y="40931"/>
                  </a:cubicBezTo>
                  <a:cubicBezTo>
                    <a:pt x="34560" y="39929"/>
                    <a:pt x="34338" y="39316"/>
                    <a:pt x="34338" y="39316"/>
                  </a:cubicBezTo>
                  <a:cubicBezTo>
                    <a:pt x="34950" y="38073"/>
                    <a:pt x="34634" y="37145"/>
                    <a:pt x="34096" y="36532"/>
                  </a:cubicBezTo>
                  <a:cubicBezTo>
                    <a:pt x="33632" y="35975"/>
                    <a:pt x="33020" y="35678"/>
                    <a:pt x="33020" y="35678"/>
                  </a:cubicBezTo>
                  <a:cubicBezTo>
                    <a:pt x="34634" y="29479"/>
                    <a:pt x="35414" y="22760"/>
                    <a:pt x="35878" y="17044"/>
                  </a:cubicBezTo>
                  <a:cubicBezTo>
                    <a:pt x="36416" y="9229"/>
                    <a:pt x="36268" y="3197"/>
                    <a:pt x="36732" y="3030"/>
                  </a:cubicBezTo>
                  <a:cubicBezTo>
                    <a:pt x="36732" y="3030"/>
                    <a:pt x="19173" y="413"/>
                    <a:pt x="19712" y="23"/>
                  </a:cubicBezTo>
                  <a:cubicBezTo>
                    <a:pt x="19733" y="8"/>
                    <a:pt x="19723" y="1"/>
                    <a:pt x="1968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79"/>
            <p:cNvSpPr/>
            <p:nvPr/>
          </p:nvSpPr>
          <p:spPr>
            <a:xfrm>
              <a:off x="2480378" y="3850901"/>
              <a:ext cx="5160" cy="64138"/>
            </a:xfrm>
            <a:custGeom>
              <a:rect b="b" l="l" r="r" t="t"/>
              <a:pathLst>
                <a:path extrusionOk="0" h="3008" w="242">
                  <a:moveTo>
                    <a:pt x="0" y="1"/>
                  </a:moveTo>
                  <a:lnTo>
                    <a:pt x="0" y="1"/>
                  </a:lnTo>
                  <a:cubicBezTo>
                    <a:pt x="75" y="1003"/>
                    <a:pt x="167" y="2005"/>
                    <a:pt x="242" y="3008"/>
                  </a:cubicBezTo>
                  <a:cubicBezTo>
                    <a:pt x="167" y="2005"/>
                    <a:pt x="75" y="1003"/>
                    <a:pt x="0" y="1"/>
                  </a:cubicBezTo>
                  <a:close/>
                </a:path>
              </a:pathLst>
            </a:custGeom>
            <a:solidFill>
              <a:srgbClr val="9ABF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79"/>
            <p:cNvSpPr/>
            <p:nvPr/>
          </p:nvSpPr>
          <p:spPr>
            <a:xfrm>
              <a:off x="2480378" y="3628102"/>
              <a:ext cx="755520" cy="295253"/>
            </a:xfrm>
            <a:custGeom>
              <a:rect b="b" l="l" r="r" t="t"/>
              <a:pathLst>
                <a:path extrusionOk="0" h="13847" w="35433">
                  <a:moveTo>
                    <a:pt x="14088" y="0"/>
                  </a:moveTo>
                  <a:cubicBezTo>
                    <a:pt x="9912" y="3323"/>
                    <a:pt x="5810" y="6200"/>
                    <a:pt x="2098" y="8891"/>
                  </a:cubicBezTo>
                  <a:cubicBezTo>
                    <a:pt x="1392" y="9448"/>
                    <a:pt x="706" y="9912"/>
                    <a:pt x="0" y="10450"/>
                  </a:cubicBezTo>
                  <a:cubicBezTo>
                    <a:pt x="75" y="11452"/>
                    <a:pt x="167" y="12454"/>
                    <a:pt x="242" y="13457"/>
                  </a:cubicBezTo>
                  <a:lnTo>
                    <a:pt x="242" y="13847"/>
                  </a:lnTo>
                  <a:lnTo>
                    <a:pt x="14311" y="3638"/>
                  </a:lnTo>
                  <a:cubicBezTo>
                    <a:pt x="14311" y="3638"/>
                    <a:pt x="24445" y="5810"/>
                    <a:pt x="33335" y="5810"/>
                  </a:cubicBezTo>
                  <a:cubicBezTo>
                    <a:pt x="33948" y="5810"/>
                    <a:pt x="34505" y="5810"/>
                    <a:pt x="35117" y="5736"/>
                  </a:cubicBezTo>
                  <a:cubicBezTo>
                    <a:pt x="35266" y="3879"/>
                    <a:pt x="35340" y="2023"/>
                    <a:pt x="35433" y="390"/>
                  </a:cubicBezTo>
                  <a:lnTo>
                    <a:pt x="35433" y="390"/>
                  </a:lnTo>
                  <a:cubicBezTo>
                    <a:pt x="32259" y="1170"/>
                    <a:pt x="29085" y="1467"/>
                    <a:pt x="26059" y="1467"/>
                  </a:cubicBezTo>
                  <a:cubicBezTo>
                    <a:pt x="24667" y="1467"/>
                    <a:pt x="23275" y="1392"/>
                    <a:pt x="21976" y="1318"/>
                  </a:cubicBezTo>
                  <a:cubicBezTo>
                    <a:pt x="19192" y="1003"/>
                    <a:pt x="16482" y="539"/>
                    <a:pt x="1408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79"/>
            <p:cNvSpPr/>
            <p:nvPr/>
          </p:nvSpPr>
          <p:spPr>
            <a:xfrm>
              <a:off x="2653709" y="4225303"/>
              <a:ext cx="554086" cy="176124"/>
            </a:xfrm>
            <a:custGeom>
              <a:rect b="b" l="l" r="r" t="t"/>
              <a:pathLst>
                <a:path extrusionOk="0" h="8260" w="25986">
                  <a:moveTo>
                    <a:pt x="25448" y="0"/>
                  </a:moveTo>
                  <a:cubicBezTo>
                    <a:pt x="25448" y="0"/>
                    <a:pt x="15462" y="7889"/>
                    <a:pt x="1" y="8186"/>
                  </a:cubicBezTo>
                  <a:cubicBezTo>
                    <a:pt x="1" y="8186"/>
                    <a:pt x="762" y="8260"/>
                    <a:pt x="2080" y="8260"/>
                  </a:cubicBezTo>
                  <a:cubicBezTo>
                    <a:pt x="6330" y="8260"/>
                    <a:pt x="16464" y="7573"/>
                    <a:pt x="25986" y="1615"/>
                  </a:cubicBezTo>
                  <a:cubicBezTo>
                    <a:pt x="25670" y="613"/>
                    <a:pt x="25448" y="0"/>
                    <a:pt x="254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79"/>
            <p:cNvSpPr/>
            <p:nvPr/>
          </p:nvSpPr>
          <p:spPr>
            <a:xfrm>
              <a:off x="2818361" y="4147732"/>
              <a:ext cx="372824" cy="34457"/>
            </a:xfrm>
            <a:custGeom>
              <a:rect b="b" l="l" r="r" t="t"/>
              <a:pathLst>
                <a:path extrusionOk="0" h="1616" w="17485">
                  <a:moveTo>
                    <a:pt x="16408" y="0"/>
                  </a:moveTo>
                  <a:cubicBezTo>
                    <a:pt x="16408" y="0"/>
                    <a:pt x="13308" y="761"/>
                    <a:pt x="8445" y="761"/>
                  </a:cubicBezTo>
                  <a:cubicBezTo>
                    <a:pt x="6032" y="761"/>
                    <a:pt x="3174" y="613"/>
                    <a:pt x="0" y="0"/>
                  </a:cubicBezTo>
                  <a:lnTo>
                    <a:pt x="0" y="0"/>
                  </a:lnTo>
                  <a:cubicBezTo>
                    <a:pt x="316" y="75"/>
                    <a:pt x="5346" y="1615"/>
                    <a:pt x="11062" y="1615"/>
                  </a:cubicBezTo>
                  <a:cubicBezTo>
                    <a:pt x="13160" y="1615"/>
                    <a:pt x="15405" y="1467"/>
                    <a:pt x="17484" y="854"/>
                  </a:cubicBezTo>
                  <a:cubicBezTo>
                    <a:pt x="17020" y="297"/>
                    <a:pt x="16408" y="0"/>
                    <a:pt x="1640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79"/>
            <p:cNvSpPr/>
            <p:nvPr/>
          </p:nvSpPr>
          <p:spPr>
            <a:xfrm>
              <a:off x="2470484" y="2333571"/>
              <a:ext cx="1353915" cy="1326025"/>
            </a:xfrm>
            <a:custGeom>
              <a:rect b="b" l="l" r="r" t="t"/>
              <a:pathLst>
                <a:path extrusionOk="0" h="62189" w="63497">
                  <a:moveTo>
                    <a:pt x="40073" y="0"/>
                  </a:moveTo>
                  <a:lnTo>
                    <a:pt x="13772" y="6033"/>
                  </a:lnTo>
                  <a:lnTo>
                    <a:pt x="0" y="38217"/>
                  </a:lnTo>
                  <a:cubicBezTo>
                    <a:pt x="0" y="38217"/>
                    <a:pt x="2562" y="57390"/>
                    <a:pt x="10914" y="59784"/>
                  </a:cubicBezTo>
                  <a:cubicBezTo>
                    <a:pt x="14162" y="60712"/>
                    <a:pt x="18097" y="61640"/>
                    <a:pt x="22440" y="62030"/>
                  </a:cubicBezTo>
                  <a:cubicBezTo>
                    <a:pt x="23712" y="62131"/>
                    <a:pt x="25020" y="62189"/>
                    <a:pt x="26356" y="62189"/>
                  </a:cubicBezTo>
                  <a:cubicBezTo>
                    <a:pt x="32152" y="62189"/>
                    <a:pt x="38466" y="61099"/>
                    <a:pt x="44620" y="57705"/>
                  </a:cubicBezTo>
                  <a:cubicBezTo>
                    <a:pt x="53529" y="52750"/>
                    <a:pt x="61250" y="43469"/>
                    <a:pt x="63032" y="32333"/>
                  </a:cubicBezTo>
                  <a:cubicBezTo>
                    <a:pt x="63348" y="30477"/>
                    <a:pt x="63496" y="28621"/>
                    <a:pt x="63422" y="26765"/>
                  </a:cubicBezTo>
                  <a:cubicBezTo>
                    <a:pt x="63422" y="24129"/>
                    <a:pt x="63032" y="21512"/>
                    <a:pt x="62253" y="18802"/>
                  </a:cubicBezTo>
                  <a:cubicBezTo>
                    <a:pt x="58466" y="5494"/>
                    <a:pt x="47256" y="1559"/>
                    <a:pt x="42393" y="464"/>
                  </a:cubicBezTo>
                  <a:cubicBezTo>
                    <a:pt x="41075" y="167"/>
                    <a:pt x="40221" y="0"/>
                    <a:pt x="40073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79"/>
            <p:cNvSpPr/>
            <p:nvPr/>
          </p:nvSpPr>
          <p:spPr>
            <a:xfrm>
              <a:off x="2594261" y="2822154"/>
              <a:ext cx="1230138" cy="349625"/>
            </a:xfrm>
            <a:custGeom>
              <a:rect b="b" l="l" r="r" t="t"/>
              <a:pathLst>
                <a:path extrusionOk="0" h="16397" w="57692">
                  <a:moveTo>
                    <a:pt x="39609" y="1"/>
                  </a:moveTo>
                  <a:cubicBezTo>
                    <a:pt x="32814" y="1"/>
                    <a:pt x="24971" y="1569"/>
                    <a:pt x="16394" y="6022"/>
                  </a:cubicBezTo>
                  <a:cubicBezTo>
                    <a:pt x="0" y="14545"/>
                    <a:pt x="959" y="16396"/>
                    <a:pt x="4889" y="16396"/>
                  </a:cubicBezTo>
                  <a:cubicBezTo>
                    <a:pt x="7908" y="16396"/>
                    <a:pt x="12682" y="15303"/>
                    <a:pt x="12682" y="15303"/>
                  </a:cubicBezTo>
                  <a:cubicBezTo>
                    <a:pt x="12682" y="15303"/>
                    <a:pt x="25460" y="5444"/>
                    <a:pt x="41091" y="5444"/>
                  </a:cubicBezTo>
                  <a:cubicBezTo>
                    <a:pt x="46277" y="5444"/>
                    <a:pt x="51776" y="6529"/>
                    <a:pt x="57227" y="9419"/>
                  </a:cubicBezTo>
                  <a:cubicBezTo>
                    <a:pt x="57543" y="7563"/>
                    <a:pt x="57691" y="5707"/>
                    <a:pt x="57617" y="3851"/>
                  </a:cubicBezTo>
                  <a:cubicBezTo>
                    <a:pt x="53109" y="1843"/>
                    <a:pt x="46974" y="1"/>
                    <a:pt x="396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79"/>
            <p:cNvSpPr/>
            <p:nvPr/>
          </p:nvSpPr>
          <p:spPr>
            <a:xfrm>
              <a:off x="2780748" y="2455855"/>
              <a:ext cx="641168" cy="1200371"/>
            </a:xfrm>
            <a:custGeom>
              <a:rect b="b" l="l" r="r" t="t"/>
              <a:pathLst>
                <a:path extrusionOk="0" h="56296" w="30070">
                  <a:moveTo>
                    <a:pt x="28844" y="1"/>
                  </a:moveTo>
                  <a:cubicBezTo>
                    <a:pt x="28454" y="75"/>
                    <a:pt x="27990" y="149"/>
                    <a:pt x="27526" y="223"/>
                  </a:cubicBezTo>
                  <a:cubicBezTo>
                    <a:pt x="27526" y="539"/>
                    <a:pt x="27601" y="929"/>
                    <a:pt x="27601" y="1318"/>
                  </a:cubicBezTo>
                  <a:cubicBezTo>
                    <a:pt x="27916" y="5495"/>
                    <a:pt x="27916" y="11211"/>
                    <a:pt x="26747" y="17318"/>
                  </a:cubicBezTo>
                  <a:cubicBezTo>
                    <a:pt x="27675" y="17243"/>
                    <a:pt x="28529" y="17243"/>
                    <a:pt x="29457" y="17169"/>
                  </a:cubicBezTo>
                  <a:cubicBezTo>
                    <a:pt x="30069" y="10747"/>
                    <a:pt x="29605" y="4789"/>
                    <a:pt x="28844" y="1"/>
                  </a:cubicBezTo>
                  <a:close/>
                  <a:moveTo>
                    <a:pt x="28677" y="22812"/>
                  </a:moveTo>
                  <a:lnTo>
                    <a:pt x="28677" y="22812"/>
                  </a:lnTo>
                  <a:cubicBezTo>
                    <a:pt x="27526" y="22886"/>
                    <a:pt x="26357" y="23034"/>
                    <a:pt x="25280" y="23276"/>
                  </a:cubicBezTo>
                  <a:cubicBezTo>
                    <a:pt x="23963" y="27210"/>
                    <a:pt x="22107" y="31312"/>
                    <a:pt x="19490" y="35099"/>
                  </a:cubicBezTo>
                  <a:cubicBezTo>
                    <a:pt x="19100" y="35730"/>
                    <a:pt x="18636" y="36342"/>
                    <a:pt x="18172" y="36955"/>
                  </a:cubicBezTo>
                  <a:cubicBezTo>
                    <a:pt x="17318" y="38124"/>
                    <a:pt x="16390" y="39275"/>
                    <a:pt x="15462" y="40370"/>
                  </a:cubicBezTo>
                  <a:cubicBezTo>
                    <a:pt x="15072" y="40834"/>
                    <a:pt x="14682" y="41298"/>
                    <a:pt x="14293" y="41688"/>
                  </a:cubicBezTo>
                  <a:cubicBezTo>
                    <a:pt x="13921" y="42152"/>
                    <a:pt x="13532" y="42616"/>
                    <a:pt x="13142" y="42987"/>
                  </a:cubicBezTo>
                  <a:cubicBezTo>
                    <a:pt x="12900" y="43303"/>
                    <a:pt x="12604" y="43618"/>
                    <a:pt x="12288" y="43915"/>
                  </a:cubicBezTo>
                  <a:cubicBezTo>
                    <a:pt x="8353" y="48091"/>
                    <a:pt x="4177" y="51729"/>
                    <a:pt x="1" y="54977"/>
                  </a:cubicBezTo>
                  <a:cubicBezTo>
                    <a:pt x="2395" y="55516"/>
                    <a:pt x="5105" y="55980"/>
                    <a:pt x="7889" y="56295"/>
                  </a:cubicBezTo>
                  <a:cubicBezTo>
                    <a:pt x="20789" y="46161"/>
                    <a:pt x="26524" y="34022"/>
                    <a:pt x="28677" y="22812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79"/>
            <p:cNvSpPr/>
            <p:nvPr/>
          </p:nvSpPr>
          <p:spPr>
            <a:xfrm>
              <a:off x="3319781" y="2821941"/>
              <a:ext cx="89064" cy="130217"/>
            </a:xfrm>
            <a:custGeom>
              <a:rect b="b" l="l" r="r" t="t"/>
              <a:pathLst>
                <a:path extrusionOk="0" h="6107" w="4177">
                  <a:moveTo>
                    <a:pt x="4177" y="0"/>
                  </a:moveTo>
                  <a:lnTo>
                    <a:pt x="4177" y="0"/>
                  </a:lnTo>
                  <a:cubicBezTo>
                    <a:pt x="3249" y="74"/>
                    <a:pt x="2395" y="74"/>
                    <a:pt x="1467" y="149"/>
                  </a:cubicBezTo>
                  <a:cubicBezTo>
                    <a:pt x="1077" y="2079"/>
                    <a:pt x="613" y="4102"/>
                    <a:pt x="0" y="6107"/>
                  </a:cubicBezTo>
                  <a:cubicBezTo>
                    <a:pt x="1077" y="5865"/>
                    <a:pt x="2246" y="5717"/>
                    <a:pt x="3397" y="5643"/>
                  </a:cubicBezTo>
                  <a:cubicBezTo>
                    <a:pt x="3713" y="3712"/>
                    <a:pt x="4028" y="1856"/>
                    <a:pt x="417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79"/>
            <p:cNvSpPr/>
            <p:nvPr/>
          </p:nvSpPr>
          <p:spPr>
            <a:xfrm>
              <a:off x="237997" y="1599821"/>
              <a:ext cx="3144344" cy="3034320"/>
            </a:xfrm>
            <a:custGeom>
              <a:rect b="b" l="l" r="r" t="t"/>
              <a:pathLst>
                <a:path extrusionOk="0" h="142306" w="147466">
                  <a:moveTo>
                    <a:pt x="104553" y="1"/>
                  </a:moveTo>
                  <a:cubicBezTo>
                    <a:pt x="95885" y="855"/>
                    <a:pt x="85602" y="1560"/>
                    <a:pt x="73148" y="1783"/>
                  </a:cubicBezTo>
                  <a:cubicBezTo>
                    <a:pt x="53659" y="2098"/>
                    <a:pt x="39201" y="12919"/>
                    <a:pt x="28528" y="27693"/>
                  </a:cubicBezTo>
                  <a:cubicBezTo>
                    <a:pt x="27749" y="28770"/>
                    <a:pt x="26988" y="29865"/>
                    <a:pt x="26282" y="31016"/>
                  </a:cubicBezTo>
                  <a:cubicBezTo>
                    <a:pt x="25429" y="32259"/>
                    <a:pt x="24593" y="33577"/>
                    <a:pt x="23814" y="34876"/>
                  </a:cubicBezTo>
                  <a:cubicBezTo>
                    <a:pt x="23109" y="36046"/>
                    <a:pt x="22422" y="37196"/>
                    <a:pt x="21809" y="38440"/>
                  </a:cubicBezTo>
                  <a:lnTo>
                    <a:pt x="21717" y="38440"/>
                  </a:lnTo>
                  <a:cubicBezTo>
                    <a:pt x="3861" y="70847"/>
                    <a:pt x="1" y="112831"/>
                    <a:pt x="1" y="112831"/>
                  </a:cubicBezTo>
                  <a:lnTo>
                    <a:pt x="43228" y="128775"/>
                  </a:lnTo>
                  <a:lnTo>
                    <a:pt x="79960" y="142305"/>
                  </a:lnTo>
                  <a:cubicBezTo>
                    <a:pt x="79960" y="142305"/>
                    <a:pt x="87848" y="123281"/>
                    <a:pt x="95959" y="113611"/>
                  </a:cubicBezTo>
                  <a:cubicBezTo>
                    <a:pt x="96665" y="112831"/>
                    <a:pt x="97277" y="112144"/>
                    <a:pt x="97908" y="111532"/>
                  </a:cubicBezTo>
                  <a:cubicBezTo>
                    <a:pt x="100302" y="109119"/>
                    <a:pt x="103551" y="106650"/>
                    <a:pt x="107263" y="104015"/>
                  </a:cubicBezTo>
                  <a:cubicBezTo>
                    <a:pt x="114613" y="98688"/>
                    <a:pt x="123652" y="92507"/>
                    <a:pt x="131540" y="84062"/>
                  </a:cubicBezTo>
                  <a:cubicBezTo>
                    <a:pt x="132616" y="82986"/>
                    <a:pt x="133712" y="81742"/>
                    <a:pt x="134714" y="80517"/>
                  </a:cubicBezTo>
                  <a:cubicBezTo>
                    <a:pt x="135642" y="79422"/>
                    <a:pt x="136570" y="78271"/>
                    <a:pt x="137424" y="77102"/>
                  </a:cubicBezTo>
                  <a:cubicBezTo>
                    <a:pt x="137888" y="76489"/>
                    <a:pt x="138352" y="75877"/>
                    <a:pt x="138742" y="75246"/>
                  </a:cubicBezTo>
                  <a:cubicBezTo>
                    <a:pt x="146927" y="63423"/>
                    <a:pt x="147465" y="49576"/>
                    <a:pt x="146853" y="41465"/>
                  </a:cubicBezTo>
                  <a:cubicBezTo>
                    <a:pt x="146537" y="37122"/>
                    <a:pt x="145850" y="34412"/>
                    <a:pt x="145850" y="34412"/>
                  </a:cubicBezTo>
                  <a:lnTo>
                    <a:pt x="107096" y="1783"/>
                  </a:lnTo>
                  <a:cubicBezTo>
                    <a:pt x="107096" y="1783"/>
                    <a:pt x="106168" y="1096"/>
                    <a:pt x="10455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79"/>
            <p:cNvSpPr/>
            <p:nvPr/>
          </p:nvSpPr>
          <p:spPr>
            <a:xfrm>
              <a:off x="2363232" y="1528987"/>
              <a:ext cx="1001283" cy="1325812"/>
            </a:xfrm>
            <a:custGeom>
              <a:rect b="b" l="l" r="r" t="t"/>
              <a:pathLst>
                <a:path extrusionOk="0" h="62179" w="46959">
                  <a:moveTo>
                    <a:pt x="0" y="0"/>
                  </a:moveTo>
                  <a:lnTo>
                    <a:pt x="0" y="0"/>
                  </a:lnTo>
                  <a:cubicBezTo>
                    <a:pt x="1244" y="11378"/>
                    <a:pt x="3954" y="33725"/>
                    <a:pt x="6738" y="42226"/>
                  </a:cubicBezTo>
                  <a:cubicBezTo>
                    <a:pt x="10524" y="53752"/>
                    <a:pt x="17559" y="62179"/>
                    <a:pt x="17559" y="62179"/>
                  </a:cubicBezTo>
                  <a:cubicBezTo>
                    <a:pt x="17559" y="62179"/>
                    <a:pt x="31553" y="54142"/>
                    <a:pt x="46959" y="40834"/>
                  </a:cubicBezTo>
                  <a:cubicBezTo>
                    <a:pt x="46707" y="37443"/>
                    <a:pt x="46361" y="37100"/>
                    <a:pt x="46231" y="37100"/>
                  </a:cubicBezTo>
                  <a:cubicBezTo>
                    <a:pt x="46198" y="37100"/>
                    <a:pt x="46179" y="37122"/>
                    <a:pt x="46179" y="37122"/>
                  </a:cubicBezTo>
                  <a:lnTo>
                    <a:pt x="7425" y="4418"/>
                  </a:lnTo>
                  <a:cubicBezTo>
                    <a:pt x="7425" y="4418"/>
                    <a:pt x="4808" y="2395"/>
                    <a:pt x="0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79"/>
            <p:cNvSpPr/>
            <p:nvPr/>
          </p:nvSpPr>
          <p:spPr>
            <a:xfrm>
              <a:off x="745750" y="2261138"/>
              <a:ext cx="2364687" cy="1131116"/>
            </a:xfrm>
            <a:custGeom>
              <a:rect b="b" l="l" r="r" t="t"/>
              <a:pathLst>
                <a:path extrusionOk="0" h="53048" w="110901">
                  <a:moveTo>
                    <a:pt x="2469" y="1"/>
                  </a:moveTo>
                  <a:cubicBezTo>
                    <a:pt x="1616" y="1244"/>
                    <a:pt x="780" y="2562"/>
                    <a:pt x="1" y="3861"/>
                  </a:cubicBezTo>
                  <a:cubicBezTo>
                    <a:pt x="18413" y="8501"/>
                    <a:pt x="44769" y="17021"/>
                    <a:pt x="73390" y="32259"/>
                  </a:cubicBezTo>
                  <a:cubicBezTo>
                    <a:pt x="88313" y="40147"/>
                    <a:pt x="99449" y="47182"/>
                    <a:pt x="107727" y="53047"/>
                  </a:cubicBezTo>
                  <a:cubicBezTo>
                    <a:pt x="108803" y="51971"/>
                    <a:pt x="109899" y="50727"/>
                    <a:pt x="110901" y="49502"/>
                  </a:cubicBezTo>
                  <a:cubicBezTo>
                    <a:pt x="102697" y="43470"/>
                    <a:pt x="91412" y="36268"/>
                    <a:pt x="75858" y="27990"/>
                  </a:cubicBezTo>
                  <a:cubicBezTo>
                    <a:pt x="46867" y="12603"/>
                    <a:pt x="20176" y="4251"/>
                    <a:pt x="246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79"/>
            <p:cNvSpPr/>
            <p:nvPr/>
          </p:nvSpPr>
          <p:spPr>
            <a:xfrm>
              <a:off x="2089750" y="2221564"/>
              <a:ext cx="397366" cy="535877"/>
            </a:xfrm>
            <a:custGeom>
              <a:rect b="b" l="l" r="r" t="t"/>
              <a:pathLst>
                <a:path extrusionOk="0" h="25132" w="18636">
                  <a:moveTo>
                    <a:pt x="17318" y="1"/>
                  </a:moveTo>
                  <a:cubicBezTo>
                    <a:pt x="16167" y="3713"/>
                    <a:pt x="14460" y="7499"/>
                    <a:pt x="12140" y="11286"/>
                  </a:cubicBezTo>
                  <a:cubicBezTo>
                    <a:pt x="9114" y="16241"/>
                    <a:pt x="4938" y="20269"/>
                    <a:pt x="1" y="23350"/>
                  </a:cubicBezTo>
                  <a:cubicBezTo>
                    <a:pt x="1226" y="23981"/>
                    <a:pt x="2395" y="24594"/>
                    <a:pt x="3639" y="25132"/>
                  </a:cubicBezTo>
                  <a:cubicBezTo>
                    <a:pt x="9968" y="20733"/>
                    <a:pt x="14998" y="15313"/>
                    <a:pt x="17634" y="9058"/>
                  </a:cubicBezTo>
                  <a:cubicBezTo>
                    <a:pt x="18023" y="8130"/>
                    <a:pt x="18320" y="7276"/>
                    <a:pt x="18636" y="6423"/>
                  </a:cubicBezTo>
                  <a:cubicBezTo>
                    <a:pt x="18172" y="4567"/>
                    <a:pt x="17708" y="2395"/>
                    <a:pt x="173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79"/>
            <p:cNvSpPr/>
            <p:nvPr/>
          </p:nvSpPr>
          <p:spPr>
            <a:xfrm>
              <a:off x="2459013" y="1946119"/>
              <a:ext cx="80748" cy="412398"/>
            </a:xfrm>
            <a:custGeom>
              <a:rect b="b" l="l" r="r" t="t"/>
              <a:pathLst>
                <a:path extrusionOk="0" h="19341" w="3787">
                  <a:moveTo>
                    <a:pt x="2246" y="0"/>
                  </a:moveTo>
                  <a:cubicBezTo>
                    <a:pt x="2097" y="4028"/>
                    <a:pt x="1392" y="8353"/>
                    <a:pt x="0" y="12919"/>
                  </a:cubicBezTo>
                  <a:cubicBezTo>
                    <a:pt x="390" y="15313"/>
                    <a:pt x="854" y="17485"/>
                    <a:pt x="1318" y="19341"/>
                  </a:cubicBezTo>
                  <a:cubicBezTo>
                    <a:pt x="2636" y="15703"/>
                    <a:pt x="3397" y="12380"/>
                    <a:pt x="3786" y="9355"/>
                  </a:cubicBezTo>
                  <a:cubicBezTo>
                    <a:pt x="3322" y="6961"/>
                    <a:pt x="2933" y="4566"/>
                    <a:pt x="2561" y="2320"/>
                  </a:cubicBezTo>
                  <a:cubicBezTo>
                    <a:pt x="2394" y="1467"/>
                    <a:pt x="2320" y="706"/>
                    <a:pt x="224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79"/>
            <p:cNvSpPr/>
            <p:nvPr/>
          </p:nvSpPr>
          <p:spPr>
            <a:xfrm>
              <a:off x="1110258" y="2782367"/>
              <a:ext cx="953009" cy="245784"/>
            </a:xfrm>
            <a:custGeom>
              <a:rect b="b" l="l" r="r" t="t"/>
              <a:pathLst>
                <a:path extrusionOk="0" h="11527" w="44695">
                  <a:moveTo>
                    <a:pt x="40667" y="0"/>
                  </a:moveTo>
                  <a:cubicBezTo>
                    <a:pt x="34560" y="2933"/>
                    <a:pt x="27841" y="4715"/>
                    <a:pt x="21178" y="5494"/>
                  </a:cubicBezTo>
                  <a:cubicBezTo>
                    <a:pt x="18709" y="5791"/>
                    <a:pt x="16241" y="5865"/>
                    <a:pt x="13754" y="5865"/>
                  </a:cubicBezTo>
                  <a:lnTo>
                    <a:pt x="13605" y="5865"/>
                  </a:lnTo>
                  <a:cubicBezTo>
                    <a:pt x="8650" y="5865"/>
                    <a:pt x="4009" y="5253"/>
                    <a:pt x="0" y="4102"/>
                  </a:cubicBezTo>
                  <a:lnTo>
                    <a:pt x="0" y="4102"/>
                  </a:lnTo>
                  <a:cubicBezTo>
                    <a:pt x="1615" y="6422"/>
                    <a:pt x="3248" y="8816"/>
                    <a:pt x="4789" y="11359"/>
                  </a:cubicBezTo>
                  <a:cubicBezTo>
                    <a:pt x="6107" y="11433"/>
                    <a:pt x="7499" y="11526"/>
                    <a:pt x="8965" y="11526"/>
                  </a:cubicBezTo>
                  <a:cubicBezTo>
                    <a:pt x="20250" y="11526"/>
                    <a:pt x="33706" y="8111"/>
                    <a:pt x="44694" y="1930"/>
                  </a:cubicBezTo>
                  <a:cubicBezTo>
                    <a:pt x="43377" y="1225"/>
                    <a:pt x="41984" y="613"/>
                    <a:pt x="4066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79"/>
            <p:cNvSpPr/>
            <p:nvPr/>
          </p:nvSpPr>
          <p:spPr>
            <a:xfrm>
              <a:off x="1977359" y="2719423"/>
              <a:ext cx="189983" cy="104118"/>
            </a:xfrm>
            <a:custGeom>
              <a:rect b="b" l="l" r="r" t="t"/>
              <a:pathLst>
                <a:path extrusionOk="0" h="4883" w="8910">
                  <a:moveTo>
                    <a:pt x="5272" y="1"/>
                  </a:moveTo>
                  <a:cubicBezTo>
                    <a:pt x="3564" y="1096"/>
                    <a:pt x="1783" y="2098"/>
                    <a:pt x="1" y="2952"/>
                  </a:cubicBezTo>
                  <a:cubicBezTo>
                    <a:pt x="1318" y="3565"/>
                    <a:pt x="2711" y="4177"/>
                    <a:pt x="4028" y="4882"/>
                  </a:cubicBezTo>
                  <a:cubicBezTo>
                    <a:pt x="5736" y="3880"/>
                    <a:pt x="7351" y="2878"/>
                    <a:pt x="8910" y="1783"/>
                  </a:cubicBezTo>
                  <a:cubicBezTo>
                    <a:pt x="7666" y="1245"/>
                    <a:pt x="6497" y="632"/>
                    <a:pt x="527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79"/>
            <p:cNvSpPr/>
            <p:nvPr/>
          </p:nvSpPr>
          <p:spPr>
            <a:xfrm>
              <a:off x="239575" y="3984273"/>
              <a:ext cx="1621" cy="6759"/>
            </a:xfrm>
            <a:custGeom>
              <a:rect b="b" l="l" r="r" t="t"/>
              <a:pathLst>
                <a:path extrusionOk="0" h="317" w="76">
                  <a:moveTo>
                    <a:pt x="75" y="1"/>
                  </a:moveTo>
                  <a:cubicBezTo>
                    <a:pt x="75" y="168"/>
                    <a:pt x="1" y="242"/>
                    <a:pt x="1" y="316"/>
                  </a:cubicBezTo>
                  <a:lnTo>
                    <a:pt x="1" y="316"/>
                  </a:lnTo>
                  <a:cubicBezTo>
                    <a:pt x="1" y="242"/>
                    <a:pt x="75" y="168"/>
                    <a:pt x="75" y="1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79"/>
            <p:cNvSpPr/>
            <p:nvPr/>
          </p:nvSpPr>
          <p:spPr>
            <a:xfrm>
              <a:off x="237997" y="3991011"/>
              <a:ext cx="87081" cy="47912"/>
            </a:xfrm>
            <a:custGeom>
              <a:rect b="b" l="l" r="r" t="t"/>
              <a:pathLst>
                <a:path extrusionOk="0" h="2247" w="4084">
                  <a:moveTo>
                    <a:pt x="75" y="0"/>
                  </a:moveTo>
                  <a:lnTo>
                    <a:pt x="75" y="0"/>
                  </a:lnTo>
                  <a:cubicBezTo>
                    <a:pt x="75" y="464"/>
                    <a:pt x="1" y="687"/>
                    <a:pt x="1" y="687"/>
                  </a:cubicBezTo>
                  <a:lnTo>
                    <a:pt x="4084" y="2246"/>
                  </a:lnTo>
                  <a:lnTo>
                    <a:pt x="4084" y="2246"/>
                  </a:lnTo>
                  <a:lnTo>
                    <a:pt x="1" y="687"/>
                  </a:lnTo>
                  <a:cubicBezTo>
                    <a:pt x="1" y="687"/>
                    <a:pt x="75" y="464"/>
                    <a:pt x="75" y="0"/>
                  </a:cubicBezTo>
                  <a:close/>
                </a:path>
              </a:pathLst>
            </a:custGeom>
            <a:solidFill>
              <a:srgbClr val="7961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79"/>
            <p:cNvSpPr/>
            <p:nvPr/>
          </p:nvSpPr>
          <p:spPr>
            <a:xfrm>
              <a:off x="237997" y="3001605"/>
              <a:ext cx="1269627" cy="1344021"/>
            </a:xfrm>
            <a:custGeom>
              <a:rect b="b" l="l" r="r" t="t"/>
              <a:pathLst>
                <a:path extrusionOk="0" h="63033" w="59544">
                  <a:moveTo>
                    <a:pt x="149" y="46087"/>
                  </a:moveTo>
                  <a:cubicBezTo>
                    <a:pt x="149" y="46254"/>
                    <a:pt x="75" y="46328"/>
                    <a:pt x="75" y="46402"/>
                  </a:cubicBezTo>
                  <a:cubicBezTo>
                    <a:pt x="75" y="46866"/>
                    <a:pt x="1" y="47089"/>
                    <a:pt x="1" y="47089"/>
                  </a:cubicBezTo>
                  <a:lnTo>
                    <a:pt x="4084" y="48648"/>
                  </a:lnTo>
                  <a:cubicBezTo>
                    <a:pt x="2543" y="47720"/>
                    <a:pt x="1226" y="46866"/>
                    <a:pt x="149" y="46087"/>
                  </a:cubicBezTo>
                  <a:close/>
                  <a:moveTo>
                    <a:pt x="39052" y="1"/>
                  </a:moveTo>
                  <a:lnTo>
                    <a:pt x="39052" y="1"/>
                  </a:lnTo>
                  <a:cubicBezTo>
                    <a:pt x="39201" y="75"/>
                    <a:pt x="39275" y="223"/>
                    <a:pt x="39349" y="390"/>
                  </a:cubicBezTo>
                  <a:cubicBezTo>
                    <a:pt x="39590" y="687"/>
                    <a:pt x="39813" y="1003"/>
                    <a:pt x="39980" y="1319"/>
                  </a:cubicBezTo>
                  <a:cubicBezTo>
                    <a:pt x="44305" y="7741"/>
                    <a:pt x="46476" y="13847"/>
                    <a:pt x="47479" y="19174"/>
                  </a:cubicBezTo>
                  <a:lnTo>
                    <a:pt x="47479" y="19248"/>
                  </a:lnTo>
                  <a:cubicBezTo>
                    <a:pt x="47869" y="21104"/>
                    <a:pt x="48017" y="22812"/>
                    <a:pt x="48091" y="24519"/>
                  </a:cubicBezTo>
                  <a:cubicBezTo>
                    <a:pt x="48166" y="25132"/>
                    <a:pt x="48166" y="25744"/>
                    <a:pt x="48166" y="26301"/>
                  </a:cubicBezTo>
                  <a:cubicBezTo>
                    <a:pt x="48166" y="28621"/>
                    <a:pt x="48017" y="30700"/>
                    <a:pt x="47794" y="32556"/>
                  </a:cubicBezTo>
                  <a:cubicBezTo>
                    <a:pt x="47701" y="32946"/>
                    <a:pt x="47627" y="33336"/>
                    <a:pt x="47553" y="33800"/>
                  </a:cubicBezTo>
                  <a:cubicBezTo>
                    <a:pt x="47479" y="34097"/>
                    <a:pt x="47479" y="34486"/>
                    <a:pt x="47405" y="34802"/>
                  </a:cubicBezTo>
                  <a:cubicBezTo>
                    <a:pt x="47943" y="34653"/>
                    <a:pt x="48407" y="34561"/>
                    <a:pt x="48871" y="34561"/>
                  </a:cubicBezTo>
                  <a:cubicBezTo>
                    <a:pt x="50022" y="34561"/>
                    <a:pt x="50801" y="35192"/>
                    <a:pt x="50578" y="35730"/>
                  </a:cubicBezTo>
                  <a:cubicBezTo>
                    <a:pt x="50263" y="36807"/>
                    <a:pt x="49409" y="39665"/>
                    <a:pt x="48091" y="41614"/>
                  </a:cubicBezTo>
                  <a:cubicBezTo>
                    <a:pt x="46773" y="43544"/>
                    <a:pt x="42597" y="44546"/>
                    <a:pt x="42597" y="44546"/>
                  </a:cubicBezTo>
                  <a:cubicBezTo>
                    <a:pt x="42597" y="44546"/>
                    <a:pt x="42449" y="45159"/>
                    <a:pt x="42300" y="45864"/>
                  </a:cubicBezTo>
                  <a:cubicBezTo>
                    <a:pt x="42226" y="46254"/>
                    <a:pt x="42226" y="46551"/>
                    <a:pt x="42133" y="46941"/>
                  </a:cubicBezTo>
                  <a:cubicBezTo>
                    <a:pt x="42059" y="48110"/>
                    <a:pt x="40834" y="49799"/>
                    <a:pt x="37345" y="51822"/>
                  </a:cubicBezTo>
                  <a:cubicBezTo>
                    <a:pt x="36027" y="52583"/>
                    <a:pt x="33781" y="52824"/>
                    <a:pt x="31461" y="52824"/>
                  </a:cubicBezTo>
                  <a:cubicBezTo>
                    <a:pt x="27600" y="52824"/>
                    <a:pt x="23740" y="52193"/>
                    <a:pt x="23740" y="52193"/>
                  </a:cubicBezTo>
                  <a:cubicBezTo>
                    <a:pt x="23573" y="52286"/>
                    <a:pt x="22106" y="53752"/>
                    <a:pt x="18468" y="53752"/>
                  </a:cubicBezTo>
                  <a:lnTo>
                    <a:pt x="18004" y="53752"/>
                  </a:lnTo>
                  <a:lnTo>
                    <a:pt x="43228" y="63033"/>
                  </a:lnTo>
                  <a:cubicBezTo>
                    <a:pt x="50486" y="53827"/>
                    <a:pt x="59543" y="38050"/>
                    <a:pt x="54662" y="21104"/>
                  </a:cubicBezTo>
                  <a:cubicBezTo>
                    <a:pt x="52657" y="13921"/>
                    <a:pt x="49409" y="7109"/>
                    <a:pt x="45697" y="1077"/>
                  </a:cubicBezTo>
                  <a:cubicBezTo>
                    <a:pt x="43303" y="855"/>
                    <a:pt x="41131" y="539"/>
                    <a:pt x="3905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79"/>
            <p:cNvSpPr/>
            <p:nvPr/>
          </p:nvSpPr>
          <p:spPr>
            <a:xfrm>
              <a:off x="750505" y="2713090"/>
              <a:ext cx="461867" cy="311500"/>
            </a:xfrm>
            <a:custGeom>
              <a:rect b="b" l="l" r="r" t="t"/>
              <a:pathLst>
                <a:path extrusionOk="0" h="14609" w="21661">
                  <a:moveTo>
                    <a:pt x="1" y="1"/>
                  </a:moveTo>
                  <a:cubicBezTo>
                    <a:pt x="1782" y="1003"/>
                    <a:pt x="3639" y="2247"/>
                    <a:pt x="5420" y="3639"/>
                  </a:cubicBezTo>
                  <a:cubicBezTo>
                    <a:pt x="8056" y="5643"/>
                    <a:pt x="10599" y="8112"/>
                    <a:pt x="13160" y="11063"/>
                  </a:cubicBezTo>
                  <a:lnTo>
                    <a:pt x="14478" y="12752"/>
                  </a:lnTo>
                  <a:lnTo>
                    <a:pt x="14942" y="13383"/>
                  </a:lnTo>
                  <a:cubicBezTo>
                    <a:pt x="15016" y="13383"/>
                    <a:pt x="15016" y="13457"/>
                    <a:pt x="15016" y="13532"/>
                  </a:cubicBezTo>
                  <a:cubicBezTo>
                    <a:pt x="17095" y="14070"/>
                    <a:pt x="19267" y="14386"/>
                    <a:pt x="21661" y="14608"/>
                  </a:cubicBezTo>
                  <a:cubicBezTo>
                    <a:pt x="20120" y="12065"/>
                    <a:pt x="18487" y="9671"/>
                    <a:pt x="16872" y="7351"/>
                  </a:cubicBezTo>
                  <a:cubicBezTo>
                    <a:pt x="11991" y="5959"/>
                    <a:pt x="8056" y="3787"/>
                    <a:pt x="5662" y="929"/>
                  </a:cubicBezTo>
                  <a:cubicBezTo>
                    <a:pt x="3806" y="613"/>
                    <a:pt x="1950" y="2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79"/>
            <p:cNvSpPr/>
            <p:nvPr/>
          </p:nvSpPr>
          <p:spPr>
            <a:xfrm>
              <a:off x="2470484" y="1619608"/>
              <a:ext cx="911857" cy="1063822"/>
            </a:xfrm>
            <a:custGeom>
              <a:rect b="b" l="l" r="r" t="t"/>
              <a:pathLst>
                <a:path extrusionOk="0" h="49892" w="42765">
                  <a:moveTo>
                    <a:pt x="0" y="1"/>
                  </a:moveTo>
                  <a:cubicBezTo>
                    <a:pt x="0" y="1"/>
                    <a:pt x="75" y="1634"/>
                    <a:pt x="390" y="4344"/>
                  </a:cubicBezTo>
                  <a:cubicBezTo>
                    <a:pt x="390" y="4957"/>
                    <a:pt x="464" y="5736"/>
                    <a:pt x="539" y="6497"/>
                  </a:cubicBezTo>
                  <a:cubicBezTo>
                    <a:pt x="1003" y="10840"/>
                    <a:pt x="1856" y="17021"/>
                    <a:pt x="3026" y="23517"/>
                  </a:cubicBezTo>
                  <a:cubicBezTo>
                    <a:pt x="3100" y="23907"/>
                    <a:pt x="3174" y="24297"/>
                    <a:pt x="3248" y="24668"/>
                  </a:cubicBezTo>
                  <a:cubicBezTo>
                    <a:pt x="4807" y="33262"/>
                    <a:pt x="10598" y="44398"/>
                    <a:pt x="13772" y="49892"/>
                  </a:cubicBezTo>
                  <a:cubicBezTo>
                    <a:pt x="13772" y="49892"/>
                    <a:pt x="18951" y="47034"/>
                    <a:pt x="24760" y="43470"/>
                  </a:cubicBezTo>
                  <a:cubicBezTo>
                    <a:pt x="25057" y="43321"/>
                    <a:pt x="25373" y="43080"/>
                    <a:pt x="25595" y="42932"/>
                  </a:cubicBezTo>
                  <a:cubicBezTo>
                    <a:pt x="27229" y="41929"/>
                    <a:pt x="28936" y="40909"/>
                    <a:pt x="30477" y="39832"/>
                  </a:cubicBezTo>
                  <a:cubicBezTo>
                    <a:pt x="35340" y="36658"/>
                    <a:pt x="39516" y="33651"/>
                    <a:pt x="40444" y="31870"/>
                  </a:cubicBezTo>
                  <a:cubicBezTo>
                    <a:pt x="42764" y="27545"/>
                    <a:pt x="36361" y="20195"/>
                    <a:pt x="29233" y="13773"/>
                  </a:cubicBezTo>
                  <a:cubicBezTo>
                    <a:pt x="28769" y="13309"/>
                    <a:pt x="28305" y="12919"/>
                    <a:pt x="27841" y="12455"/>
                  </a:cubicBezTo>
                  <a:cubicBezTo>
                    <a:pt x="27451" y="12140"/>
                    <a:pt x="27080" y="11843"/>
                    <a:pt x="26765" y="11527"/>
                  </a:cubicBezTo>
                  <a:cubicBezTo>
                    <a:pt x="22273" y="7741"/>
                    <a:pt x="17948" y="4567"/>
                    <a:pt x="15628" y="2859"/>
                  </a:cubicBezTo>
                  <a:cubicBezTo>
                    <a:pt x="15164" y="2488"/>
                    <a:pt x="14700" y="2172"/>
                    <a:pt x="14236" y="1857"/>
                  </a:cubicBezTo>
                  <a:lnTo>
                    <a:pt x="14162" y="1857"/>
                  </a:lnTo>
                  <a:cubicBezTo>
                    <a:pt x="13921" y="1708"/>
                    <a:pt x="13772" y="1560"/>
                    <a:pt x="13772" y="1560"/>
                  </a:cubicBezTo>
                  <a:cubicBezTo>
                    <a:pt x="13772" y="1560"/>
                    <a:pt x="11990" y="1393"/>
                    <a:pt x="9745" y="1170"/>
                  </a:cubicBezTo>
                  <a:lnTo>
                    <a:pt x="9132" y="1096"/>
                  </a:lnTo>
                  <a:cubicBezTo>
                    <a:pt x="9058" y="1003"/>
                    <a:pt x="8891" y="1003"/>
                    <a:pt x="8817" y="1003"/>
                  </a:cubicBezTo>
                  <a:lnTo>
                    <a:pt x="8204" y="929"/>
                  </a:lnTo>
                  <a:cubicBezTo>
                    <a:pt x="7666" y="929"/>
                    <a:pt x="7128" y="855"/>
                    <a:pt x="6571" y="780"/>
                  </a:cubicBezTo>
                  <a:lnTo>
                    <a:pt x="5958" y="706"/>
                  </a:lnTo>
                  <a:cubicBezTo>
                    <a:pt x="2859" y="39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79"/>
            <p:cNvSpPr/>
            <p:nvPr/>
          </p:nvSpPr>
          <p:spPr>
            <a:xfrm>
              <a:off x="2475623" y="1690463"/>
              <a:ext cx="736927" cy="780062"/>
            </a:xfrm>
            <a:custGeom>
              <a:rect b="b" l="l" r="r" t="t"/>
              <a:pathLst>
                <a:path extrusionOk="0" h="36584" w="34561">
                  <a:moveTo>
                    <a:pt x="1" y="0"/>
                  </a:moveTo>
                  <a:lnTo>
                    <a:pt x="1" y="0"/>
                  </a:lnTo>
                  <a:cubicBezTo>
                    <a:pt x="75" y="167"/>
                    <a:pt x="75" y="390"/>
                    <a:pt x="75" y="706"/>
                  </a:cubicBezTo>
                  <a:cubicBezTo>
                    <a:pt x="149" y="854"/>
                    <a:pt x="149" y="1021"/>
                    <a:pt x="223" y="1170"/>
                  </a:cubicBezTo>
                  <a:cubicBezTo>
                    <a:pt x="3861" y="5661"/>
                    <a:pt x="8112" y="11601"/>
                    <a:pt x="10673" y="16946"/>
                  </a:cubicBezTo>
                  <a:cubicBezTo>
                    <a:pt x="12603" y="21048"/>
                    <a:pt x="14385" y="25057"/>
                    <a:pt x="17169" y="28621"/>
                  </a:cubicBezTo>
                  <a:cubicBezTo>
                    <a:pt x="19786" y="32017"/>
                    <a:pt x="22812" y="35581"/>
                    <a:pt x="27062" y="36435"/>
                  </a:cubicBezTo>
                  <a:cubicBezTo>
                    <a:pt x="27600" y="36583"/>
                    <a:pt x="28231" y="36583"/>
                    <a:pt x="28844" y="36583"/>
                  </a:cubicBezTo>
                  <a:cubicBezTo>
                    <a:pt x="29308" y="36583"/>
                    <a:pt x="29772" y="36583"/>
                    <a:pt x="30236" y="36509"/>
                  </a:cubicBezTo>
                  <a:cubicBezTo>
                    <a:pt x="31776" y="35507"/>
                    <a:pt x="33243" y="34579"/>
                    <a:pt x="34561" y="33576"/>
                  </a:cubicBezTo>
                  <a:cubicBezTo>
                    <a:pt x="33168" y="32407"/>
                    <a:pt x="31702" y="30792"/>
                    <a:pt x="30162" y="28621"/>
                  </a:cubicBezTo>
                  <a:cubicBezTo>
                    <a:pt x="29531" y="27693"/>
                    <a:pt x="28844" y="26690"/>
                    <a:pt x="28231" y="25614"/>
                  </a:cubicBezTo>
                  <a:cubicBezTo>
                    <a:pt x="17466" y="25521"/>
                    <a:pt x="12529" y="13846"/>
                    <a:pt x="7258" y="7128"/>
                  </a:cubicBezTo>
                  <a:cubicBezTo>
                    <a:pt x="7184" y="7053"/>
                    <a:pt x="7109" y="6960"/>
                    <a:pt x="7035" y="6812"/>
                  </a:cubicBezTo>
                  <a:cubicBezTo>
                    <a:pt x="6423" y="6125"/>
                    <a:pt x="5866" y="5420"/>
                    <a:pt x="5179" y="4807"/>
                  </a:cubicBezTo>
                  <a:cubicBezTo>
                    <a:pt x="3713" y="3415"/>
                    <a:pt x="1857" y="163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79"/>
            <p:cNvSpPr/>
            <p:nvPr/>
          </p:nvSpPr>
          <p:spPr>
            <a:xfrm>
              <a:off x="2513620" y="1995588"/>
              <a:ext cx="26141" cy="150004"/>
            </a:xfrm>
            <a:custGeom>
              <a:rect b="b" l="l" r="r" t="t"/>
              <a:pathLst>
                <a:path extrusionOk="0" h="7035" w="1226">
                  <a:moveTo>
                    <a:pt x="0" y="0"/>
                  </a:moveTo>
                  <a:cubicBezTo>
                    <a:pt x="297" y="1857"/>
                    <a:pt x="613" y="3880"/>
                    <a:pt x="1003" y="5884"/>
                  </a:cubicBezTo>
                  <a:cubicBezTo>
                    <a:pt x="1077" y="6274"/>
                    <a:pt x="1151" y="6664"/>
                    <a:pt x="1225" y="7035"/>
                  </a:cubicBezTo>
                  <a:cubicBezTo>
                    <a:pt x="761" y="4641"/>
                    <a:pt x="372" y="224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79"/>
            <p:cNvSpPr/>
            <p:nvPr/>
          </p:nvSpPr>
          <p:spPr>
            <a:xfrm>
              <a:off x="2495410" y="1784644"/>
              <a:ext cx="64138" cy="360947"/>
            </a:xfrm>
            <a:custGeom>
              <a:rect b="b" l="l" r="r" t="t"/>
              <a:pathLst>
                <a:path extrusionOk="0" h="16928" w="3008">
                  <a:moveTo>
                    <a:pt x="1" y="1"/>
                  </a:moveTo>
                  <a:cubicBezTo>
                    <a:pt x="298" y="2005"/>
                    <a:pt x="539" y="4177"/>
                    <a:pt x="539" y="6423"/>
                  </a:cubicBezTo>
                  <a:lnTo>
                    <a:pt x="539" y="7573"/>
                  </a:lnTo>
                  <a:cubicBezTo>
                    <a:pt x="613" y="8279"/>
                    <a:pt x="687" y="9040"/>
                    <a:pt x="854" y="9893"/>
                  </a:cubicBezTo>
                  <a:cubicBezTo>
                    <a:pt x="1151" y="11750"/>
                    <a:pt x="1467" y="13773"/>
                    <a:pt x="1857" y="15777"/>
                  </a:cubicBezTo>
                  <a:cubicBezTo>
                    <a:pt x="1931" y="16167"/>
                    <a:pt x="2005" y="16557"/>
                    <a:pt x="2079" y="16928"/>
                  </a:cubicBezTo>
                  <a:cubicBezTo>
                    <a:pt x="3007" y="9429"/>
                    <a:pt x="1615" y="3787"/>
                    <a:pt x="1" y="1"/>
                  </a:cubicBezTo>
                  <a:close/>
                </a:path>
              </a:pathLst>
            </a:custGeom>
            <a:solidFill>
              <a:srgbClr val="BC5F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79"/>
            <p:cNvSpPr/>
            <p:nvPr/>
          </p:nvSpPr>
          <p:spPr>
            <a:xfrm>
              <a:off x="2615733" y="778180"/>
              <a:ext cx="1328967" cy="1683838"/>
            </a:xfrm>
            <a:custGeom>
              <a:rect b="b" l="l" r="r" t="t"/>
              <a:pathLst>
                <a:path extrusionOk="0" h="78970" w="62327">
                  <a:moveTo>
                    <a:pt x="31050" y="0"/>
                  </a:moveTo>
                  <a:cubicBezTo>
                    <a:pt x="27044" y="0"/>
                    <a:pt x="22738" y="619"/>
                    <a:pt x="18412" y="2267"/>
                  </a:cubicBezTo>
                  <a:cubicBezTo>
                    <a:pt x="1541" y="8763"/>
                    <a:pt x="0" y="36994"/>
                    <a:pt x="0" y="36994"/>
                  </a:cubicBezTo>
                  <a:cubicBezTo>
                    <a:pt x="0" y="36994"/>
                    <a:pt x="7647" y="44883"/>
                    <a:pt x="15164" y="56873"/>
                  </a:cubicBezTo>
                  <a:cubicBezTo>
                    <a:pt x="16853" y="59657"/>
                    <a:pt x="18635" y="62589"/>
                    <a:pt x="20268" y="65763"/>
                  </a:cubicBezTo>
                  <a:cubicBezTo>
                    <a:pt x="21345" y="68009"/>
                    <a:pt x="22496" y="69865"/>
                    <a:pt x="23591" y="71406"/>
                  </a:cubicBezTo>
                  <a:cubicBezTo>
                    <a:pt x="27652" y="77261"/>
                    <a:pt x="31321" y="78970"/>
                    <a:pt x="34274" y="78970"/>
                  </a:cubicBezTo>
                  <a:cubicBezTo>
                    <a:pt x="36543" y="78970"/>
                    <a:pt x="38390" y="77960"/>
                    <a:pt x="39664" y="77048"/>
                  </a:cubicBezTo>
                  <a:cubicBezTo>
                    <a:pt x="43154" y="74728"/>
                    <a:pt x="43154" y="72575"/>
                    <a:pt x="43154" y="72575"/>
                  </a:cubicBezTo>
                  <a:cubicBezTo>
                    <a:pt x="43154" y="72575"/>
                    <a:pt x="43213" y="72576"/>
                    <a:pt x="43318" y="72576"/>
                  </a:cubicBezTo>
                  <a:cubicBezTo>
                    <a:pt x="43980" y="72576"/>
                    <a:pt x="46476" y="72521"/>
                    <a:pt x="47868" y="71721"/>
                  </a:cubicBezTo>
                  <a:cubicBezTo>
                    <a:pt x="49408" y="70868"/>
                    <a:pt x="49408" y="65763"/>
                    <a:pt x="49408" y="65763"/>
                  </a:cubicBezTo>
                  <a:cubicBezTo>
                    <a:pt x="49408" y="65763"/>
                    <a:pt x="51376" y="67401"/>
                    <a:pt x="52665" y="67401"/>
                  </a:cubicBezTo>
                  <a:cubicBezTo>
                    <a:pt x="52935" y="67401"/>
                    <a:pt x="53176" y="67329"/>
                    <a:pt x="53362" y="67155"/>
                  </a:cubicBezTo>
                  <a:cubicBezTo>
                    <a:pt x="54438" y="66153"/>
                    <a:pt x="53362" y="60511"/>
                    <a:pt x="53362" y="55778"/>
                  </a:cubicBezTo>
                  <a:cubicBezTo>
                    <a:pt x="53362" y="51305"/>
                    <a:pt x="54049" y="51305"/>
                    <a:pt x="57390" y="47054"/>
                  </a:cubicBezTo>
                  <a:cubicBezTo>
                    <a:pt x="57538" y="46813"/>
                    <a:pt x="57687" y="46664"/>
                    <a:pt x="57854" y="46423"/>
                  </a:cubicBezTo>
                  <a:cubicBezTo>
                    <a:pt x="61473" y="41486"/>
                    <a:pt x="62327" y="24781"/>
                    <a:pt x="62327" y="24781"/>
                  </a:cubicBezTo>
                  <a:cubicBezTo>
                    <a:pt x="62252" y="24150"/>
                    <a:pt x="62178" y="23612"/>
                    <a:pt x="62178" y="23074"/>
                  </a:cubicBezTo>
                  <a:cubicBezTo>
                    <a:pt x="60471" y="9228"/>
                    <a:pt x="51265" y="6054"/>
                    <a:pt x="51506" y="5590"/>
                  </a:cubicBezTo>
                  <a:cubicBezTo>
                    <a:pt x="51740" y="5190"/>
                    <a:pt x="42653" y="0"/>
                    <a:pt x="3105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79"/>
            <p:cNvSpPr/>
            <p:nvPr/>
          </p:nvSpPr>
          <p:spPr>
            <a:xfrm>
              <a:off x="3077579" y="1776328"/>
              <a:ext cx="407260" cy="524406"/>
            </a:xfrm>
            <a:custGeom>
              <a:rect b="b" l="l" r="r" t="t"/>
              <a:pathLst>
                <a:path extrusionOk="0" h="24594" w="19100">
                  <a:moveTo>
                    <a:pt x="19099" y="1"/>
                  </a:moveTo>
                  <a:lnTo>
                    <a:pt x="18561" y="539"/>
                  </a:lnTo>
                  <a:cubicBezTo>
                    <a:pt x="17317" y="1708"/>
                    <a:pt x="16538" y="3249"/>
                    <a:pt x="16389" y="4957"/>
                  </a:cubicBezTo>
                  <a:lnTo>
                    <a:pt x="16241" y="6813"/>
                  </a:lnTo>
                  <a:lnTo>
                    <a:pt x="16148" y="8353"/>
                  </a:lnTo>
                  <a:lnTo>
                    <a:pt x="16000" y="10209"/>
                  </a:lnTo>
                  <a:lnTo>
                    <a:pt x="17633" y="11137"/>
                  </a:lnTo>
                  <a:cubicBezTo>
                    <a:pt x="17856" y="9987"/>
                    <a:pt x="18004" y="8594"/>
                    <a:pt x="18171" y="7202"/>
                  </a:cubicBezTo>
                  <a:cubicBezTo>
                    <a:pt x="18004" y="6646"/>
                    <a:pt x="17930" y="6107"/>
                    <a:pt x="17930" y="5569"/>
                  </a:cubicBezTo>
                  <a:cubicBezTo>
                    <a:pt x="17930" y="5105"/>
                    <a:pt x="18004" y="4715"/>
                    <a:pt x="18097" y="4251"/>
                  </a:cubicBezTo>
                  <a:lnTo>
                    <a:pt x="19099" y="1"/>
                  </a:lnTo>
                  <a:close/>
                  <a:moveTo>
                    <a:pt x="15313" y="13309"/>
                  </a:moveTo>
                  <a:cubicBezTo>
                    <a:pt x="14385" y="15555"/>
                    <a:pt x="12603" y="17411"/>
                    <a:pt x="10431" y="18562"/>
                  </a:cubicBezTo>
                  <a:cubicBezTo>
                    <a:pt x="6404" y="20659"/>
                    <a:pt x="3007" y="21587"/>
                    <a:pt x="75" y="21587"/>
                  </a:cubicBezTo>
                  <a:lnTo>
                    <a:pt x="0" y="21587"/>
                  </a:lnTo>
                  <a:cubicBezTo>
                    <a:pt x="613" y="22663"/>
                    <a:pt x="1300" y="23666"/>
                    <a:pt x="1931" y="24594"/>
                  </a:cubicBezTo>
                  <a:cubicBezTo>
                    <a:pt x="3397" y="24520"/>
                    <a:pt x="5012" y="24278"/>
                    <a:pt x="6719" y="23907"/>
                  </a:cubicBezTo>
                  <a:cubicBezTo>
                    <a:pt x="12362" y="22422"/>
                    <a:pt x="15313" y="19341"/>
                    <a:pt x="16853" y="14237"/>
                  </a:cubicBezTo>
                  <a:lnTo>
                    <a:pt x="15313" y="13309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79"/>
            <p:cNvSpPr/>
            <p:nvPr/>
          </p:nvSpPr>
          <p:spPr>
            <a:xfrm>
              <a:off x="3545757" y="1669076"/>
              <a:ext cx="328111" cy="112434"/>
            </a:xfrm>
            <a:custGeom>
              <a:rect b="b" l="l" r="r" t="t"/>
              <a:pathLst>
                <a:path extrusionOk="0" h="5273" w="15388">
                  <a:moveTo>
                    <a:pt x="4863" y="1"/>
                  </a:moveTo>
                  <a:cubicBezTo>
                    <a:pt x="4492" y="1"/>
                    <a:pt x="4177" y="75"/>
                    <a:pt x="3861" y="168"/>
                  </a:cubicBezTo>
                  <a:cubicBezTo>
                    <a:pt x="2543" y="391"/>
                    <a:pt x="1318" y="1003"/>
                    <a:pt x="316" y="1931"/>
                  </a:cubicBezTo>
                  <a:lnTo>
                    <a:pt x="1" y="2247"/>
                  </a:lnTo>
                  <a:cubicBezTo>
                    <a:pt x="75" y="2488"/>
                    <a:pt x="149" y="2711"/>
                    <a:pt x="223" y="2952"/>
                  </a:cubicBezTo>
                  <a:lnTo>
                    <a:pt x="1467" y="2952"/>
                  </a:lnTo>
                  <a:cubicBezTo>
                    <a:pt x="2395" y="2952"/>
                    <a:pt x="3249" y="3026"/>
                    <a:pt x="4177" y="3175"/>
                  </a:cubicBezTo>
                  <a:cubicBezTo>
                    <a:pt x="4641" y="3249"/>
                    <a:pt x="5179" y="3323"/>
                    <a:pt x="5643" y="3416"/>
                  </a:cubicBezTo>
                  <a:lnTo>
                    <a:pt x="6961" y="242"/>
                  </a:lnTo>
                  <a:lnTo>
                    <a:pt x="6887" y="242"/>
                  </a:lnTo>
                  <a:cubicBezTo>
                    <a:pt x="6348" y="75"/>
                    <a:pt x="5717" y="1"/>
                    <a:pt x="5179" y="1"/>
                  </a:cubicBezTo>
                  <a:close/>
                  <a:moveTo>
                    <a:pt x="9893" y="1003"/>
                  </a:moveTo>
                  <a:lnTo>
                    <a:pt x="8668" y="4029"/>
                  </a:lnTo>
                  <a:cubicBezTo>
                    <a:pt x="10357" y="4418"/>
                    <a:pt x="12065" y="4882"/>
                    <a:pt x="13773" y="5272"/>
                  </a:cubicBezTo>
                  <a:cubicBezTo>
                    <a:pt x="13921" y="5031"/>
                    <a:pt x="14070" y="4882"/>
                    <a:pt x="14237" y="4641"/>
                  </a:cubicBezTo>
                  <a:cubicBezTo>
                    <a:pt x="14608" y="4029"/>
                    <a:pt x="14998" y="3323"/>
                    <a:pt x="15387" y="2488"/>
                  </a:cubicBezTo>
                  <a:lnTo>
                    <a:pt x="9893" y="100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79"/>
            <p:cNvSpPr/>
            <p:nvPr/>
          </p:nvSpPr>
          <p:spPr>
            <a:xfrm>
              <a:off x="2347006" y="677068"/>
              <a:ext cx="1719979" cy="1558824"/>
            </a:xfrm>
            <a:custGeom>
              <a:rect b="b" l="l" r="r" t="t"/>
              <a:pathLst>
                <a:path extrusionOk="0" h="73107" w="80665">
                  <a:moveTo>
                    <a:pt x="40649" y="0"/>
                  </a:moveTo>
                  <a:cubicBezTo>
                    <a:pt x="39654" y="0"/>
                    <a:pt x="38660" y="36"/>
                    <a:pt x="37660" y="123"/>
                  </a:cubicBezTo>
                  <a:cubicBezTo>
                    <a:pt x="37122" y="197"/>
                    <a:pt x="36583" y="290"/>
                    <a:pt x="35952" y="365"/>
                  </a:cubicBezTo>
                  <a:cubicBezTo>
                    <a:pt x="25911" y="1682"/>
                    <a:pt x="16389" y="6935"/>
                    <a:pt x="9967" y="15510"/>
                  </a:cubicBezTo>
                  <a:cubicBezTo>
                    <a:pt x="9745" y="15751"/>
                    <a:pt x="9578" y="15974"/>
                    <a:pt x="9355" y="16290"/>
                  </a:cubicBezTo>
                  <a:cubicBezTo>
                    <a:pt x="8817" y="17069"/>
                    <a:pt x="8353" y="17830"/>
                    <a:pt x="7814" y="18684"/>
                  </a:cubicBezTo>
                  <a:cubicBezTo>
                    <a:pt x="6961" y="20076"/>
                    <a:pt x="6181" y="21468"/>
                    <a:pt x="5569" y="22934"/>
                  </a:cubicBezTo>
                  <a:cubicBezTo>
                    <a:pt x="4863" y="24419"/>
                    <a:pt x="4325" y="25885"/>
                    <a:pt x="3861" y="27352"/>
                  </a:cubicBezTo>
                  <a:lnTo>
                    <a:pt x="3787" y="27426"/>
                  </a:lnTo>
                  <a:cubicBezTo>
                    <a:pt x="3471" y="28428"/>
                    <a:pt x="3248" y="29523"/>
                    <a:pt x="3007" y="30526"/>
                  </a:cubicBezTo>
                  <a:lnTo>
                    <a:pt x="149" y="41124"/>
                  </a:lnTo>
                  <a:cubicBezTo>
                    <a:pt x="0" y="41811"/>
                    <a:pt x="223" y="42516"/>
                    <a:pt x="761" y="42887"/>
                  </a:cubicBezTo>
                  <a:cubicBezTo>
                    <a:pt x="1077" y="43128"/>
                    <a:pt x="1467" y="43444"/>
                    <a:pt x="1931" y="43815"/>
                  </a:cubicBezTo>
                  <a:cubicBezTo>
                    <a:pt x="4399" y="45912"/>
                    <a:pt x="8501" y="49773"/>
                    <a:pt x="11285" y="52334"/>
                  </a:cubicBezTo>
                  <a:cubicBezTo>
                    <a:pt x="11991" y="53021"/>
                    <a:pt x="12677" y="53801"/>
                    <a:pt x="13290" y="54655"/>
                  </a:cubicBezTo>
                  <a:cubicBezTo>
                    <a:pt x="18522" y="61329"/>
                    <a:pt x="23502" y="73107"/>
                    <a:pt x="34348" y="73107"/>
                  </a:cubicBezTo>
                  <a:cubicBezTo>
                    <a:pt x="37316" y="73107"/>
                    <a:pt x="40723" y="72225"/>
                    <a:pt x="44694" y="70116"/>
                  </a:cubicBezTo>
                  <a:cubicBezTo>
                    <a:pt x="47720" y="68501"/>
                    <a:pt x="49947" y="65550"/>
                    <a:pt x="50188" y="62079"/>
                  </a:cubicBezTo>
                  <a:lnTo>
                    <a:pt x="50411" y="59907"/>
                  </a:lnTo>
                  <a:lnTo>
                    <a:pt x="50504" y="58367"/>
                  </a:lnTo>
                  <a:lnTo>
                    <a:pt x="50652" y="56511"/>
                  </a:lnTo>
                  <a:cubicBezTo>
                    <a:pt x="50801" y="54803"/>
                    <a:pt x="51580" y="53262"/>
                    <a:pt x="52824" y="52093"/>
                  </a:cubicBezTo>
                  <a:lnTo>
                    <a:pt x="56536" y="48455"/>
                  </a:lnTo>
                  <a:cubicBezTo>
                    <a:pt x="57538" y="47527"/>
                    <a:pt x="58763" y="46915"/>
                    <a:pt x="60081" y="46692"/>
                  </a:cubicBezTo>
                  <a:cubicBezTo>
                    <a:pt x="60397" y="46599"/>
                    <a:pt x="60712" y="46525"/>
                    <a:pt x="61083" y="46525"/>
                  </a:cubicBezTo>
                  <a:cubicBezTo>
                    <a:pt x="61715" y="46525"/>
                    <a:pt x="62401" y="46599"/>
                    <a:pt x="63107" y="46766"/>
                  </a:cubicBezTo>
                  <a:lnTo>
                    <a:pt x="76396" y="50237"/>
                  </a:lnTo>
                  <a:lnTo>
                    <a:pt x="76489" y="50311"/>
                  </a:lnTo>
                  <a:cubicBezTo>
                    <a:pt x="76647" y="50351"/>
                    <a:pt x="76809" y="50374"/>
                    <a:pt x="76973" y="50374"/>
                  </a:cubicBezTo>
                  <a:cubicBezTo>
                    <a:pt x="77193" y="50374"/>
                    <a:pt x="77416" y="50333"/>
                    <a:pt x="77640" y="50237"/>
                  </a:cubicBezTo>
                  <a:cubicBezTo>
                    <a:pt x="78178" y="50014"/>
                    <a:pt x="78642" y="49550"/>
                    <a:pt x="78883" y="48919"/>
                  </a:cubicBezTo>
                  <a:cubicBezTo>
                    <a:pt x="80665" y="41959"/>
                    <a:pt x="80498" y="34850"/>
                    <a:pt x="78568" y="28206"/>
                  </a:cubicBezTo>
                  <a:cubicBezTo>
                    <a:pt x="77176" y="23324"/>
                    <a:pt x="74855" y="18758"/>
                    <a:pt x="71607" y="14749"/>
                  </a:cubicBezTo>
                  <a:cubicBezTo>
                    <a:pt x="71459" y="14508"/>
                    <a:pt x="71218" y="14211"/>
                    <a:pt x="70995" y="13970"/>
                  </a:cubicBezTo>
                  <a:cubicBezTo>
                    <a:pt x="68285" y="10721"/>
                    <a:pt x="64963" y="7863"/>
                    <a:pt x="61083" y="5543"/>
                  </a:cubicBezTo>
                  <a:cubicBezTo>
                    <a:pt x="55367" y="2054"/>
                    <a:pt x="49019" y="290"/>
                    <a:pt x="42764" y="49"/>
                  </a:cubicBezTo>
                  <a:cubicBezTo>
                    <a:pt x="42057" y="18"/>
                    <a:pt x="41353" y="0"/>
                    <a:pt x="40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79"/>
            <p:cNvSpPr/>
            <p:nvPr/>
          </p:nvSpPr>
          <p:spPr>
            <a:xfrm>
              <a:off x="3113592" y="677068"/>
              <a:ext cx="920151" cy="1112352"/>
            </a:xfrm>
            <a:custGeom>
              <a:rect b="b" l="l" r="r" t="t"/>
              <a:pathLst>
                <a:path extrusionOk="0" h="52168" w="43154">
                  <a:moveTo>
                    <a:pt x="4697" y="0"/>
                  </a:moveTo>
                  <a:cubicBezTo>
                    <a:pt x="3702" y="0"/>
                    <a:pt x="2708" y="36"/>
                    <a:pt x="1708" y="123"/>
                  </a:cubicBezTo>
                  <a:cubicBezTo>
                    <a:pt x="1170" y="197"/>
                    <a:pt x="631" y="290"/>
                    <a:pt x="0" y="365"/>
                  </a:cubicBezTo>
                  <a:cubicBezTo>
                    <a:pt x="7128" y="587"/>
                    <a:pt x="14088" y="2610"/>
                    <a:pt x="20343" y="6155"/>
                  </a:cubicBezTo>
                  <a:cubicBezTo>
                    <a:pt x="24519" y="8550"/>
                    <a:pt x="28231" y="11575"/>
                    <a:pt x="31405" y="15046"/>
                  </a:cubicBezTo>
                  <a:cubicBezTo>
                    <a:pt x="31553" y="15287"/>
                    <a:pt x="31795" y="15603"/>
                    <a:pt x="32017" y="15826"/>
                  </a:cubicBezTo>
                  <a:cubicBezTo>
                    <a:pt x="35581" y="20076"/>
                    <a:pt x="38217" y="24883"/>
                    <a:pt x="39757" y="30062"/>
                  </a:cubicBezTo>
                  <a:cubicBezTo>
                    <a:pt x="41762" y="36632"/>
                    <a:pt x="42003" y="43592"/>
                    <a:pt x="40444" y="50237"/>
                  </a:cubicBezTo>
                  <a:cubicBezTo>
                    <a:pt x="40370" y="50868"/>
                    <a:pt x="40221" y="51406"/>
                    <a:pt x="40073" y="51945"/>
                  </a:cubicBezTo>
                  <a:lnTo>
                    <a:pt x="41149" y="52167"/>
                  </a:lnTo>
                  <a:cubicBezTo>
                    <a:pt x="41372" y="51555"/>
                    <a:pt x="41539" y="50942"/>
                    <a:pt x="41688" y="50237"/>
                  </a:cubicBezTo>
                  <a:cubicBezTo>
                    <a:pt x="43154" y="43518"/>
                    <a:pt x="42857" y="36391"/>
                    <a:pt x="40834" y="29746"/>
                  </a:cubicBezTo>
                  <a:cubicBezTo>
                    <a:pt x="39219" y="24419"/>
                    <a:pt x="36583" y="19538"/>
                    <a:pt x="32871" y="15139"/>
                  </a:cubicBezTo>
                  <a:cubicBezTo>
                    <a:pt x="32649" y="14898"/>
                    <a:pt x="32481" y="14582"/>
                    <a:pt x="32259" y="14359"/>
                  </a:cubicBezTo>
                  <a:cubicBezTo>
                    <a:pt x="29011" y="10721"/>
                    <a:pt x="25224" y="7622"/>
                    <a:pt x="20881" y="5227"/>
                  </a:cubicBezTo>
                  <a:cubicBezTo>
                    <a:pt x="16482" y="2685"/>
                    <a:pt x="11768" y="977"/>
                    <a:pt x="6812" y="49"/>
                  </a:cubicBezTo>
                  <a:cubicBezTo>
                    <a:pt x="6105" y="18"/>
                    <a:pt x="5401" y="0"/>
                    <a:pt x="469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79"/>
            <p:cNvSpPr/>
            <p:nvPr/>
          </p:nvSpPr>
          <p:spPr>
            <a:xfrm>
              <a:off x="3044337" y="1637817"/>
              <a:ext cx="303568" cy="303568"/>
            </a:xfrm>
            <a:custGeom>
              <a:rect b="b" l="l" r="r" t="t"/>
              <a:pathLst>
                <a:path extrusionOk="0" h="14237" w="14237">
                  <a:moveTo>
                    <a:pt x="7128" y="1"/>
                  </a:moveTo>
                  <a:cubicBezTo>
                    <a:pt x="3174" y="1"/>
                    <a:pt x="0" y="3175"/>
                    <a:pt x="0" y="7109"/>
                  </a:cubicBezTo>
                  <a:cubicBezTo>
                    <a:pt x="0" y="11063"/>
                    <a:pt x="3174" y="14237"/>
                    <a:pt x="7128" y="14237"/>
                  </a:cubicBezTo>
                  <a:cubicBezTo>
                    <a:pt x="11062" y="14237"/>
                    <a:pt x="14236" y="11063"/>
                    <a:pt x="14236" y="7109"/>
                  </a:cubicBezTo>
                  <a:cubicBezTo>
                    <a:pt x="14236" y="3175"/>
                    <a:pt x="11062" y="1"/>
                    <a:pt x="712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79"/>
            <p:cNvSpPr/>
            <p:nvPr/>
          </p:nvSpPr>
          <p:spPr>
            <a:xfrm>
              <a:off x="3112014" y="1705495"/>
              <a:ext cx="168213" cy="168213"/>
            </a:xfrm>
            <a:custGeom>
              <a:rect b="b" l="l" r="r" t="t"/>
              <a:pathLst>
                <a:path extrusionOk="0" h="7889" w="7889">
                  <a:moveTo>
                    <a:pt x="3954" y="1"/>
                  </a:moveTo>
                  <a:cubicBezTo>
                    <a:pt x="1782" y="1"/>
                    <a:pt x="0" y="1782"/>
                    <a:pt x="0" y="3935"/>
                  </a:cubicBezTo>
                  <a:cubicBezTo>
                    <a:pt x="0" y="6107"/>
                    <a:pt x="1782" y="7889"/>
                    <a:pt x="3954" y="7889"/>
                  </a:cubicBezTo>
                  <a:cubicBezTo>
                    <a:pt x="6107" y="7889"/>
                    <a:pt x="7888" y="6107"/>
                    <a:pt x="7888" y="3935"/>
                  </a:cubicBezTo>
                  <a:cubicBezTo>
                    <a:pt x="7888" y="1782"/>
                    <a:pt x="6107" y="1"/>
                    <a:pt x="395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79"/>
            <p:cNvSpPr/>
            <p:nvPr/>
          </p:nvSpPr>
          <p:spPr>
            <a:xfrm>
              <a:off x="2411122" y="683252"/>
              <a:ext cx="713963" cy="644707"/>
            </a:xfrm>
            <a:custGeom>
              <a:rect b="b" l="l" r="r" t="t"/>
              <a:pathLst>
                <a:path extrusionOk="0" h="30236" w="33484">
                  <a:moveTo>
                    <a:pt x="33484" y="0"/>
                  </a:moveTo>
                  <a:cubicBezTo>
                    <a:pt x="33353" y="0"/>
                    <a:pt x="33164" y="0"/>
                    <a:pt x="33006" y="51"/>
                  </a:cubicBezTo>
                  <a:lnTo>
                    <a:pt x="33006" y="51"/>
                  </a:lnTo>
                  <a:cubicBezTo>
                    <a:pt x="33165" y="33"/>
                    <a:pt x="33325" y="16"/>
                    <a:pt x="33484" y="0"/>
                  </a:cubicBezTo>
                  <a:close/>
                  <a:moveTo>
                    <a:pt x="33006" y="51"/>
                  </a:moveTo>
                  <a:lnTo>
                    <a:pt x="33006" y="51"/>
                  </a:lnTo>
                  <a:cubicBezTo>
                    <a:pt x="31700" y="198"/>
                    <a:pt x="30400" y="406"/>
                    <a:pt x="29159" y="687"/>
                  </a:cubicBezTo>
                  <a:cubicBezTo>
                    <a:pt x="30403" y="464"/>
                    <a:pt x="31720" y="223"/>
                    <a:pt x="32945" y="75"/>
                  </a:cubicBezTo>
                  <a:cubicBezTo>
                    <a:pt x="32965" y="66"/>
                    <a:pt x="32985" y="58"/>
                    <a:pt x="33006" y="51"/>
                  </a:cubicBezTo>
                  <a:close/>
                  <a:moveTo>
                    <a:pt x="24129" y="2228"/>
                  </a:moveTo>
                  <a:lnTo>
                    <a:pt x="24129" y="2228"/>
                  </a:lnTo>
                  <a:cubicBezTo>
                    <a:pt x="19844" y="3879"/>
                    <a:pt x="15814" y="6295"/>
                    <a:pt x="12287" y="9421"/>
                  </a:cubicBezTo>
                  <a:lnTo>
                    <a:pt x="12287" y="9421"/>
                  </a:lnTo>
                  <a:cubicBezTo>
                    <a:pt x="15822" y="6308"/>
                    <a:pt x="19854" y="3910"/>
                    <a:pt x="24129" y="2228"/>
                  </a:cubicBezTo>
                  <a:close/>
                  <a:moveTo>
                    <a:pt x="12287" y="9421"/>
                  </a:moveTo>
                  <a:lnTo>
                    <a:pt x="12287" y="9421"/>
                  </a:lnTo>
                  <a:cubicBezTo>
                    <a:pt x="10286" y="11182"/>
                    <a:pt x="8445" y="13173"/>
                    <a:pt x="6808" y="15392"/>
                  </a:cubicBezTo>
                  <a:lnTo>
                    <a:pt x="6808" y="15392"/>
                  </a:lnTo>
                  <a:cubicBezTo>
                    <a:pt x="6856" y="15336"/>
                    <a:pt x="6907" y="15278"/>
                    <a:pt x="6960" y="15220"/>
                  </a:cubicBezTo>
                  <a:cubicBezTo>
                    <a:pt x="8555" y="13078"/>
                    <a:pt x="10345" y="11142"/>
                    <a:pt x="12287" y="9421"/>
                  </a:cubicBezTo>
                  <a:close/>
                  <a:moveTo>
                    <a:pt x="6808" y="15392"/>
                  </a:moveTo>
                  <a:lnTo>
                    <a:pt x="6808" y="15392"/>
                  </a:lnTo>
                  <a:cubicBezTo>
                    <a:pt x="6658" y="15570"/>
                    <a:pt x="6535" y="15742"/>
                    <a:pt x="6422" y="15925"/>
                  </a:cubicBezTo>
                  <a:cubicBezTo>
                    <a:pt x="6550" y="15746"/>
                    <a:pt x="6678" y="15568"/>
                    <a:pt x="6808" y="15392"/>
                  </a:cubicBezTo>
                  <a:close/>
                  <a:moveTo>
                    <a:pt x="4806" y="18395"/>
                  </a:moveTo>
                  <a:cubicBezTo>
                    <a:pt x="4016" y="19684"/>
                    <a:pt x="3290" y="20972"/>
                    <a:pt x="2701" y="22319"/>
                  </a:cubicBezTo>
                  <a:lnTo>
                    <a:pt x="2701" y="22319"/>
                  </a:lnTo>
                  <a:cubicBezTo>
                    <a:pt x="3320" y="20988"/>
                    <a:pt x="4022" y="19674"/>
                    <a:pt x="4806" y="18395"/>
                  </a:cubicBezTo>
                  <a:close/>
                  <a:moveTo>
                    <a:pt x="2701" y="22319"/>
                  </a:moveTo>
                  <a:cubicBezTo>
                    <a:pt x="2548" y="22648"/>
                    <a:pt x="2399" y="22978"/>
                    <a:pt x="2256" y="23308"/>
                  </a:cubicBezTo>
                  <a:lnTo>
                    <a:pt x="2256" y="23308"/>
                  </a:lnTo>
                  <a:cubicBezTo>
                    <a:pt x="2355" y="23087"/>
                    <a:pt x="2456" y="22866"/>
                    <a:pt x="2562" y="22644"/>
                  </a:cubicBezTo>
                  <a:cubicBezTo>
                    <a:pt x="2607" y="22535"/>
                    <a:pt x="2653" y="22427"/>
                    <a:pt x="2701" y="22319"/>
                  </a:cubicBezTo>
                  <a:close/>
                  <a:moveTo>
                    <a:pt x="2256" y="23308"/>
                  </a:moveTo>
                  <a:lnTo>
                    <a:pt x="2256" y="23308"/>
                  </a:lnTo>
                  <a:cubicBezTo>
                    <a:pt x="1697" y="24567"/>
                    <a:pt x="1249" y="25814"/>
                    <a:pt x="854" y="27062"/>
                  </a:cubicBezTo>
                  <a:cubicBezTo>
                    <a:pt x="1250" y="25809"/>
                    <a:pt x="1718" y="24553"/>
                    <a:pt x="2256" y="23308"/>
                  </a:cubicBezTo>
                  <a:close/>
                  <a:moveTo>
                    <a:pt x="779" y="27137"/>
                  </a:moveTo>
                  <a:lnTo>
                    <a:pt x="779" y="27137"/>
                  </a:lnTo>
                  <a:cubicBezTo>
                    <a:pt x="464" y="28139"/>
                    <a:pt x="241" y="29141"/>
                    <a:pt x="0" y="30236"/>
                  </a:cubicBezTo>
                  <a:cubicBezTo>
                    <a:pt x="241" y="29234"/>
                    <a:pt x="464" y="28139"/>
                    <a:pt x="779" y="27137"/>
                  </a:cubicBezTo>
                  <a:close/>
                </a:path>
              </a:pathLst>
            </a:custGeom>
            <a:solidFill>
              <a:srgbClr val="D38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79"/>
            <p:cNvSpPr/>
            <p:nvPr/>
          </p:nvSpPr>
          <p:spPr>
            <a:xfrm>
              <a:off x="2360055" y="684830"/>
              <a:ext cx="875843" cy="1551788"/>
            </a:xfrm>
            <a:custGeom>
              <a:rect b="b" l="l" r="r" t="t"/>
              <a:pathLst>
                <a:path extrusionOk="0" h="72777" w="41076">
                  <a:moveTo>
                    <a:pt x="35340" y="1"/>
                  </a:moveTo>
                  <a:cubicBezTo>
                    <a:pt x="34115" y="149"/>
                    <a:pt x="32798" y="390"/>
                    <a:pt x="31554" y="613"/>
                  </a:cubicBezTo>
                  <a:lnTo>
                    <a:pt x="31554" y="687"/>
                  </a:lnTo>
                  <a:cubicBezTo>
                    <a:pt x="29846" y="1077"/>
                    <a:pt x="28232" y="1541"/>
                    <a:pt x="26598" y="2154"/>
                  </a:cubicBezTo>
                  <a:lnTo>
                    <a:pt x="26524" y="2154"/>
                  </a:lnTo>
                  <a:cubicBezTo>
                    <a:pt x="19879" y="4715"/>
                    <a:pt x="13847" y="9114"/>
                    <a:pt x="9355" y="15146"/>
                  </a:cubicBezTo>
                  <a:cubicBezTo>
                    <a:pt x="9133" y="15387"/>
                    <a:pt x="8966" y="15610"/>
                    <a:pt x="8817" y="15851"/>
                  </a:cubicBezTo>
                  <a:cubicBezTo>
                    <a:pt x="8743" y="15926"/>
                    <a:pt x="8669" y="16000"/>
                    <a:pt x="8594" y="16167"/>
                  </a:cubicBezTo>
                  <a:cubicBezTo>
                    <a:pt x="8130" y="16854"/>
                    <a:pt x="7666" y="17559"/>
                    <a:pt x="7202" y="18320"/>
                  </a:cubicBezTo>
                  <a:cubicBezTo>
                    <a:pt x="6349" y="19712"/>
                    <a:pt x="5569" y="21104"/>
                    <a:pt x="4957" y="22570"/>
                  </a:cubicBezTo>
                  <a:cubicBezTo>
                    <a:pt x="4251" y="24055"/>
                    <a:pt x="3713" y="25521"/>
                    <a:pt x="3249" y="26988"/>
                  </a:cubicBezTo>
                  <a:lnTo>
                    <a:pt x="3175" y="27062"/>
                  </a:lnTo>
                  <a:cubicBezTo>
                    <a:pt x="2859" y="28064"/>
                    <a:pt x="2636" y="29159"/>
                    <a:pt x="2395" y="30162"/>
                  </a:cubicBezTo>
                  <a:lnTo>
                    <a:pt x="1" y="38904"/>
                  </a:lnTo>
                  <a:cubicBezTo>
                    <a:pt x="465" y="39368"/>
                    <a:pt x="929" y="39665"/>
                    <a:pt x="1319" y="40054"/>
                  </a:cubicBezTo>
                  <a:cubicBezTo>
                    <a:pt x="1467" y="40203"/>
                    <a:pt x="1634" y="40444"/>
                    <a:pt x="1783" y="40593"/>
                  </a:cubicBezTo>
                  <a:lnTo>
                    <a:pt x="3100" y="33410"/>
                  </a:lnTo>
                  <a:lnTo>
                    <a:pt x="7351" y="34022"/>
                  </a:lnTo>
                  <a:cubicBezTo>
                    <a:pt x="7351" y="34022"/>
                    <a:pt x="12993" y="39442"/>
                    <a:pt x="13773" y="43915"/>
                  </a:cubicBezTo>
                  <a:cubicBezTo>
                    <a:pt x="14237" y="46699"/>
                    <a:pt x="13383" y="51265"/>
                    <a:pt x="12678" y="54291"/>
                  </a:cubicBezTo>
                  <a:cubicBezTo>
                    <a:pt x="17949" y="61009"/>
                    <a:pt x="22886" y="72777"/>
                    <a:pt x="33726" y="72777"/>
                  </a:cubicBezTo>
                  <a:cubicBezTo>
                    <a:pt x="35340" y="72777"/>
                    <a:pt x="37048" y="72461"/>
                    <a:pt x="38978" y="71923"/>
                  </a:cubicBezTo>
                  <a:cubicBezTo>
                    <a:pt x="38366" y="71459"/>
                    <a:pt x="37735" y="71069"/>
                    <a:pt x="37122" y="70605"/>
                  </a:cubicBezTo>
                  <a:cubicBezTo>
                    <a:pt x="18562" y="56147"/>
                    <a:pt x="15165" y="29382"/>
                    <a:pt x="29624" y="10821"/>
                  </a:cubicBezTo>
                  <a:cubicBezTo>
                    <a:pt x="32872" y="6571"/>
                    <a:pt x="36732" y="3174"/>
                    <a:pt x="41076" y="539"/>
                  </a:cubicBezTo>
                  <a:cubicBezTo>
                    <a:pt x="39127" y="223"/>
                    <a:pt x="37271" y="75"/>
                    <a:pt x="353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79"/>
            <p:cNvSpPr/>
            <p:nvPr/>
          </p:nvSpPr>
          <p:spPr>
            <a:xfrm>
              <a:off x="3113592" y="676514"/>
              <a:ext cx="151987" cy="19809"/>
            </a:xfrm>
            <a:custGeom>
              <a:rect b="b" l="l" r="r" t="t"/>
              <a:pathLst>
                <a:path extrusionOk="0" h="929" w="7128">
                  <a:moveTo>
                    <a:pt x="5105" y="1"/>
                  </a:moveTo>
                  <a:cubicBezTo>
                    <a:pt x="3564" y="1"/>
                    <a:pt x="2023" y="75"/>
                    <a:pt x="539" y="316"/>
                  </a:cubicBezTo>
                  <a:cubicBezTo>
                    <a:pt x="390" y="316"/>
                    <a:pt x="167" y="316"/>
                    <a:pt x="0" y="391"/>
                  </a:cubicBezTo>
                  <a:cubicBezTo>
                    <a:pt x="1931" y="465"/>
                    <a:pt x="3787" y="613"/>
                    <a:pt x="5736" y="929"/>
                  </a:cubicBezTo>
                  <a:cubicBezTo>
                    <a:pt x="6200" y="688"/>
                    <a:pt x="6664" y="391"/>
                    <a:pt x="7128" y="75"/>
                  </a:cubicBezTo>
                  <a:lnTo>
                    <a:pt x="6886" y="75"/>
                  </a:lnTo>
                  <a:cubicBezTo>
                    <a:pt x="6274" y="1"/>
                    <a:pt x="5736" y="1"/>
                    <a:pt x="5105" y="1"/>
                  </a:cubicBezTo>
                  <a:close/>
                </a:path>
              </a:pathLst>
            </a:custGeom>
            <a:solidFill>
              <a:srgbClr val="C88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79"/>
            <p:cNvSpPr/>
            <p:nvPr/>
          </p:nvSpPr>
          <p:spPr>
            <a:xfrm>
              <a:off x="3890456" y="1726860"/>
              <a:ext cx="57805" cy="15075"/>
            </a:xfrm>
            <a:custGeom>
              <a:rect b="b" l="l" r="r" t="t"/>
              <a:pathLst>
                <a:path extrusionOk="0" h="707" w="2711">
                  <a:moveTo>
                    <a:pt x="1" y="1"/>
                  </a:moveTo>
                  <a:lnTo>
                    <a:pt x="1" y="1"/>
                  </a:lnTo>
                  <a:lnTo>
                    <a:pt x="2711" y="706"/>
                  </a:lnTo>
                  <a:lnTo>
                    <a:pt x="2711" y="706"/>
                  </a:lnTo>
                  <a:close/>
                </a:path>
              </a:pathLst>
            </a:custGeom>
            <a:solidFill>
              <a:srgbClr val="C15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79"/>
            <p:cNvSpPr/>
            <p:nvPr/>
          </p:nvSpPr>
          <p:spPr>
            <a:xfrm>
              <a:off x="3890456" y="1490991"/>
              <a:ext cx="158341" cy="250945"/>
            </a:xfrm>
            <a:custGeom>
              <a:rect b="b" l="l" r="r" t="t"/>
              <a:pathLst>
                <a:path extrusionOk="0" h="11769" w="7426">
                  <a:moveTo>
                    <a:pt x="7258" y="1"/>
                  </a:moveTo>
                  <a:cubicBezTo>
                    <a:pt x="7110" y="1"/>
                    <a:pt x="6646" y="75"/>
                    <a:pt x="6033" y="390"/>
                  </a:cubicBezTo>
                  <a:cubicBezTo>
                    <a:pt x="6107" y="539"/>
                    <a:pt x="6107" y="706"/>
                    <a:pt x="6107" y="854"/>
                  </a:cubicBezTo>
                  <a:cubicBezTo>
                    <a:pt x="6497" y="465"/>
                    <a:pt x="6961" y="168"/>
                    <a:pt x="7425" y="1"/>
                  </a:cubicBezTo>
                  <a:close/>
                  <a:moveTo>
                    <a:pt x="4938" y="1244"/>
                  </a:moveTo>
                  <a:cubicBezTo>
                    <a:pt x="4251" y="1931"/>
                    <a:pt x="3472" y="3174"/>
                    <a:pt x="2785" y="5031"/>
                  </a:cubicBezTo>
                  <a:cubicBezTo>
                    <a:pt x="2469" y="5959"/>
                    <a:pt x="2154" y="6812"/>
                    <a:pt x="1783" y="7499"/>
                  </a:cubicBezTo>
                  <a:lnTo>
                    <a:pt x="3546" y="7963"/>
                  </a:lnTo>
                  <a:cubicBezTo>
                    <a:pt x="4103" y="6033"/>
                    <a:pt x="4641" y="3713"/>
                    <a:pt x="5031" y="2488"/>
                  </a:cubicBezTo>
                  <a:cubicBezTo>
                    <a:pt x="5031" y="2098"/>
                    <a:pt x="5031" y="1634"/>
                    <a:pt x="4938" y="1244"/>
                  </a:cubicBezTo>
                  <a:close/>
                  <a:moveTo>
                    <a:pt x="391" y="10283"/>
                  </a:moveTo>
                  <a:cubicBezTo>
                    <a:pt x="224" y="10599"/>
                    <a:pt x="149" y="10840"/>
                    <a:pt x="1" y="11063"/>
                  </a:cubicBezTo>
                  <a:lnTo>
                    <a:pt x="2711" y="11768"/>
                  </a:lnTo>
                  <a:cubicBezTo>
                    <a:pt x="2711" y="11768"/>
                    <a:pt x="2785" y="11453"/>
                    <a:pt x="2859" y="10914"/>
                  </a:cubicBezTo>
                  <a:lnTo>
                    <a:pt x="391" y="10283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79"/>
            <p:cNvSpPr/>
            <p:nvPr/>
          </p:nvSpPr>
          <p:spPr>
            <a:xfrm>
              <a:off x="3995747" y="1499307"/>
              <a:ext cx="24947" cy="44735"/>
            </a:xfrm>
            <a:custGeom>
              <a:rect b="b" l="l" r="r" t="t"/>
              <a:pathLst>
                <a:path extrusionOk="0" h="2098" w="1170">
                  <a:moveTo>
                    <a:pt x="1095" y="0"/>
                  </a:moveTo>
                  <a:cubicBezTo>
                    <a:pt x="780" y="149"/>
                    <a:pt x="390" y="464"/>
                    <a:pt x="0" y="854"/>
                  </a:cubicBezTo>
                  <a:cubicBezTo>
                    <a:pt x="93" y="1244"/>
                    <a:pt x="93" y="1708"/>
                    <a:pt x="93" y="2098"/>
                  </a:cubicBezTo>
                  <a:cubicBezTo>
                    <a:pt x="316" y="1392"/>
                    <a:pt x="705" y="854"/>
                    <a:pt x="1169" y="464"/>
                  </a:cubicBezTo>
                  <a:cubicBezTo>
                    <a:pt x="1169" y="316"/>
                    <a:pt x="1169" y="149"/>
                    <a:pt x="109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79"/>
            <p:cNvSpPr/>
            <p:nvPr/>
          </p:nvSpPr>
          <p:spPr>
            <a:xfrm>
              <a:off x="3900350" y="1485937"/>
              <a:ext cx="184461" cy="292950"/>
            </a:xfrm>
            <a:custGeom>
              <a:rect b="b" l="l" r="r" t="t"/>
              <a:pathLst>
                <a:path extrusionOk="0" h="13739" w="8651">
                  <a:moveTo>
                    <a:pt x="7771" y="1"/>
                  </a:moveTo>
                  <a:cubicBezTo>
                    <a:pt x="7731" y="1"/>
                    <a:pt x="7689" y="5"/>
                    <a:pt x="7648" y="15"/>
                  </a:cubicBezTo>
                  <a:cubicBezTo>
                    <a:pt x="6720" y="238"/>
                    <a:pt x="5105" y="943"/>
                    <a:pt x="4567" y="2725"/>
                  </a:cubicBezTo>
                  <a:cubicBezTo>
                    <a:pt x="3787" y="5193"/>
                    <a:pt x="2247" y="12005"/>
                    <a:pt x="2247" y="12005"/>
                  </a:cubicBezTo>
                  <a:lnTo>
                    <a:pt x="1" y="11374"/>
                  </a:lnTo>
                  <a:lnTo>
                    <a:pt x="1" y="11374"/>
                  </a:lnTo>
                  <a:cubicBezTo>
                    <a:pt x="1" y="11374"/>
                    <a:pt x="75" y="12692"/>
                    <a:pt x="1077" y="13082"/>
                  </a:cubicBezTo>
                  <a:cubicBezTo>
                    <a:pt x="1467" y="13230"/>
                    <a:pt x="2154" y="13471"/>
                    <a:pt x="2934" y="13620"/>
                  </a:cubicBezTo>
                  <a:cubicBezTo>
                    <a:pt x="3229" y="13700"/>
                    <a:pt x="3527" y="13739"/>
                    <a:pt x="3821" y="13739"/>
                  </a:cubicBezTo>
                  <a:cubicBezTo>
                    <a:pt x="5223" y="13739"/>
                    <a:pt x="6529" y="12860"/>
                    <a:pt x="7035" y="11448"/>
                  </a:cubicBezTo>
                  <a:cubicBezTo>
                    <a:pt x="7815" y="9054"/>
                    <a:pt x="8650" y="5268"/>
                    <a:pt x="8279" y="479"/>
                  </a:cubicBezTo>
                  <a:cubicBezTo>
                    <a:pt x="8279" y="205"/>
                    <a:pt x="8041" y="1"/>
                    <a:pt x="777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79"/>
            <p:cNvSpPr/>
            <p:nvPr/>
          </p:nvSpPr>
          <p:spPr>
            <a:xfrm>
              <a:off x="3369249" y="1403568"/>
              <a:ext cx="105696" cy="93968"/>
            </a:xfrm>
            <a:custGeom>
              <a:rect b="b" l="l" r="r" t="t"/>
              <a:pathLst>
                <a:path extrusionOk="0" h="4407" w="4957">
                  <a:moveTo>
                    <a:pt x="2480" y="0"/>
                  </a:moveTo>
                  <a:cubicBezTo>
                    <a:pt x="1737" y="0"/>
                    <a:pt x="1027" y="375"/>
                    <a:pt x="613" y="1094"/>
                  </a:cubicBezTo>
                  <a:cubicBezTo>
                    <a:pt x="1" y="2096"/>
                    <a:pt x="316" y="3488"/>
                    <a:pt x="1393" y="4101"/>
                  </a:cubicBezTo>
                  <a:cubicBezTo>
                    <a:pt x="1724" y="4310"/>
                    <a:pt x="2091" y="4407"/>
                    <a:pt x="2455" y="4407"/>
                  </a:cubicBezTo>
                  <a:cubicBezTo>
                    <a:pt x="3190" y="4407"/>
                    <a:pt x="3915" y="4010"/>
                    <a:pt x="4325" y="3340"/>
                  </a:cubicBezTo>
                  <a:cubicBezTo>
                    <a:pt x="4956" y="2245"/>
                    <a:pt x="4641" y="927"/>
                    <a:pt x="3638" y="314"/>
                  </a:cubicBezTo>
                  <a:cubicBezTo>
                    <a:pt x="3268" y="104"/>
                    <a:pt x="2869" y="0"/>
                    <a:pt x="2480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79"/>
            <p:cNvSpPr/>
            <p:nvPr/>
          </p:nvSpPr>
          <p:spPr>
            <a:xfrm>
              <a:off x="3146834" y="2045461"/>
              <a:ext cx="106868" cy="93776"/>
            </a:xfrm>
            <a:custGeom>
              <a:rect b="b" l="l" r="r" t="t"/>
              <a:pathLst>
                <a:path extrusionOk="0" h="4398" w="5012">
                  <a:moveTo>
                    <a:pt x="2543" y="0"/>
                  </a:moveTo>
                  <a:cubicBezTo>
                    <a:pt x="1784" y="0"/>
                    <a:pt x="1023" y="392"/>
                    <a:pt x="613" y="1077"/>
                  </a:cubicBezTo>
                  <a:cubicBezTo>
                    <a:pt x="0" y="2153"/>
                    <a:pt x="372" y="3471"/>
                    <a:pt x="1392" y="4083"/>
                  </a:cubicBezTo>
                  <a:cubicBezTo>
                    <a:pt x="1737" y="4294"/>
                    <a:pt x="2128" y="4397"/>
                    <a:pt x="2518" y="4397"/>
                  </a:cubicBezTo>
                  <a:cubicBezTo>
                    <a:pt x="3260" y="4397"/>
                    <a:pt x="3997" y="4022"/>
                    <a:pt x="4399" y="3304"/>
                  </a:cubicBezTo>
                  <a:cubicBezTo>
                    <a:pt x="5012" y="2302"/>
                    <a:pt x="4715" y="910"/>
                    <a:pt x="3620" y="297"/>
                  </a:cubicBezTo>
                  <a:cubicBezTo>
                    <a:pt x="3289" y="95"/>
                    <a:pt x="2916" y="0"/>
                    <a:pt x="2543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79"/>
            <p:cNvSpPr/>
            <p:nvPr/>
          </p:nvSpPr>
          <p:spPr>
            <a:xfrm>
              <a:off x="2684989" y="1758162"/>
              <a:ext cx="105674" cy="93776"/>
            </a:xfrm>
            <a:custGeom>
              <a:rect b="b" l="l" r="r" t="t"/>
              <a:pathLst>
                <a:path extrusionOk="0" h="4398" w="4956">
                  <a:moveTo>
                    <a:pt x="2471" y="1"/>
                  </a:moveTo>
                  <a:cubicBezTo>
                    <a:pt x="1728" y="1"/>
                    <a:pt x="1027" y="376"/>
                    <a:pt x="613" y="1094"/>
                  </a:cubicBezTo>
                  <a:cubicBezTo>
                    <a:pt x="0" y="2096"/>
                    <a:pt x="316" y="3488"/>
                    <a:pt x="1392" y="4101"/>
                  </a:cubicBezTo>
                  <a:cubicBezTo>
                    <a:pt x="1723" y="4303"/>
                    <a:pt x="2088" y="4398"/>
                    <a:pt x="2450" y="4398"/>
                  </a:cubicBezTo>
                  <a:cubicBezTo>
                    <a:pt x="3187" y="4398"/>
                    <a:pt x="3914" y="4006"/>
                    <a:pt x="4325" y="3321"/>
                  </a:cubicBezTo>
                  <a:cubicBezTo>
                    <a:pt x="4956" y="2245"/>
                    <a:pt x="4640" y="927"/>
                    <a:pt x="3638" y="315"/>
                  </a:cubicBezTo>
                  <a:cubicBezTo>
                    <a:pt x="3261" y="104"/>
                    <a:pt x="2861" y="1"/>
                    <a:pt x="2471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79"/>
            <p:cNvSpPr/>
            <p:nvPr/>
          </p:nvSpPr>
          <p:spPr>
            <a:xfrm>
              <a:off x="3987815" y="1585194"/>
              <a:ext cx="108851" cy="179066"/>
            </a:xfrm>
            <a:custGeom>
              <a:rect b="b" l="l" r="r" t="t"/>
              <a:pathLst>
                <a:path extrusionOk="0" h="8398" w="5105">
                  <a:moveTo>
                    <a:pt x="2395" y="0"/>
                  </a:moveTo>
                  <a:lnTo>
                    <a:pt x="1616" y="6422"/>
                  </a:lnTo>
                  <a:lnTo>
                    <a:pt x="1" y="6329"/>
                  </a:lnTo>
                  <a:lnTo>
                    <a:pt x="1" y="6329"/>
                  </a:lnTo>
                  <a:cubicBezTo>
                    <a:pt x="539" y="8037"/>
                    <a:pt x="2080" y="8352"/>
                    <a:pt x="2080" y="8352"/>
                  </a:cubicBezTo>
                  <a:cubicBezTo>
                    <a:pt x="2230" y="8383"/>
                    <a:pt x="2374" y="8397"/>
                    <a:pt x="2510" y="8397"/>
                  </a:cubicBezTo>
                  <a:cubicBezTo>
                    <a:pt x="4468" y="8397"/>
                    <a:pt x="4943" y="5402"/>
                    <a:pt x="5012" y="3007"/>
                  </a:cubicBezTo>
                  <a:cubicBezTo>
                    <a:pt x="5105" y="1466"/>
                    <a:pt x="3936" y="149"/>
                    <a:pt x="2395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79"/>
            <p:cNvSpPr/>
            <p:nvPr/>
          </p:nvSpPr>
          <p:spPr>
            <a:xfrm>
              <a:off x="3146834" y="1557154"/>
              <a:ext cx="906697" cy="1019429"/>
            </a:xfrm>
            <a:custGeom>
              <a:rect b="b" l="l" r="r" t="t"/>
              <a:pathLst>
                <a:path extrusionOk="0" h="47810" w="42523">
                  <a:moveTo>
                    <a:pt x="18635" y="3004"/>
                  </a:moveTo>
                  <a:lnTo>
                    <a:pt x="25893" y="4860"/>
                  </a:lnTo>
                  <a:lnTo>
                    <a:pt x="20176" y="18873"/>
                  </a:lnTo>
                  <a:lnTo>
                    <a:pt x="19025" y="18168"/>
                  </a:lnTo>
                  <a:cubicBezTo>
                    <a:pt x="18004" y="17556"/>
                    <a:pt x="17466" y="16386"/>
                    <a:pt x="17782" y="15236"/>
                  </a:cubicBezTo>
                  <a:lnTo>
                    <a:pt x="18858" y="10428"/>
                  </a:lnTo>
                  <a:cubicBezTo>
                    <a:pt x="19248" y="8814"/>
                    <a:pt x="18858" y="7180"/>
                    <a:pt x="17707" y="6029"/>
                  </a:cubicBezTo>
                  <a:lnTo>
                    <a:pt x="16074" y="4248"/>
                  </a:lnTo>
                  <a:lnTo>
                    <a:pt x="18394" y="3004"/>
                  </a:lnTo>
                  <a:close/>
                  <a:moveTo>
                    <a:pt x="13364" y="5714"/>
                  </a:moveTo>
                  <a:lnTo>
                    <a:pt x="15536" y="8034"/>
                  </a:lnTo>
                  <a:cubicBezTo>
                    <a:pt x="15925" y="8498"/>
                    <a:pt x="16074" y="9129"/>
                    <a:pt x="16000" y="9742"/>
                  </a:cubicBezTo>
                  <a:lnTo>
                    <a:pt x="14849" y="14530"/>
                  </a:lnTo>
                  <a:cubicBezTo>
                    <a:pt x="14292" y="16925"/>
                    <a:pt x="15313" y="19486"/>
                    <a:pt x="17466" y="20730"/>
                  </a:cubicBezTo>
                  <a:lnTo>
                    <a:pt x="19025" y="21658"/>
                  </a:lnTo>
                  <a:lnTo>
                    <a:pt x="18171" y="23736"/>
                  </a:lnTo>
                  <a:lnTo>
                    <a:pt x="7332" y="17240"/>
                  </a:lnTo>
                  <a:cubicBezTo>
                    <a:pt x="6645" y="16850"/>
                    <a:pt x="6107" y="16312"/>
                    <a:pt x="5791" y="15625"/>
                  </a:cubicBezTo>
                  <a:lnTo>
                    <a:pt x="3471" y="11282"/>
                  </a:lnTo>
                  <a:cubicBezTo>
                    <a:pt x="3397" y="11134"/>
                    <a:pt x="3471" y="10892"/>
                    <a:pt x="3620" y="10818"/>
                  </a:cubicBezTo>
                  <a:lnTo>
                    <a:pt x="13364" y="5714"/>
                  </a:lnTo>
                  <a:close/>
                  <a:moveTo>
                    <a:pt x="21568" y="23198"/>
                  </a:moveTo>
                  <a:lnTo>
                    <a:pt x="35340" y="31402"/>
                  </a:lnTo>
                  <a:lnTo>
                    <a:pt x="33948" y="33165"/>
                  </a:lnTo>
                  <a:lnTo>
                    <a:pt x="20714" y="25277"/>
                  </a:lnTo>
                  <a:lnTo>
                    <a:pt x="21568" y="23198"/>
                  </a:lnTo>
                  <a:close/>
                  <a:moveTo>
                    <a:pt x="19563" y="28061"/>
                  </a:moveTo>
                  <a:lnTo>
                    <a:pt x="32092" y="35578"/>
                  </a:lnTo>
                  <a:lnTo>
                    <a:pt x="25132" y="44617"/>
                  </a:lnTo>
                  <a:cubicBezTo>
                    <a:pt x="25057" y="44766"/>
                    <a:pt x="24890" y="44766"/>
                    <a:pt x="24816" y="44858"/>
                  </a:cubicBezTo>
                  <a:cubicBezTo>
                    <a:pt x="24742" y="44858"/>
                    <a:pt x="24593" y="44766"/>
                    <a:pt x="24500" y="44691"/>
                  </a:cubicBezTo>
                  <a:lnTo>
                    <a:pt x="16074" y="37267"/>
                  </a:lnTo>
                  <a:cubicBezTo>
                    <a:pt x="15925" y="37119"/>
                    <a:pt x="15925" y="36970"/>
                    <a:pt x="16000" y="36803"/>
                  </a:cubicBezTo>
                  <a:lnTo>
                    <a:pt x="19563" y="28061"/>
                  </a:lnTo>
                  <a:close/>
                  <a:moveTo>
                    <a:pt x="18660" y="0"/>
                  </a:moveTo>
                  <a:cubicBezTo>
                    <a:pt x="18108" y="0"/>
                    <a:pt x="17538" y="119"/>
                    <a:pt x="17002" y="387"/>
                  </a:cubicBezTo>
                  <a:lnTo>
                    <a:pt x="2228" y="8201"/>
                  </a:lnTo>
                  <a:cubicBezTo>
                    <a:pt x="613" y="9036"/>
                    <a:pt x="0" y="11059"/>
                    <a:pt x="836" y="12674"/>
                  </a:cubicBezTo>
                  <a:lnTo>
                    <a:pt x="3082" y="17017"/>
                  </a:lnTo>
                  <a:cubicBezTo>
                    <a:pt x="3713" y="18168"/>
                    <a:pt x="4641" y="19170"/>
                    <a:pt x="5791" y="19801"/>
                  </a:cubicBezTo>
                  <a:lnTo>
                    <a:pt x="17002" y="26520"/>
                  </a:lnTo>
                  <a:lnTo>
                    <a:pt x="13216" y="35652"/>
                  </a:lnTo>
                  <a:cubicBezTo>
                    <a:pt x="12677" y="36970"/>
                    <a:pt x="12993" y="38511"/>
                    <a:pt x="14069" y="39513"/>
                  </a:cubicBezTo>
                  <a:lnTo>
                    <a:pt x="22496" y="46937"/>
                  </a:lnTo>
                  <a:cubicBezTo>
                    <a:pt x="22644" y="47086"/>
                    <a:pt x="22811" y="47253"/>
                    <a:pt x="23034" y="47327"/>
                  </a:cubicBezTo>
                  <a:cubicBezTo>
                    <a:pt x="23561" y="47652"/>
                    <a:pt x="24126" y="47809"/>
                    <a:pt x="24752" y="47809"/>
                  </a:cubicBezTo>
                  <a:cubicBezTo>
                    <a:pt x="24876" y="47809"/>
                    <a:pt x="25003" y="47803"/>
                    <a:pt x="25132" y="47791"/>
                  </a:cubicBezTo>
                  <a:cubicBezTo>
                    <a:pt x="26060" y="47717"/>
                    <a:pt x="26913" y="47253"/>
                    <a:pt x="27526" y="46473"/>
                  </a:cubicBezTo>
                  <a:lnTo>
                    <a:pt x="34709" y="37119"/>
                  </a:lnTo>
                  <a:lnTo>
                    <a:pt x="35099" y="37341"/>
                  </a:lnTo>
                  <a:cubicBezTo>
                    <a:pt x="35377" y="37507"/>
                    <a:pt x="35674" y="37585"/>
                    <a:pt x="35958" y="37585"/>
                  </a:cubicBezTo>
                  <a:cubicBezTo>
                    <a:pt x="36472" y="37585"/>
                    <a:pt x="36945" y="37331"/>
                    <a:pt x="37196" y="36877"/>
                  </a:cubicBezTo>
                  <a:cubicBezTo>
                    <a:pt x="37660" y="36116"/>
                    <a:pt x="37419" y="35188"/>
                    <a:pt x="36658" y="34799"/>
                  </a:cubicBezTo>
                  <a:lnTo>
                    <a:pt x="36565" y="34724"/>
                  </a:lnTo>
                  <a:lnTo>
                    <a:pt x="37957" y="32868"/>
                  </a:lnTo>
                  <a:cubicBezTo>
                    <a:pt x="38031" y="32877"/>
                    <a:pt x="38106" y="32881"/>
                    <a:pt x="38179" y="32881"/>
                  </a:cubicBezTo>
                  <a:cubicBezTo>
                    <a:pt x="38729" y="32881"/>
                    <a:pt x="39238" y="32638"/>
                    <a:pt x="39516" y="32163"/>
                  </a:cubicBezTo>
                  <a:cubicBezTo>
                    <a:pt x="39906" y="31476"/>
                    <a:pt x="39665" y="30548"/>
                    <a:pt x="38978" y="30084"/>
                  </a:cubicBezTo>
                  <a:lnTo>
                    <a:pt x="22737" y="20414"/>
                  </a:lnTo>
                  <a:lnTo>
                    <a:pt x="28844" y="5565"/>
                  </a:lnTo>
                  <a:lnTo>
                    <a:pt x="40518" y="8498"/>
                  </a:lnTo>
                  <a:cubicBezTo>
                    <a:pt x="40658" y="8538"/>
                    <a:pt x="40796" y="8556"/>
                    <a:pt x="40929" y="8556"/>
                  </a:cubicBezTo>
                  <a:cubicBezTo>
                    <a:pt x="41608" y="8556"/>
                    <a:pt x="42173" y="8073"/>
                    <a:pt x="42374" y="7422"/>
                  </a:cubicBezTo>
                  <a:cubicBezTo>
                    <a:pt x="42523" y="6642"/>
                    <a:pt x="42059" y="5788"/>
                    <a:pt x="41298" y="5565"/>
                  </a:cubicBezTo>
                  <a:lnTo>
                    <a:pt x="19396" y="71"/>
                  </a:lnTo>
                  <a:cubicBezTo>
                    <a:pt x="19158" y="25"/>
                    <a:pt x="18911" y="0"/>
                    <a:pt x="1866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79"/>
            <p:cNvSpPr/>
            <p:nvPr/>
          </p:nvSpPr>
          <p:spPr>
            <a:xfrm>
              <a:off x="3489551" y="1647711"/>
              <a:ext cx="15075" cy="16653"/>
            </a:xfrm>
            <a:custGeom>
              <a:rect b="b" l="l" r="r" t="t"/>
              <a:pathLst>
                <a:path extrusionOk="0" h="781" w="707">
                  <a:moveTo>
                    <a:pt x="1" y="1"/>
                  </a:moveTo>
                  <a:lnTo>
                    <a:pt x="1" y="1"/>
                  </a:lnTo>
                  <a:lnTo>
                    <a:pt x="706" y="780"/>
                  </a:lnTo>
                  <a:lnTo>
                    <a:pt x="706" y="780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79"/>
            <p:cNvSpPr/>
            <p:nvPr/>
          </p:nvSpPr>
          <p:spPr>
            <a:xfrm>
              <a:off x="3459870" y="1776328"/>
              <a:ext cx="24969" cy="118766"/>
            </a:xfrm>
            <a:custGeom>
              <a:rect b="b" l="l" r="r" t="t"/>
              <a:pathLst>
                <a:path extrusionOk="0" h="5570" w="1171">
                  <a:moveTo>
                    <a:pt x="1170" y="1"/>
                  </a:moveTo>
                  <a:lnTo>
                    <a:pt x="1170" y="1"/>
                  </a:lnTo>
                  <a:lnTo>
                    <a:pt x="168" y="4251"/>
                  </a:lnTo>
                  <a:cubicBezTo>
                    <a:pt x="75" y="4715"/>
                    <a:pt x="1" y="5105"/>
                    <a:pt x="1" y="5569"/>
                  </a:cubicBezTo>
                  <a:cubicBezTo>
                    <a:pt x="1" y="5105"/>
                    <a:pt x="75" y="4715"/>
                    <a:pt x="168" y="4251"/>
                  </a:cubicBezTo>
                  <a:close/>
                </a:path>
              </a:pathLst>
            </a:custGeom>
            <a:solidFill>
              <a:srgbClr val="925A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79"/>
            <p:cNvSpPr/>
            <p:nvPr/>
          </p:nvSpPr>
          <p:spPr>
            <a:xfrm>
              <a:off x="3484817" y="1754963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lnTo>
                    <a:pt x="149" y="465"/>
                  </a:lnTo>
                  <a:lnTo>
                    <a:pt x="0" y="1003"/>
                  </a:lnTo>
                  <a:lnTo>
                    <a:pt x="0" y="1003"/>
                  </a:lnTo>
                  <a:lnTo>
                    <a:pt x="149" y="465"/>
                  </a:lnTo>
                  <a:close/>
                </a:path>
              </a:pathLst>
            </a:custGeom>
            <a:solidFill>
              <a:srgbClr val="780D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79"/>
            <p:cNvSpPr/>
            <p:nvPr/>
          </p:nvSpPr>
          <p:spPr>
            <a:xfrm>
              <a:off x="3164638" y="1791382"/>
              <a:ext cx="64543" cy="36035"/>
            </a:xfrm>
            <a:custGeom>
              <a:rect b="b" l="l" r="r" t="t"/>
              <a:pathLst>
                <a:path extrusionOk="0" h="1690" w="3027"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89"/>
                  </a:moveTo>
                  <a:lnTo>
                    <a:pt x="1" y="1689"/>
                  </a:lnTo>
                  <a:lnTo>
                    <a:pt x="1" y="1689"/>
                  </a:lnTo>
                  <a:close/>
                  <a:moveTo>
                    <a:pt x="1" y="1615"/>
                  </a:moveTo>
                  <a:lnTo>
                    <a:pt x="1" y="1689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1" y="1615"/>
                  </a:moveTo>
                  <a:lnTo>
                    <a:pt x="1" y="1615"/>
                  </a:lnTo>
                  <a:lnTo>
                    <a:pt x="1" y="1615"/>
                  </a:lnTo>
                  <a:close/>
                  <a:moveTo>
                    <a:pt x="2636" y="0"/>
                  </a:moveTo>
                  <a:lnTo>
                    <a:pt x="2636" y="297"/>
                  </a:lnTo>
                  <a:lnTo>
                    <a:pt x="3026" y="928"/>
                  </a:lnTo>
                  <a:lnTo>
                    <a:pt x="3026" y="928"/>
                  </a:lnTo>
                  <a:lnTo>
                    <a:pt x="2636" y="297"/>
                  </a:lnTo>
                  <a:close/>
                </a:path>
              </a:pathLst>
            </a:custGeom>
            <a:solidFill>
              <a:srgbClr val="3906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79"/>
            <p:cNvSpPr/>
            <p:nvPr/>
          </p:nvSpPr>
          <p:spPr>
            <a:xfrm>
              <a:off x="3423856" y="2018936"/>
              <a:ext cx="182862" cy="314656"/>
            </a:xfrm>
            <a:custGeom>
              <a:rect b="b" l="l" r="r" t="t"/>
              <a:pathLst>
                <a:path extrusionOk="0" h="14757" w="8576">
                  <a:moveTo>
                    <a:pt x="6571" y="6404"/>
                  </a:moveTo>
                  <a:lnTo>
                    <a:pt x="5866" y="8260"/>
                  </a:lnTo>
                  <a:lnTo>
                    <a:pt x="5866" y="8260"/>
                  </a:lnTo>
                  <a:lnTo>
                    <a:pt x="6571" y="6404"/>
                  </a:lnTo>
                  <a:close/>
                  <a:moveTo>
                    <a:pt x="4010" y="4863"/>
                  </a:moveTo>
                  <a:lnTo>
                    <a:pt x="224" y="13995"/>
                  </a:lnTo>
                  <a:cubicBezTo>
                    <a:pt x="75" y="14218"/>
                    <a:pt x="1" y="14534"/>
                    <a:pt x="1" y="14756"/>
                  </a:cubicBezTo>
                  <a:cubicBezTo>
                    <a:pt x="1" y="14534"/>
                    <a:pt x="75" y="14218"/>
                    <a:pt x="224" y="13995"/>
                  </a:cubicBezTo>
                  <a:lnTo>
                    <a:pt x="4010" y="4863"/>
                  </a:lnTo>
                  <a:close/>
                  <a:moveTo>
                    <a:pt x="8576" y="1541"/>
                  </a:moveTo>
                  <a:lnTo>
                    <a:pt x="7889" y="3397"/>
                  </a:lnTo>
                  <a:lnTo>
                    <a:pt x="7889" y="3397"/>
                  </a:lnTo>
                  <a:lnTo>
                    <a:pt x="8576" y="1541"/>
                  </a:lnTo>
                  <a:close/>
                  <a:moveTo>
                    <a:pt x="6033" y="1"/>
                  </a:moveTo>
                  <a:lnTo>
                    <a:pt x="5179" y="2079"/>
                  </a:lnTo>
                  <a:lnTo>
                    <a:pt x="4864" y="1931"/>
                  </a:lnTo>
                  <a:lnTo>
                    <a:pt x="5179" y="2079"/>
                  </a:lnTo>
                  <a:close/>
                </a:path>
              </a:pathLst>
            </a:custGeom>
            <a:solidFill>
              <a:srgbClr val="9D7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79"/>
            <p:cNvSpPr/>
            <p:nvPr/>
          </p:nvSpPr>
          <p:spPr>
            <a:xfrm>
              <a:off x="3806168" y="2297557"/>
              <a:ext cx="122306" cy="51067"/>
            </a:xfrm>
            <a:custGeom>
              <a:rect b="b" l="l" r="r" t="t"/>
              <a:pathLst>
                <a:path extrusionOk="0" h="2395" w="5736">
                  <a:moveTo>
                    <a:pt x="1170" y="854"/>
                  </a:moveTo>
                  <a:lnTo>
                    <a:pt x="0" y="2395"/>
                  </a:lnTo>
                  <a:lnTo>
                    <a:pt x="0" y="2395"/>
                  </a:lnTo>
                  <a:lnTo>
                    <a:pt x="1170" y="854"/>
                  </a:lnTo>
                  <a:close/>
                  <a:moveTo>
                    <a:pt x="5643" y="0"/>
                  </a:moveTo>
                  <a:lnTo>
                    <a:pt x="5643" y="0"/>
                  </a:lnTo>
                  <a:lnTo>
                    <a:pt x="5736" y="75"/>
                  </a:lnTo>
                  <a:lnTo>
                    <a:pt x="5736" y="75"/>
                  </a:lnTo>
                  <a:lnTo>
                    <a:pt x="5736" y="75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79"/>
            <p:cNvSpPr/>
            <p:nvPr/>
          </p:nvSpPr>
          <p:spPr>
            <a:xfrm>
              <a:off x="3154745" y="1593488"/>
              <a:ext cx="874265" cy="982690"/>
            </a:xfrm>
            <a:custGeom>
              <a:rect b="b" l="l" r="r" t="t"/>
              <a:pathLst>
                <a:path extrusionOk="0" h="46087" w="41002">
                  <a:moveTo>
                    <a:pt x="18264" y="1300"/>
                  </a:moveTo>
                  <a:lnTo>
                    <a:pt x="25522" y="3156"/>
                  </a:lnTo>
                  <a:lnTo>
                    <a:pt x="19805" y="17169"/>
                  </a:lnTo>
                  <a:lnTo>
                    <a:pt x="19489" y="17002"/>
                  </a:lnTo>
                  <a:lnTo>
                    <a:pt x="18803" y="18784"/>
                  </a:lnTo>
                  <a:lnTo>
                    <a:pt x="17633" y="18172"/>
                  </a:lnTo>
                  <a:cubicBezTo>
                    <a:pt x="16631" y="17541"/>
                    <a:pt x="16093" y="16316"/>
                    <a:pt x="16408" y="15146"/>
                  </a:cubicBezTo>
                  <a:lnTo>
                    <a:pt x="17559" y="10358"/>
                  </a:lnTo>
                  <a:cubicBezTo>
                    <a:pt x="17875" y="8817"/>
                    <a:pt x="17485" y="7184"/>
                    <a:pt x="16334" y="5940"/>
                  </a:cubicBezTo>
                  <a:lnTo>
                    <a:pt x="14701" y="4251"/>
                  </a:lnTo>
                  <a:lnTo>
                    <a:pt x="16408" y="3323"/>
                  </a:lnTo>
                  <a:lnTo>
                    <a:pt x="15703" y="2544"/>
                  </a:lnTo>
                  <a:lnTo>
                    <a:pt x="18023" y="1300"/>
                  </a:lnTo>
                  <a:close/>
                  <a:moveTo>
                    <a:pt x="12993" y="4010"/>
                  </a:moveTo>
                  <a:lnTo>
                    <a:pt x="15165" y="6330"/>
                  </a:lnTo>
                  <a:cubicBezTo>
                    <a:pt x="15480" y="6720"/>
                    <a:pt x="15629" y="7184"/>
                    <a:pt x="15629" y="7574"/>
                  </a:cubicBezTo>
                  <a:lnTo>
                    <a:pt x="15629" y="8038"/>
                  </a:lnTo>
                  <a:lnTo>
                    <a:pt x="15480" y="8576"/>
                  </a:lnTo>
                  <a:lnTo>
                    <a:pt x="14478" y="12826"/>
                  </a:lnTo>
                  <a:cubicBezTo>
                    <a:pt x="14385" y="13290"/>
                    <a:pt x="14311" y="13680"/>
                    <a:pt x="14311" y="14144"/>
                  </a:cubicBezTo>
                  <a:cubicBezTo>
                    <a:pt x="14311" y="16149"/>
                    <a:pt x="15313" y="18005"/>
                    <a:pt x="17095" y="19026"/>
                  </a:cubicBezTo>
                  <a:lnTo>
                    <a:pt x="18654" y="19954"/>
                  </a:lnTo>
                  <a:lnTo>
                    <a:pt x="17800" y="22032"/>
                  </a:lnTo>
                  <a:lnTo>
                    <a:pt x="17485" y="21884"/>
                  </a:lnTo>
                  <a:lnTo>
                    <a:pt x="16798" y="23666"/>
                  </a:lnTo>
                  <a:lnTo>
                    <a:pt x="5959" y="17244"/>
                  </a:lnTo>
                  <a:cubicBezTo>
                    <a:pt x="5272" y="16854"/>
                    <a:pt x="4734" y="16241"/>
                    <a:pt x="4418" y="15610"/>
                  </a:cubicBezTo>
                  <a:lnTo>
                    <a:pt x="2172" y="11286"/>
                  </a:lnTo>
                  <a:cubicBezTo>
                    <a:pt x="2098" y="11137"/>
                    <a:pt x="2098" y="10896"/>
                    <a:pt x="2246" y="10822"/>
                  </a:cubicBezTo>
                  <a:lnTo>
                    <a:pt x="3490" y="10209"/>
                  </a:lnTo>
                  <a:lnTo>
                    <a:pt x="3100" y="9578"/>
                  </a:lnTo>
                  <a:lnTo>
                    <a:pt x="3100" y="9281"/>
                  </a:lnTo>
                  <a:cubicBezTo>
                    <a:pt x="3175" y="9281"/>
                    <a:pt x="3175" y="9188"/>
                    <a:pt x="3249" y="9114"/>
                  </a:cubicBezTo>
                  <a:lnTo>
                    <a:pt x="12993" y="4010"/>
                  </a:lnTo>
                  <a:close/>
                  <a:moveTo>
                    <a:pt x="21197" y="21494"/>
                  </a:moveTo>
                  <a:lnTo>
                    <a:pt x="34969" y="29698"/>
                  </a:lnTo>
                  <a:lnTo>
                    <a:pt x="33725" y="31238"/>
                  </a:lnTo>
                  <a:lnTo>
                    <a:pt x="33967" y="31387"/>
                  </a:lnTo>
                  <a:lnTo>
                    <a:pt x="32575" y="33095"/>
                  </a:lnTo>
                  <a:lnTo>
                    <a:pt x="19341" y="25206"/>
                  </a:lnTo>
                  <a:lnTo>
                    <a:pt x="20195" y="23202"/>
                  </a:lnTo>
                  <a:lnTo>
                    <a:pt x="20510" y="23350"/>
                  </a:lnTo>
                  <a:lnTo>
                    <a:pt x="21197" y="21494"/>
                  </a:lnTo>
                  <a:close/>
                  <a:moveTo>
                    <a:pt x="19192" y="26357"/>
                  </a:moveTo>
                  <a:lnTo>
                    <a:pt x="31721" y="33874"/>
                  </a:lnTo>
                  <a:lnTo>
                    <a:pt x="30551" y="35415"/>
                  </a:lnTo>
                  <a:lnTo>
                    <a:pt x="30719" y="35489"/>
                  </a:lnTo>
                  <a:lnTo>
                    <a:pt x="23758" y="44621"/>
                  </a:lnTo>
                  <a:cubicBezTo>
                    <a:pt x="23665" y="44769"/>
                    <a:pt x="23517" y="44769"/>
                    <a:pt x="23443" y="44769"/>
                  </a:cubicBezTo>
                  <a:cubicBezTo>
                    <a:pt x="23369" y="44769"/>
                    <a:pt x="23201" y="44769"/>
                    <a:pt x="23127" y="44695"/>
                  </a:cubicBezTo>
                  <a:lnTo>
                    <a:pt x="14701" y="37196"/>
                  </a:lnTo>
                  <a:cubicBezTo>
                    <a:pt x="14626" y="37122"/>
                    <a:pt x="14552" y="36881"/>
                    <a:pt x="14626" y="36732"/>
                  </a:cubicBezTo>
                  <a:lnTo>
                    <a:pt x="18190" y="28065"/>
                  </a:lnTo>
                  <a:lnTo>
                    <a:pt x="18487" y="28213"/>
                  </a:lnTo>
                  <a:lnTo>
                    <a:pt x="19192" y="26357"/>
                  </a:lnTo>
                  <a:close/>
                  <a:moveTo>
                    <a:pt x="17169" y="1"/>
                  </a:moveTo>
                  <a:cubicBezTo>
                    <a:pt x="16631" y="1"/>
                    <a:pt x="16093" y="75"/>
                    <a:pt x="15629" y="372"/>
                  </a:cubicBezTo>
                  <a:lnTo>
                    <a:pt x="854" y="8186"/>
                  </a:lnTo>
                  <a:cubicBezTo>
                    <a:pt x="632" y="8260"/>
                    <a:pt x="390" y="8427"/>
                    <a:pt x="168" y="8650"/>
                  </a:cubicBezTo>
                  <a:cubicBezTo>
                    <a:pt x="1" y="9355"/>
                    <a:pt x="93" y="10209"/>
                    <a:pt x="465" y="10896"/>
                  </a:cubicBezTo>
                  <a:lnTo>
                    <a:pt x="465" y="10970"/>
                  </a:lnTo>
                  <a:lnTo>
                    <a:pt x="2711" y="15313"/>
                  </a:lnTo>
                  <a:cubicBezTo>
                    <a:pt x="3342" y="16464"/>
                    <a:pt x="4270" y="17466"/>
                    <a:pt x="5420" y="18097"/>
                  </a:cubicBezTo>
                  <a:lnTo>
                    <a:pt x="16631" y="24816"/>
                  </a:lnTo>
                  <a:lnTo>
                    <a:pt x="12845" y="33948"/>
                  </a:lnTo>
                  <a:cubicBezTo>
                    <a:pt x="12696" y="34171"/>
                    <a:pt x="12622" y="34487"/>
                    <a:pt x="12622" y="34709"/>
                  </a:cubicBezTo>
                  <a:cubicBezTo>
                    <a:pt x="12455" y="35879"/>
                    <a:pt x="12845" y="37029"/>
                    <a:pt x="13698" y="37809"/>
                  </a:cubicBezTo>
                  <a:lnTo>
                    <a:pt x="22125" y="45233"/>
                  </a:lnTo>
                  <a:cubicBezTo>
                    <a:pt x="22273" y="45382"/>
                    <a:pt x="22440" y="45549"/>
                    <a:pt x="22663" y="45623"/>
                  </a:cubicBezTo>
                  <a:cubicBezTo>
                    <a:pt x="23201" y="45939"/>
                    <a:pt x="23833" y="46087"/>
                    <a:pt x="24445" y="46087"/>
                  </a:cubicBezTo>
                  <a:lnTo>
                    <a:pt x="24761" y="46087"/>
                  </a:lnTo>
                  <a:cubicBezTo>
                    <a:pt x="25689" y="46013"/>
                    <a:pt x="26542" y="45549"/>
                    <a:pt x="27155" y="44769"/>
                  </a:cubicBezTo>
                  <a:lnTo>
                    <a:pt x="34338" y="35415"/>
                  </a:lnTo>
                  <a:lnTo>
                    <a:pt x="34728" y="35637"/>
                  </a:lnTo>
                  <a:cubicBezTo>
                    <a:pt x="35043" y="35804"/>
                    <a:pt x="35266" y="35879"/>
                    <a:pt x="35507" y="35879"/>
                  </a:cubicBezTo>
                  <a:cubicBezTo>
                    <a:pt x="35730" y="35879"/>
                    <a:pt x="35897" y="35879"/>
                    <a:pt x="36045" y="35804"/>
                  </a:cubicBezTo>
                  <a:cubicBezTo>
                    <a:pt x="35971" y="35415"/>
                    <a:pt x="35730" y="35025"/>
                    <a:pt x="35266" y="34802"/>
                  </a:cubicBezTo>
                  <a:lnTo>
                    <a:pt x="35192" y="34635"/>
                  </a:lnTo>
                  <a:lnTo>
                    <a:pt x="36361" y="33095"/>
                  </a:lnTo>
                  <a:lnTo>
                    <a:pt x="36287" y="33095"/>
                  </a:lnTo>
                  <a:lnTo>
                    <a:pt x="36194" y="33020"/>
                  </a:lnTo>
                  <a:lnTo>
                    <a:pt x="37586" y="31164"/>
                  </a:lnTo>
                  <a:lnTo>
                    <a:pt x="37827" y="31164"/>
                  </a:lnTo>
                  <a:cubicBezTo>
                    <a:pt x="37976" y="31164"/>
                    <a:pt x="38143" y="31164"/>
                    <a:pt x="38291" y="31090"/>
                  </a:cubicBezTo>
                  <a:cubicBezTo>
                    <a:pt x="38217" y="30700"/>
                    <a:pt x="37976" y="30310"/>
                    <a:pt x="37586" y="30069"/>
                  </a:cubicBezTo>
                  <a:lnTo>
                    <a:pt x="21345" y="20325"/>
                  </a:lnTo>
                  <a:lnTo>
                    <a:pt x="27545" y="5569"/>
                  </a:lnTo>
                  <a:lnTo>
                    <a:pt x="27767" y="5643"/>
                  </a:lnTo>
                  <a:lnTo>
                    <a:pt x="28473" y="3861"/>
                  </a:lnTo>
                  <a:lnTo>
                    <a:pt x="40147" y="6794"/>
                  </a:lnTo>
                  <a:cubicBezTo>
                    <a:pt x="40296" y="6794"/>
                    <a:pt x="40370" y="6868"/>
                    <a:pt x="40537" y="6868"/>
                  </a:cubicBezTo>
                  <a:cubicBezTo>
                    <a:pt x="40686" y="6868"/>
                    <a:pt x="40834" y="6794"/>
                    <a:pt x="41001" y="6794"/>
                  </a:cubicBezTo>
                  <a:cubicBezTo>
                    <a:pt x="40927" y="6182"/>
                    <a:pt x="40537" y="5718"/>
                    <a:pt x="39906" y="5569"/>
                  </a:cubicBezTo>
                  <a:lnTo>
                    <a:pt x="18023" y="75"/>
                  </a:lnTo>
                  <a:cubicBezTo>
                    <a:pt x="17800" y="1"/>
                    <a:pt x="17485" y="1"/>
                    <a:pt x="1716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79"/>
            <p:cNvSpPr/>
            <p:nvPr/>
          </p:nvSpPr>
          <p:spPr>
            <a:xfrm>
              <a:off x="3229160" y="1653831"/>
              <a:ext cx="171369" cy="209707"/>
            </a:xfrm>
            <a:custGeom>
              <a:rect b="b" l="l" r="r" t="t"/>
              <a:pathLst>
                <a:path extrusionOk="0" h="9835" w="8037">
                  <a:moveTo>
                    <a:pt x="3921" y="0"/>
                  </a:moveTo>
                  <a:cubicBezTo>
                    <a:pt x="3873" y="0"/>
                    <a:pt x="3826" y="9"/>
                    <a:pt x="3786" y="29"/>
                  </a:cubicBezTo>
                  <a:lnTo>
                    <a:pt x="223" y="1885"/>
                  </a:lnTo>
                  <a:cubicBezTo>
                    <a:pt x="74" y="1959"/>
                    <a:pt x="0" y="2182"/>
                    <a:pt x="74" y="2349"/>
                  </a:cubicBezTo>
                  <a:lnTo>
                    <a:pt x="3712" y="8678"/>
                  </a:lnTo>
                  <a:cubicBezTo>
                    <a:pt x="4125" y="9417"/>
                    <a:pt x="4859" y="9835"/>
                    <a:pt x="5624" y="9835"/>
                  </a:cubicBezTo>
                  <a:cubicBezTo>
                    <a:pt x="5993" y="9835"/>
                    <a:pt x="6369" y="9738"/>
                    <a:pt x="6719" y="9532"/>
                  </a:cubicBezTo>
                  <a:cubicBezTo>
                    <a:pt x="7647" y="8920"/>
                    <a:pt x="8037" y="7676"/>
                    <a:pt x="7499" y="6674"/>
                  </a:cubicBezTo>
                  <a:lnTo>
                    <a:pt x="4250" y="178"/>
                  </a:lnTo>
                  <a:cubicBezTo>
                    <a:pt x="4196" y="69"/>
                    <a:pt x="4052" y="0"/>
                    <a:pt x="39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79"/>
            <p:cNvSpPr/>
            <p:nvPr/>
          </p:nvSpPr>
          <p:spPr>
            <a:xfrm>
              <a:off x="3318203" y="1782043"/>
              <a:ext cx="60961" cy="54692"/>
            </a:xfrm>
            <a:custGeom>
              <a:rect b="b" l="l" r="r" t="t"/>
              <a:pathLst>
                <a:path extrusionOk="0" h="2565" w="2859">
                  <a:moveTo>
                    <a:pt x="1406" y="1"/>
                  </a:moveTo>
                  <a:cubicBezTo>
                    <a:pt x="1139" y="1"/>
                    <a:pt x="866" y="85"/>
                    <a:pt x="613" y="271"/>
                  </a:cubicBezTo>
                  <a:cubicBezTo>
                    <a:pt x="74" y="661"/>
                    <a:pt x="0" y="1515"/>
                    <a:pt x="390" y="2053"/>
                  </a:cubicBezTo>
                  <a:cubicBezTo>
                    <a:pt x="668" y="2376"/>
                    <a:pt x="1053" y="2565"/>
                    <a:pt x="1436" y="2565"/>
                  </a:cubicBezTo>
                  <a:cubicBezTo>
                    <a:pt x="1693" y="2565"/>
                    <a:pt x="1949" y="2480"/>
                    <a:pt x="2172" y="2294"/>
                  </a:cubicBezTo>
                  <a:cubicBezTo>
                    <a:pt x="2784" y="1904"/>
                    <a:pt x="2859" y="1051"/>
                    <a:pt x="2469" y="512"/>
                  </a:cubicBezTo>
                  <a:cubicBezTo>
                    <a:pt x="2191" y="190"/>
                    <a:pt x="1806" y="1"/>
                    <a:pt x="1406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79"/>
            <p:cNvSpPr/>
            <p:nvPr/>
          </p:nvSpPr>
          <p:spPr>
            <a:xfrm>
              <a:off x="3321359" y="1786009"/>
              <a:ext cx="53050" cy="46760"/>
            </a:xfrm>
            <a:custGeom>
              <a:rect b="b" l="l" r="r" t="t"/>
              <a:pathLst>
                <a:path extrusionOk="0" h="2193" w="2488">
                  <a:moveTo>
                    <a:pt x="1321" y="1"/>
                  </a:moveTo>
                  <a:cubicBezTo>
                    <a:pt x="1078" y="1"/>
                    <a:pt x="834" y="83"/>
                    <a:pt x="632" y="252"/>
                  </a:cubicBezTo>
                  <a:cubicBezTo>
                    <a:pt x="168" y="549"/>
                    <a:pt x="1" y="1254"/>
                    <a:pt x="390" y="1793"/>
                  </a:cubicBezTo>
                  <a:cubicBezTo>
                    <a:pt x="611" y="2055"/>
                    <a:pt x="926" y="2193"/>
                    <a:pt x="1242" y="2193"/>
                  </a:cubicBezTo>
                  <a:cubicBezTo>
                    <a:pt x="1485" y="2193"/>
                    <a:pt x="1729" y="2111"/>
                    <a:pt x="1931" y="1941"/>
                  </a:cubicBezTo>
                  <a:cubicBezTo>
                    <a:pt x="2395" y="1644"/>
                    <a:pt x="2488" y="939"/>
                    <a:pt x="2172" y="401"/>
                  </a:cubicBezTo>
                  <a:cubicBezTo>
                    <a:pt x="1952" y="139"/>
                    <a:pt x="1637" y="1"/>
                    <a:pt x="132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79"/>
            <p:cNvSpPr/>
            <p:nvPr/>
          </p:nvSpPr>
          <p:spPr>
            <a:xfrm>
              <a:off x="3331252" y="1794133"/>
              <a:ext cx="34862" cy="30512"/>
            </a:xfrm>
            <a:custGeom>
              <a:rect b="b" l="l" r="r" t="t"/>
              <a:pathLst>
                <a:path extrusionOk="0" h="1431" w="1635">
                  <a:moveTo>
                    <a:pt x="299" y="1"/>
                  </a:moveTo>
                  <a:cubicBezTo>
                    <a:pt x="274" y="1"/>
                    <a:pt x="255" y="7"/>
                    <a:pt x="242" y="20"/>
                  </a:cubicBezTo>
                  <a:cubicBezTo>
                    <a:pt x="168" y="20"/>
                    <a:pt x="316" y="335"/>
                    <a:pt x="539" y="706"/>
                  </a:cubicBezTo>
                  <a:cubicBezTo>
                    <a:pt x="242" y="948"/>
                    <a:pt x="1" y="1170"/>
                    <a:pt x="75" y="1263"/>
                  </a:cubicBezTo>
                  <a:cubicBezTo>
                    <a:pt x="98" y="1282"/>
                    <a:pt x="133" y="1291"/>
                    <a:pt x="178" y="1291"/>
                  </a:cubicBezTo>
                  <a:cubicBezTo>
                    <a:pt x="315" y="1291"/>
                    <a:pt x="542" y="1204"/>
                    <a:pt x="780" y="1022"/>
                  </a:cubicBezTo>
                  <a:cubicBezTo>
                    <a:pt x="965" y="1284"/>
                    <a:pt x="1214" y="1431"/>
                    <a:pt x="1335" y="1431"/>
                  </a:cubicBezTo>
                  <a:cubicBezTo>
                    <a:pt x="1360" y="1431"/>
                    <a:pt x="1380" y="1424"/>
                    <a:pt x="1393" y="1412"/>
                  </a:cubicBezTo>
                  <a:cubicBezTo>
                    <a:pt x="1467" y="1412"/>
                    <a:pt x="1319" y="1096"/>
                    <a:pt x="1096" y="799"/>
                  </a:cubicBezTo>
                  <a:cubicBezTo>
                    <a:pt x="1393" y="484"/>
                    <a:pt x="1634" y="242"/>
                    <a:pt x="1560" y="168"/>
                  </a:cubicBezTo>
                  <a:cubicBezTo>
                    <a:pt x="1537" y="150"/>
                    <a:pt x="1502" y="141"/>
                    <a:pt x="1457" y="141"/>
                  </a:cubicBezTo>
                  <a:cubicBezTo>
                    <a:pt x="1320" y="141"/>
                    <a:pt x="1092" y="228"/>
                    <a:pt x="854" y="409"/>
                  </a:cubicBezTo>
                  <a:cubicBezTo>
                    <a:pt x="670" y="148"/>
                    <a:pt x="421" y="1"/>
                    <a:pt x="29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79"/>
            <p:cNvSpPr/>
            <p:nvPr/>
          </p:nvSpPr>
          <p:spPr>
            <a:xfrm>
              <a:off x="2472062" y="1685708"/>
              <a:ext cx="3582" cy="4776"/>
            </a:xfrm>
            <a:custGeom>
              <a:rect b="b" l="l" r="r" t="t"/>
              <a:pathLst>
                <a:path extrusionOk="0" h="224" w="168">
                  <a:moveTo>
                    <a:pt x="1" y="0"/>
                  </a:moveTo>
                  <a:lnTo>
                    <a:pt x="1" y="0"/>
                  </a:lnTo>
                  <a:cubicBezTo>
                    <a:pt x="1" y="75"/>
                    <a:pt x="93" y="149"/>
                    <a:pt x="168" y="223"/>
                  </a:cubicBezTo>
                  <a:lnTo>
                    <a:pt x="168" y="223"/>
                  </a:lnTo>
                  <a:cubicBezTo>
                    <a:pt x="93" y="149"/>
                    <a:pt x="1" y="7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79"/>
            <p:cNvSpPr/>
            <p:nvPr/>
          </p:nvSpPr>
          <p:spPr>
            <a:xfrm>
              <a:off x="2476369" y="1691124"/>
              <a:ext cx="149279" cy="144588"/>
            </a:xfrm>
            <a:custGeom>
              <a:rect b="b" l="l" r="r" t="t"/>
              <a:pathLst>
                <a:path extrusionOk="0" h="6781" w="7001">
                  <a:moveTo>
                    <a:pt x="1" y="0"/>
                  </a:moveTo>
                  <a:cubicBezTo>
                    <a:pt x="1845" y="1625"/>
                    <a:pt x="3687" y="3393"/>
                    <a:pt x="5144" y="4776"/>
                  </a:cubicBezTo>
                  <a:cubicBezTo>
                    <a:pt x="5831" y="5389"/>
                    <a:pt x="6388" y="6094"/>
                    <a:pt x="7000" y="6781"/>
                  </a:cubicBezTo>
                  <a:cubicBezTo>
                    <a:pt x="6388" y="6094"/>
                    <a:pt x="5831" y="5389"/>
                    <a:pt x="5218" y="4776"/>
                  </a:cubicBezTo>
                  <a:cubicBezTo>
                    <a:pt x="3687" y="3393"/>
                    <a:pt x="1845" y="1625"/>
                    <a:pt x="1" y="0"/>
                  </a:cubicBezTo>
                  <a:close/>
                </a:path>
              </a:pathLst>
            </a:custGeom>
            <a:solidFill>
              <a:srgbClr val="7612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79"/>
            <p:cNvSpPr/>
            <p:nvPr/>
          </p:nvSpPr>
          <p:spPr>
            <a:xfrm>
              <a:off x="2398052" y="1397193"/>
              <a:ext cx="265572" cy="445256"/>
            </a:xfrm>
            <a:custGeom>
              <a:rect b="b" l="l" r="r" t="t"/>
              <a:pathLst>
                <a:path extrusionOk="0" h="20882" w="12455">
                  <a:moveTo>
                    <a:pt x="1318" y="1"/>
                  </a:moveTo>
                  <a:lnTo>
                    <a:pt x="1" y="7184"/>
                  </a:lnTo>
                  <a:cubicBezTo>
                    <a:pt x="1393" y="8650"/>
                    <a:pt x="2543" y="10822"/>
                    <a:pt x="3472" y="13531"/>
                  </a:cubicBezTo>
                  <a:cubicBezTo>
                    <a:pt x="3472" y="13606"/>
                    <a:pt x="3564" y="13680"/>
                    <a:pt x="3639" y="13754"/>
                  </a:cubicBezTo>
                  <a:cubicBezTo>
                    <a:pt x="5495" y="15388"/>
                    <a:pt x="7351" y="17169"/>
                    <a:pt x="8891" y="18561"/>
                  </a:cubicBezTo>
                  <a:cubicBezTo>
                    <a:pt x="9504" y="19174"/>
                    <a:pt x="10061" y="19879"/>
                    <a:pt x="10673" y="20566"/>
                  </a:cubicBezTo>
                  <a:cubicBezTo>
                    <a:pt x="10747" y="20714"/>
                    <a:pt x="10822" y="20807"/>
                    <a:pt x="10896" y="20882"/>
                  </a:cubicBezTo>
                  <a:cubicBezTo>
                    <a:pt x="11601" y="17856"/>
                    <a:pt x="12455" y="13290"/>
                    <a:pt x="11991" y="10506"/>
                  </a:cubicBezTo>
                  <a:cubicBezTo>
                    <a:pt x="11211" y="6033"/>
                    <a:pt x="5569" y="613"/>
                    <a:pt x="5569" y="613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79"/>
            <p:cNvSpPr/>
            <p:nvPr/>
          </p:nvSpPr>
          <p:spPr>
            <a:xfrm>
              <a:off x="2322080" y="1303012"/>
              <a:ext cx="283760" cy="471526"/>
            </a:xfrm>
            <a:custGeom>
              <a:rect b="b" l="l" r="r" t="t"/>
              <a:pathLst>
                <a:path extrusionOk="0" h="22114" w="13308">
                  <a:moveTo>
                    <a:pt x="4417" y="0"/>
                  </a:moveTo>
                  <a:cubicBezTo>
                    <a:pt x="3564" y="390"/>
                    <a:pt x="2858" y="1170"/>
                    <a:pt x="2636" y="2098"/>
                  </a:cubicBezTo>
                  <a:lnTo>
                    <a:pt x="241" y="10988"/>
                  </a:lnTo>
                  <a:cubicBezTo>
                    <a:pt x="0" y="12065"/>
                    <a:pt x="316" y="13234"/>
                    <a:pt x="1169" y="13995"/>
                  </a:cubicBezTo>
                  <a:lnTo>
                    <a:pt x="4881" y="17169"/>
                  </a:lnTo>
                  <a:lnTo>
                    <a:pt x="9744" y="21735"/>
                  </a:lnTo>
                  <a:cubicBezTo>
                    <a:pt x="10008" y="21990"/>
                    <a:pt x="10349" y="22114"/>
                    <a:pt x="10690" y="22114"/>
                  </a:cubicBezTo>
                  <a:cubicBezTo>
                    <a:pt x="11167" y="22114"/>
                    <a:pt x="11646" y="21874"/>
                    <a:pt x="11916" y="21419"/>
                  </a:cubicBezTo>
                  <a:lnTo>
                    <a:pt x="12231" y="20807"/>
                  </a:lnTo>
                  <a:cubicBezTo>
                    <a:pt x="12231" y="20807"/>
                    <a:pt x="13234" y="18561"/>
                    <a:pt x="13234" y="13308"/>
                  </a:cubicBezTo>
                  <a:cubicBezTo>
                    <a:pt x="13308" y="8056"/>
                    <a:pt x="4417" y="0"/>
                    <a:pt x="441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79"/>
            <p:cNvSpPr/>
            <p:nvPr/>
          </p:nvSpPr>
          <p:spPr>
            <a:xfrm>
              <a:off x="1639376" y="3035209"/>
              <a:ext cx="677970" cy="828784"/>
            </a:xfrm>
            <a:custGeom>
              <a:rect b="b" l="l" r="r" t="t"/>
              <a:pathLst>
                <a:path extrusionOk="0" h="38869" w="31796">
                  <a:moveTo>
                    <a:pt x="22266" y="0"/>
                  </a:moveTo>
                  <a:cubicBezTo>
                    <a:pt x="21468" y="0"/>
                    <a:pt x="20674" y="120"/>
                    <a:pt x="19879" y="355"/>
                  </a:cubicBezTo>
                  <a:cubicBezTo>
                    <a:pt x="17244" y="1060"/>
                    <a:pt x="15091" y="2991"/>
                    <a:pt x="13383" y="6165"/>
                  </a:cubicBezTo>
                  <a:lnTo>
                    <a:pt x="12845" y="7000"/>
                  </a:lnTo>
                  <a:lnTo>
                    <a:pt x="17801" y="9784"/>
                  </a:lnTo>
                  <a:lnTo>
                    <a:pt x="18487" y="8485"/>
                  </a:lnTo>
                  <a:cubicBezTo>
                    <a:pt x="18951" y="7779"/>
                    <a:pt x="19341" y="7167"/>
                    <a:pt x="19879" y="6777"/>
                  </a:cubicBezTo>
                  <a:cubicBezTo>
                    <a:pt x="20796" y="5954"/>
                    <a:pt x="21712" y="5521"/>
                    <a:pt x="22610" y="5521"/>
                  </a:cubicBezTo>
                  <a:cubicBezTo>
                    <a:pt x="23149" y="5521"/>
                    <a:pt x="23682" y="5677"/>
                    <a:pt x="24204" y="5997"/>
                  </a:cubicBezTo>
                  <a:cubicBezTo>
                    <a:pt x="25132" y="6536"/>
                    <a:pt x="25763" y="7315"/>
                    <a:pt x="25986" y="8392"/>
                  </a:cubicBezTo>
                  <a:cubicBezTo>
                    <a:pt x="26153" y="9413"/>
                    <a:pt x="25912" y="10489"/>
                    <a:pt x="25373" y="11491"/>
                  </a:cubicBezTo>
                  <a:cubicBezTo>
                    <a:pt x="24668" y="12735"/>
                    <a:pt x="23666" y="13886"/>
                    <a:pt x="22199" y="14981"/>
                  </a:cubicBezTo>
                  <a:cubicBezTo>
                    <a:pt x="20492" y="16280"/>
                    <a:pt x="18265" y="17598"/>
                    <a:pt x="15480" y="18916"/>
                  </a:cubicBezTo>
                  <a:cubicBezTo>
                    <a:pt x="12604" y="20308"/>
                    <a:pt x="10451" y="21310"/>
                    <a:pt x="9133" y="21941"/>
                  </a:cubicBezTo>
                  <a:lnTo>
                    <a:pt x="6738" y="23092"/>
                  </a:lnTo>
                  <a:cubicBezTo>
                    <a:pt x="5959" y="23482"/>
                    <a:pt x="5272" y="23871"/>
                    <a:pt x="4641" y="24168"/>
                  </a:cubicBezTo>
                  <a:cubicBezTo>
                    <a:pt x="3323" y="24874"/>
                    <a:pt x="2637" y="25263"/>
                    <a:pt x="2562" y="25412"/>
                  </a:cubicBezTo>
                  <a:lnTo>
                    <a:pt x="1" y="29978"/>
                  </a:lnTo>
                  <a:lnTo>
                    <a:pt x="16019" y="38868"/>
                  </a:lnTo>
                  <a:lnTo>
                    <a:pt x="18729" y="33913"/>
                  </a:lnTo>
                  <a:lnTo>
                    <a:pt x="8817" y="28512"/>
                  </a:lnTo>
                  <a:cubicBezTo>
                    <a:pt x="8891" y="28437"/>
                    <a:pt x="9058" y="28270"/>
                    <a:pt x="9281" y="28122"/>
                  </a:cubicBezTo>
                  <a:cubicBezTo>
                    <a:pt x="9912" y="27806"/>
                    <a:pt x="10748" y="27342"/>
                    <a:pt x="11843" y="26730"/>
                  </a:cubicBezTo>
                  <a:lnTo>
                    <a:pt x="13457" y="25876"/>
                  </a:lnTo>
                  <a:cubicBezTo>
                    <a:pt x="15480" y="24874"/>
                    <a:pt x="16947" y="24094"/>
                    <a:pt x="17949" y="23630"/>
                  </a:cubicBezTo>
                  <a:cubicBezTo>
                    <a:pt x="21587" y="21848"/>
                    <a:pt x="23981" y="20623"/>
                    <a:pt x="25132" y="19695"/>
                  </a:cubicBezTo>
                  <a:cubicBezTo>
                    <a:pt x="27304" y="18136"/>
                    <a:pt x="29085" y="16280"/>
                    <a:pt x="30329" y="13960"/>
                  </a:cubicBezTo>
                  <a:cubicBezTo>
                    <a:pt x="31554" y="11807"/>
                    <a:pt x="31795" y="9413"/>
                    <a:pt x="31164" y="6926"/>
                  </a:cubicBezTo>
                  <a:cubicBezTo>
                    <a:pt x="30552" y="4457"/>
                    <a:pt x="29160" y="2527"/>
                    <a:pt x="26914" y="1357"/>
                  </a:cubicBezTo>
                  <a:cubicBezTo>
                    <a:pt x="25339" y="442"/>
                    <a:pt x="23797" y="0"/>
                    <a:pt x="222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79"/>
            <p:cNvSpPr/>
            <p:nvPr/>
          </p:nvSpPr>
          <p:spPr>
            <a:xfrm>
              <a:off x="2094505" y="3245534"/>
              <a:ext cx="618587" cy="776757"/>
            </a:xfrm>
            <a:custGeom>
              <a:rect b="b" l="l" r="r" t="t"/>
              <a:pathLst>
                <a:path extrusionOk="0" h="36429" w="29011">
                  <a:moveTo>
                    <a:pt x="19522" y="5638"/>
                  </a:moveTo>
                  <a:cubicBezTo>
                    <a:pt x="20064" y="5638"/>
                    <a:pt x="20578" y="5796"/>
                    <a:pt x="21123" y="6045"/>
                  </a:cubicBezTo>
                  <a:cubicBezTo>
                    <a:pt x="21884" y="6509"/>
                    <a:pt x="22440" y="7196"/>
                    <a:pt x="22663" y="8049"/>
                  </a:cubicBezTo>
                  <a:cubicBezTo>
                    <a:pt x="22904" y="8903"/>
                    <a:pt x="22812" y="9757"/>
                    <a:pt x="22348" y="10592"/>
                  </a:cubicBezTo>
                  <a:lnTo>
                    <a:pt x="12306" y="28782"/>
                  </a:lnTo>
                  <a:cubicBezTo>
                    <a:pt x="11842" y="29543"/>
                    <a:pt x="11137" y="30081"/>
                    <a:pt x="10283" y="30396"/>
                  </a:cubicBezTo>
                  <a:cubicBezTo>
                    <a:pt x="9987" y="30482"/>
                    <a:pt x="9689" y="30525"/>
                    <a:pt x="9390" y="30525"/>
                  </a:cubicBezTo>
                  <a:cubicBezTo>
                    <a:pt x="8843" y="30525"/>
                    <a:pt x="8292" y="30381"/>
                    <a:pt x="7740" y="30081"/>
                  </a:cubicBezTo>
                  <a:cubicBezTo>
                    <a:pt x="6961" y="29617"/>
                    <a:pt x="6423" y="29004"/>
                    <a:pt x="6200" y="28076"/>
                  </a:cubicBezTo>
                  <a:cubicBezTo>
                    <a:pt x="5959" y="27223"/>
                    <a:pt x="6033" y="26369"/>
                    <a:pt x="6497" y="25608"/>
                  </a:cubicBezTo>
                  <a:lnTo>
                    <a:pt x="16631" y="7344"/>
                  </a:lnTo>
                  <a:cubicBezTo>
                    <a:pt x="17095" y="6583"/>
                    <a:pt x="17708" y="6045"/>
                    <a:pt x="18561" y="5804"/>
                  </a:cubicBezTo>
                  <a:cubicBezTo>
                    <a:pt x="18897" y="5689"/>
                    <a:pt x="19214" y="5638"/>
                    <a:pt x="19522" y="5638"/>
                  </a:cubicBezTo>
                  <a:close/>
                  <a:moveTo>
                    <a:pt x="19713" y="1"/>
                  </a:moveTo>
                  <a:cubicBezTo>
                    <a:pt x="18853" y="1"/>
                    <a:pt x="17979" y="130"/>
                    <a:pt x="17095" y="384"/>
                  </a:cubicBezTo>
                  <a:cubicBezTo>
                    <a:pt x="14701" y="1089"/>
                    <a:pt x="12845" y="2481"/>
                    <a:pt x="11601" y="4727"/>
                  </a:cubicBezTo>
                  <a:lnTo>
                    <a:pt x="1560" y="22898"/>
                  </a:lnTo>
                  <a:cubicBezTo>
                    <a:pt x="316" y="25144"/>
                    <a:pt x="1" y="27464"/>
                    <a:pt x="706" y="29858"/>
                  </a:cubicBezTo>
                  <a:cubicBezTo>
                    <a:pt x="1393" y="32253"/>
                    <a:pt x="2859" y="34034"/>
                    <a:pt x="5105" y="35278"/>
                  </a:cubicBezTo>
                  <a:cubicBezTo>
                    <a:pt x="6348" y="35965"/>
                    <a:pt x="7592" y="36354"/>
                    <a:pt x="8891" y="36429"/>
                  </a:cubicBezTo>
                  <a:cubicBezTo>
                    <a:pt x="9597" y="35649"/>
                    <a:pt x="10209" y="34962"/>
                    <a:pt x="10840" y="34350"/>
                  </a:cubicBezTo>
                  <a:cubicBezTo>
                    <a:pt x="13234" y="31937"/>
                    <a:pt x="16483" y="29543"/>
                    <a:pt x="20195" y="26833"/>
                  </a:cubicBezTo>
                  <a:lnTo>
                    <a:pt x="27545" y="13543"/>
                  </a:lnTo>
                  <a:cubicBezTo>
                    <a:pt x="28770" y="11372"/>
                    <a:pt x="29011" y="9052"/>
                    <a:pt x="28380" y="6657"/>
                  </a:cubicBezTo>
                  <a:cubicBezTo>
                    <a:pt x="27693" y="4263"/>
                    <a:pt x="26227" y="2407"/>
                    <a:pt x="23981" y="1163"/>
                  </a:cubicBezTo>
                  <a:cubicBezTo>
                    <a:pt x="22611" y="379"/>
                    <a:pt x="21182" y="1"/>
                    <a:pt x="19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79"/>
            <p:cNvSpPr/>
            <p:nvPr/>
          </p:nvSpPr>
          <p:spPr>
            <a:xfrm>
              <a:off x="124028" y="2594793"/>
              <a:ext cx="1140988" cy="1310886"/>
            </a:xfrm>
            <a:custGeom>
              <a:rect b="b" l="l" r="r" t="t"/>
              <a:pathLst>
                <a:path extrusionOk="0" h="61479" w="53511">
                  <a:moveTo>
                    <a:pt x="9300" y="0"/>
                  </a:moveTo>
                  <a:cubicBezTo>
                    <a:pt x="8616" y="0"/>
                    <a:pt x="8012" y="22"/>
                    <a:pt x="7499" y="55"/>
                  </a:cubicBezTo>
                  <a:cubicBezTo>
                    <a:pt x="6886" y="55"/>
                    <a:pt x="6274" y="204"/>
                    <a:pt x="5717" y="371"/>
                  </a:cubicBezTo>
                  <a:cubicBezTo>
                    <a:pt x="5420" y="519"/>
                    <a:pt x="5104" y="593"/>
                    <a:pt x="4882" y="742"/>
                  </a:cubicBezTo>
                  <a:cubicBezTo>
                    <a:pt x="4492" y="983"/>
                    <a:pt x="4176" y="1132"/>
                    <a:pt x="3861" y="1447"/>
                  </a:cubicBezTo>
                  <a:cubicBezTo>
                    <a:pt x="2784" y="2227"/>
                    <a:pt x="2005" y="3303"/>
                    <a:pt x="1633" y="4621"/>
                  </a:cubicBezTo>
                  <a:cubicBezTo>
                    <a:pt x="928" y="6867"/>
                    <a:pt x="0" y="11043"/>
                    <a:pt x="74" y="16370"/>
                  </a:cubicBezTo>
                  <a:cubicBezTo>
                    <a:pt x="149" y="18541"/>
                    <a:pt x="316" y="20862"/>
                    <a:pt x="854" y="23404"/>
                  </a:cubicBezTo>
                  <a:cubicBezTo>
                    <a:pt x="854" y="23794"/>
                    <a:pt x="1002" y="24184"/>
                    <a:pt x="1077" y="24574"/>
                  </a:cubicBezTo>
                  <a:cubicBezTo>
                    <a:pt x="2246" y="30068"/>
                    <a:pt x="4715" y="36174"/>
                    <a:pt x="9280" y="42596"/>
                  </a:cubicBezTo>
                  <a:lnTo>
                    <a:pt x="11137" y="44916"/>
                  </a:lnTo>
                  <a:cubicBezTo>
                    <a:pt x="14069" y="48387"/>
                    <a:pt x="17095" y="51097"/>
                    <a:pt x="20194" y="53343"/>
                  </a:cubicBezTo>
                  <a:cubicBezTo>
                    <a:pt x="22737" y="55199"/>
                    <a:pt x="25206" y="56591"/>
                    <a:pt x="27693" y="57742"/>
                  </a:cubicBezTo>
                  <a:cubicBezTo>
                    <a:pt x="30013" y="58837"/>
                    <a:pt x="32259" y="59598"/>
                    <a:pt x="34337" y="60136"/>
                  </a:cubicBezTo>
                  <a:cubicBezTo>
                    <a:pt x="38484" y="61267"/>
                    <a:pt x="42067" y="61479"/>
                    <a:pt x="44549" y="61479"/>
                  </a:cubicBezTo>
                  <a:cubicBezTo>
                    <a:pt x="45123" y="61479"/>
                    <a:pt x="45637" y="61468"/>
                    <a:pt x="46086" y="61454"/>
                  </a:cubicBezTo>
                  <a:cubicBezTo>
                    <a:pt x="47404" y="61379"/>
                    <a:pt x="48722" y="60841"/>
                    <a:pt x="49724" y="60062"/>
                  </a:cubicBezTo>
                  <a:cubicBezTo>
                    <a:pt x="50040" y="59839"/>
                    <a:pt x="50355" y="59523"/>
                    <a:pt x="50578" y="59301"/>
                  </a:cubicBezTo>
                  <a:cubicBezTo>
                    <a:pt x="50819" y="59059"/>
                    <a:pt x="50968" y="58837"/>
                    <a:pt x="51116" y="58595"/>
                  </a:cubicBezTo>
                  <a:cubicBezTo>
                    <a:pt x="51116" y="58595"/>
                    <a:pt x="51116" y="58521"/>
                    <a:pt x="51190" y="58521"/>
                  </a:cubicBezTo>
                  <a:cubicBezTo>
                    <a:pt x="51506" y="57983"/>
                    <a:pt x="51747" y="57445"/>
                    <a:pt x="51970" y="56888"/>
                  </a:cubicBezTo>
                  <a:cubicBezTo>
                    <a:pt x="52360" y="55663"/>
                    <a:pt x="52824" y="53807"/>
                    <a:pt x="53139" y="51635"/>
                  </a:cubicBezTo>
                  <a:cubicBezTo>
                    <a:pt x="53362" y="49779"/>
                    <a:pt x="53511" y="47700"/>
                    <a:pt x="53511" y="45380"/>
                  </a:cubicBezTo>
                  <a:cubicBezTo>
                    <a:pt x="53511" y="43209"/>
                    <a:pt x="53288" y="40814"/>
                    <a:pt x="52824" y="38253"/>
                  </a:cubicBezTo>
                  <a:cubicBezTo>
                    <a:pt x="51821" y="32926"/>
                    <a:pt x="49650" y="26820"/>
                    <a:pt x="45325" y="20398"/>
                  </a:cubicBezTo>
                  <a:cubicBezTo>
                    <a:pt x="45010" y="19859"/>
                    <a:pt x="44694" y="19395"/>
                    <a:pt x="44323" y="18931"/>
                  </a:cubicBezTo>
                  <a:lnTo>
                    <a:pt x="42541" y="16611"/>
                  </a:lnTo>
                  <a:cubicBezTo>
                    <a:pt x="36973" y="10115"/>
                    <a:pt x="31089" y="6087"/>
                    <a:pt x="25762" y="3693"/>
                  </a:cubicBezTo>
                  <a:cubicBezTo>
                    <a:pt x="23349" y="2598"/>
                    <a:pt x="21122" y="1837"/>
                    <a:pt x="19025" y="1299"/>
                  </a:cubicBezTo>
                  <a:cubicBezTo>
                    <a:pt x="15108" y="272"/>
                    <a:pt x="11708" y="0"/>
                    <a:pt x="9300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79"/>
            <p:cNvSpPr/>
            <p:nvPr/>
          </p:nvSpPr>
          <p:spPr>
            <a:xfrm>
              <a:off x="1248769" y="3722284"/>
              <a:ext cx="3177" cy="21386"/>
            </a:xfrm>
            <a:custGeom>
              <a:rect b="b" l="l" r="r" t="t"/>
              <a:pathLst>
                <a:path extrusionOk="0" h="1003" w="149">
                  <a:moveTo>
                    <a:pt x="149" y="1"/>
                  </a:moveTo>
                  <a:cubicBezTo>
                    <a:pt x="75" y="298"/>
                    <a:pt x="75" y="687"/>
                    <a:pt x="1" y="1003"/>
                  </a:cubicBezTo>
                  <a:lnTo>
                    <a:pt x="1" y="1003"/>
                  </a:lnTo>
                  <a:cubicBezTo>
                    <a:pt x="75" y="687"/>
                    <a:pt x="75" y="298"/>
                    <a:pt x="149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79"/>
            <p:cNvSpPr/>
            <p:nvPr/>
          </p:nvSpPr>
          <p:spPr>
            <a:xfrm>
              <a:off x="218210" y="3031285"/>
              <a:ext cx="981112" cy="778484"/>
            </a:xfrm>
            <a:custGeom>
              <a:rect b="b" l="l" r="r" t="t"/>
              <a:pathLst>
                <a:path extrusionOk="0" h="36510" w="46013">
                  <a:moveTo>
                    <a:pt x="9188" y="1"/>
                  </a:moveTo>
                  <a:cubicBezTo>
                    <a:pt x="5717" y="780"/>
                    <a:pt x="2618" y="1783"/>
                    <a:pt x="1" y="2711"/>
                  </a:cubicBezTo>
                  <a:cubicBezTo>
                    <a:pt x="75" y="2859"/>
                    <a:pt x="149" y="3008"/>
                    <a:pt x="223" y="3175"/>
                  </a:cubicBezTo>
                  <a:cubicBezTo>
                    <a:pt x="1003" y="4251"/>
                    <a:pt x="1467" y="5884"/>
                    <a:pt x="1857" y="7499"/>
                  </a:cubicBezTo>
                  <a:cubicBezTo>
                    <a:pt x="3471" y="11211"/>
                    <a:pt x="5643" y="15072"/>
                    <a:pt x="8501" y="19025"/>
                  </a:cubicBezTo>
                  <a:lnTo>
                    <a:pt x="9281" y="19953"/>
                  </a:lnTo>
                  <a:lnTo>
                    <a:pt x="9819" y="20733"/>
                  </a:lnTo>
                  <a:lnTo>
                    <a:pt x="10506" y="21661"/>
                  </a:lnTo>
                  <a:cubicBezTo>
                    <a:pt x="10580" y="21735"/>
                    <a:pt x="10747" y="21810"/>
                    <a:pt x="10821" y="21884"/>
                  </a:cubicBezTo>
                  <a:cubicBezTo>
                    <a:pt x="11360" y="21884"/>
                    <a:pt x="11898" y="21810"/>
                    <a:pt x="12603" y="21735"/>
                  </a:cubicBezTo>
                  <a:cubicBezTo>
                    <a:pt x="14218" y="21420"/>
                    <a:pt x="18710" y="19489"/>
                    <a:pt x="21345" y="18097"/>
                  </a:cubicBezTo>
                  <a:cubicBezTo>
                    <a:pt x="19489" y="16241"/>
                    <a:pt x="17633" y="14070"/>
                    <a:pt x="15777" y="11675"/>
                  </a:cubicBezTo>
                  <a:lnTo>
                    <a:pt x="13828" y="8891"/>
                  </a:lnTo>
                  <a:cubicBezTo>
                    <a:pt x="11898" y="5792"/>
                    <a:pt x="10432" y="2859"/>
                    <a:pt x="9188" y="1"/>
                  </a:cubicBezTo>
                  <a:close/>
                  <a:moveTo>
                    <a:pt x="31387" y="25986"/>
                  </a:moveTo>
                  <a:cubicBezTo>
                    <a:pt x="30848" y="26375"/>
                    <a:pt x="30384" y="26840"/>
                    <a:pt x="29995" y="27452"/>
                  </a:cubicBezTo>
                  <a:cubicBezTo>
                    <a:pt x="28992" y="28993"/>
                    <a:pt x="29067" y="31090"/>
                    <a:pt x="29846" y="32705"/>
                  </a:cubicBezTo>
                  <a:cubicBezTo>
                    <a:pt x="29920" y="32872"/>
                    <a:pt x="29995" y="33020"/>
                    <a:pt x="30069" y="33169"/>
                  </a:cubicBezTo>
                  <a:cubicBezTo>
                    <a:pt x="32482" y="31628"/>
                    <a:pt x="34561" y="30162"/>
                    <a:pt x="36491" y="28696"/>
                  </a:cubicBezTo>
                  <a:cubicBezTo>
                    <a:pt x="35804" y="28380"/>
                    <a:pt x="35173" y="28065"/>
                    <a:pt x="34486" y="27693"/>
                  </a:cubicBezTo>
                  <a:cubicBezTo>
                    <a:pt x="33484" y="27136"/>
                    <a:pt x="32482" y="26598"/>
                    <a:pt x="31387" y="25986"/>
                  </a:cubicBezTo>
                  <a:close/>
                  <a:moveTo>
                    <a:pt x="42300" y="30849"/>
                  </a:moveTo>
                  <a:cubicBezTo>
                    <a:pt x="40203" y="32630"/>
                    <a:pt x="37734" y="34561"/>
                    <a:pt x="34802" y="36510"/>
                  </a:cubicBezTo>
                  <a:lnTo>
                    <a:pt x="34876" y="36510"/>
                  </a:lnTo>
                  <a:cubicBezTo>
                    <a:pt x="35878" y="36510"/>
                    <a:pt x="38662" y="36343"/>
                    <a:pt x="40908" y="36194"/>
                  </a:cubicBezTo>
                  <a:cubicBezTo>
                    <a:pt x="41298" y="35804"/>
                    <a:pt x="41595" y="35415"/>
                    <a:pt x="41911" y="35025"/>
                  </a:cubicBezTo>
                  <a:cubicBezTo>
                    <a:pt x="43061" y="33726"/>
                    <a:pt x="44453" y="32630"/>
                    <a:pt x="46012" y="31869"/>
                  </a:cubicBezTo>
                  <a:cubicBezTo>
                    <a:pt x="44843" y="31628"/>
                    <a:pt x="43618" y="31313"/>
                    <a:pt x="42300" y="30849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79"/>
            <p:cNvSpPr/>
            <p:nvPr/>
          </p:nvSpPr>
          <p:spPr>
            <a:xfrm>
              <a:off x="125606" y="2625646"/>
              <a:ext cx="547754" cy="468199"/>
            </a:xfrm>
            <a:custGeom>
              <a:rect b="b" l="l" r="r" t="t"/>
              <a:pathLst>
                <a:path extrusionOk="0" h="21958" w="25689">
                  <a:moveTo>
                    <a:pt x="19489" y="0"/>
                  </a:moveTo>
                  <a:cubicBezTo>
                    <a:pt x="15090" y="2246"/>
                    <a:pt x="8520" y="6571"/>
                    <a:pt x="390" y="14533"/>
                  </a:cubicBezTo>
                  <a:lnTo>
                    <a:pt x="0" y="14923"/>
                  </a:lnTo>
                  <a:cubicBezTo>
                    <a:pt x="75" y="17094"/>
                    <a:pt x="242" y="19415"/>
                    <a:pt x="780" y="21957"/>
                  </a:cubicBezTo>
                  <a:cubicBezTo>
                    <a:pt x="11211" y="10524"/>
                    <a:pt x="21271" y="4492"/>
                    <a:pt x="25688" y="2246"/>
                  </a:cubicBezTo>
                  <a:cubicBezTo>
                    <a:pt x="23517" y="1244"/>
                    <a:pt x="21419" y="538"/>
                    <a:pt x="19489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79"/>
            <p:cNvSpPr/>
            <p:nvPr/>
          </p:nvSpPr>
          <p:spPr>
            <a:xfrm>
              <a:off x="714491" y="3412020"/>
              <a:ext cx="550526" cy="465022"/>
            </a:xfrm>
            <a:custGeom>
              <a:rect b="b" l="l" r="r" t="t"/>
              <a:pathLst>
                <a:path extrusionOk="0" h="21809" w="25819">
                  <a:moveTo>
                    <a:pt x="25132" y="0"/>
                  </a:moveTo>
                  <a:cubicBezTo>
                    <a:pt x="21884" y="3638"/>
                    <a:pt x="13606" y="11990"/>
                    <a:pt x="1" y="19415"/>
                  </a:cubicBezTo>
                  <a:cubicBezTo>
                    <a:pt x="2321" y="20510"/>
                    <a:pt x="4567" y="21271"/>
                    <a:pt x="6645" y="21809"/>
                  </a:cubicBezTo>
                  <a:cubicBezTo>
                    <a:pt x="6794" y="21735"/>
                    <a:pt x="6961" y="21586"/>
                    <a:pt x="7109" y="21512"/>
                  </a:cubicBezTo>
                  <a:cubicBezTo>
                    <a:pt x="16779" y="15554"/>
                    <a:pt x="22496" y="10209"/>
                    <a:pt x="25819" y="6496"/>
                  </a:cubicBezTo>
                  <a:cubicBezTo>
                    <a:pt x="25744" y="4492"/>
                    <a:pt x="25596" y="2246"/>
                    <a:pt x="25132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79"/>
            <p:cNvSpPr/>
            <p:nvPr/>
          </p:nvSpPr>
          <p:spPr>
            <a:xfrm>
              <a:off x="1134800" y="3338010"/>
              <a:ext cx="54628" cy="145270"/>
            </a:xfrm>
            <a:custGeom>
              <a:rect b="b" l="l" r="r" t="t"/>
              <a:pathLst>
                <a:path extrusionOk="0" h="6813" w="2562">
                  <a:moveTo>
                    <a:pt x="390" y="0"/>
                  </a:moveTo>
                  <a:cubicBezTo>
                    <a:pt x="316" y="75"/>
                    <a:pt x="167" y="75"/>
                    <a:pt x="0" y="149"/>
                  </a:cubicBezTo>
                  <a:cubicBezTo>
                    <a:pt x="928" y="2469"/>
                    <a:pt x="1633" y="4715"/>
                    <a:pt x="2172" y="6812"/>
                  </a:cubicBezTo>
                  <a:cubicBezTo>
                    <a:pt x="2320" y="6719"/>
                    <a:pt x="2487" y="6571"/>
                    <a:pt x="2561" y="6422"/>
                  </a:cubicBezTo>
                  <a:cubicBezTo>
                    <a:pt x="2023" y="4251"/>
                    <a:pt x="1318" y="2172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79"/>
            <p:cNvSpPr/>
            <p:nvPr/>
          </p:nvSpPr>
          <p:spPr>
            <a:xfrm>
              <a:off x="1205634" y="3603560"/>
              <a:ext cx="16632" cy="102135"/>
            </a:xfrm>
            <a:custGeom>
              <a:rect b="b" l="l" r="r" t="t"/>
              <a:pathLst>
                <a:path extrusionOk="0" h="4790" w="780">
                  <a:moveTo>
                    <a:pt x="390" y="1"/>
                  </a:moveTo>
                  <a:cubicBezTo>
                    <a:pt x="316" y="149"/>
                    <a:pt x="167" y="297"/>
                    <a:pt x="0" y="390"/>
                  </a:cubicBezTo>
                  <a:cubicBezTo>
                    <a:pt x="242" y="1931"/>
                    <a:pt x="316" y="3397"/>
                    <a:pt x="316" y="4789"/>
                  </a:cubicBezTo>
                  <a:cubicBezTo>
                    <a:pt x="464" y="4715"/>
                    <a:pt x="631" y="4641"/>
                    <a:pt x="780" y="4641"/>
                  </a:cubicBezTo>
                  <a:cubicBezTo>
                    <a:pt x="780" y="3174"/>
                    <a:pt x="631" y="1615"/>
                    <a:pt x="390" y="75"/>
                  </a:cubicBezTo>
                  <a:lnTo>
                    <a:pt x="390" y="1"/>
                  </a:ln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79"/>
            <p:cNvSpPr/>
            <p:nvPr/>
          </p:nvSpPr>
          <p:spPr>
            <a:xfrm>
              <a:off x="1181091" y="3474943"/>
              <a:ext cx="32879" cy="136954"/>
            </a:xfrm>
            <a:custGeom>
              <a:rect b="b" l="l" r="r" t="t"/>
              <a:pathLst>
                <a:path extrusionOk="0" h="6423" w="1542">
                  <a:moveTo>
                    <a:pt x="390" y="0"/>
                  </a:moveTo>
                  <a:cubicBezTo>
                    <a:pt x="316" y="149"/>
                    <a:pt x="149" y="297"/>
                    <a:pt x="1" y="390"/>
                  </a:cubicBezTo>
                  <a:cubicBezTo>
                    <a:pt x="539" y="2543"/>
                    <a:pt x="929" y="4566"/>
                    <a:pt x="1151" y="6422"/>
                  </a:cubicBezTo>
                  <a:cubicBezTo>
                    <a:pt x="1318" y="6329"/>
                    <a:pt x="1467" y="6181"/>
                    <a:pt x="1541" y="6033"/>
                  </a:cubicBezTo>
                  <a:cubicBezTo>
                    <a:pt x="1318" y="4009"/>
                    <a:pt x="929" y="2005"/>
                    <a:pt x="390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79"/>
            <p:cNvSpPr/>
            <p:nvPr/>
          </p:nvSpPr>
          <p:spPr>
            <a:xfrm>
              <a:off x="709352" y="2786205"/>
              <a:ext cx="460289" cy="554790"/>
            </a:xfrm>
            <a:custGeom>
              <a:rect b="b" l="l" r="r" t="t"/>
              <a:pathLst>
                <a:path extrusionOk="0" h="26019" w="21587">
                  <a:moveTo>
                    <a:pt x="1203" y="0"/>
                  </a:moveTo>
                  <a:cubicBezTo>
                    <a:pt x="975" y="0"/>
                    <a:pt x="746" y="81"/>
                    <a:pt x="539" y="210"/>
                  </a:cubicBezTo>
                  <a:cubicBezTo>
                    <a:pt x="0" y="674"/>
                    <a:pt x="0" y="1361"/>
                    <a:pt x="464" y="1750"/>
                  </a:cubicBezTo>
                  <a:cubicBezTo>
                    <a:pt x="631" y="1899"/>
                    <a:pt x="854" y="2066"/>
                    <a:pt x="1003" y="2214"/>
                  </a:cubicBezTo>
                  <a:cubicBezTo>
                    <a:pt x="780" y="2437"/>
                    <a:pt x="539" y="2753"/>
                    <a:pt x="316" y="3068"/>
                  </a:cubicBezTo>
                  <a:cubicBezTo>
                    <a:pt x="75" y="3365"/>
                    <a:pt x="167" y="3681"/>
                    <a:pt x="316" y="3922"/>
                  </a:cubicBezTo>
                  <a:cubicBezTo>
                    <a:pt x="390" y="3996"/>
                    <a:pt x="464" y="4070"/>
                    <a:pt x="539" y="4145"/>
                  </a:cubicBezTo>
                  <a:cubicBezTo>
                    <a:pt x="637" y="4191"/>
                    <a:pt x="758" y="4216"/>
                    <a:pt x="884" y="4216"/>
                  </a:cubicBezTo>
                  <a:cubicBezTo>
                    <a:pt x="1162" y="4216"/>
                    <a:pt x="1468" y="4097"/>
                    <a:pt x="1634" y="3829"/>
                  </a:cubicBezTo>
                  <a:cubicBezTo>
                    <a:pt x="1782" y="3606"/>
                    <a:pt x="2023" y="3365"/>
                    <a:pt x="2172" y="3142"/>
                  </a:cubicBezTo>
                  <a:cubicBezTo>
                    <a:pt x="2951" y="3755"/>
                    <a:pt x="3712" y="4386"/>
                    <a:pt x="4492" y="5073"/>
                  </a:cubicBezTo>
                  <a:cubicBezTo>
                    <a:pt x="4102" y="5463"/>
                    <a:pt x="3787" y="5852"/>
                    <a:pt x="3490" y="6316"/>
                  </a:cubicBezTo>
                  <a:cubicBezTo>
                    <a:pt x="3248" y="6539"/>
                    <a:pt x="3248" y="6929"/>
                    <a:pt x="3490" y="7170"/>
                  </a:cubicBezTo>
                  <a:cubicBezTo>
                    <a:pt x="3564" y="7244"/>
                    <a:pt x="3564" y="7319"/>
                    <a:pt x="3638" y="7319"/>
                  </a:cubicBezTo>
                  <a:cubicBezTo>
                    <a:pt x="3783" y="7401"/>
                    <a:pt x="3937" y="7443"/>
                    <a:pt x="4086" y="7443"/>
                  </a:cubicBezTo>
                  <a:cubicBezTo>
                    <a:pt x="4339" y="7443"/>
                    <a:pt x="4575" y="7323"/>
                    <a:pt x="4715" y="7077"/>
                  </a:cubicBezTo>
                  <a:cubicBezTo>
                    <a:pt x="5030" y="6706"/>
                    <a:pt x="5272" y="6391"/>
                    <a:pt x="5569" y="6149"/>
                  </a:cubicBezTo>
                  <a:cubicBezTo>
                    <a:pt x="6274" y="6855"/>
                    <a:pt x="7035" y="7541"/>
                    <a:pt x="7740" y="8321"/>
                  </a:cubicBezTo>
                  <a:cubicBezTo>
                    <a:pt x="7425" y="8636"/>
                    <a:pt x="7128" y="9026"/>
                    <a:pt x="6886" y="9490"/>
                  </a:cubicBezTo>
                  <a:cubicBezTo>
                    <a:pt x="6664" y="9713"/>
                    <a:pt x="6664" y="10103"/>
                    <a:pt x="6886" y="10325"/>
                  </a:cubicBezTo>
                  <a:cubicBezTo>
                    <a:pt x="6961" y="10418"/>
                    <a:pt x="6961" y="10492"/>
                    <a:pt x="7035" y="10492"/>
                  </a:cubicBezTo>
                  <a:cubicBezTo>
                    <a:pt x="7179" y="10575"/>
                    <a:pt x="7334" y="10617"/>
                    <a:pt x="7484" y="10617"/>
                  </a:cubicBezTo>
                  <a:cubicBezTo>
                    <a:pt x="7738" y="10617"/>
                    <a:pt x="7978" y="10496"/>
                    <a:pt x="8130" y="10251"/>
                  </a:cubicBezTo>
                  <a:cubicBezTo>
                    <a:pt x="8353" y="9954"/>
                    <a:pt x="8594" y="9713"/>
                    <a:pt x="8817" y="9490"/>
                  </a:cubicBezTo>
                  <a:cubicBezTo>
                    <a:pt x="9281" y="10028"/>
                    <a:pt x="9745" y="10492"/>
                    <a:pt x="10209" y="11105"/>
                  </a:cubicBezTo>
                  <a:lnTo>
                    <a:pt x="10840" y="11810"/>
                  </a:lnTo>
                  <a:lnTo>
                    <a:pt x="9912" y="12571"/>
                  </a:lnTo>
                  <a:cubicBezTo>
                    <a:pt x="9522" y="12813"/>
                    <a:pt x="9448" y="13277"/>
                    <a:pt x="9745" y="13666"/>
                  </a:cubicBezTo>
                  <a:cubicBezTo>
                    <a:pt x="9880" y="13833"/>
                    <a:pt x="10086" y="13930"/>
                    <a:pt x="10309" y="13930"/>
                  </a:cubicBezTo>
                  <a:cubicBezTo>
                    <a:pt x="10484" y="13930"/>
                    <a:pt x="10669" y="13871"/>
                    <a:pt x="10840" y="13741"/>
                  </a:cubicBezTo>
                  <a:lnTo>
                    <a:pt x="11768" y="13035"/>
                  </a:lnTo>
                  <a:lnTo>
                    <a:pt x="12306" y="13815"/>
                  </a:lnTo>
                  <a:cubicBezTo>
                    <a:pt x="12770" y="14353"/>
                    <a:pt x="13160" y="14966"/>
                    <a:pt x="13531" y="15522"/>
                  </a:cubicBezTo>
                  <a:cubicBezTo>
                    <a:pt x="13308" y="15745"/>
                    <a:pt x="12993" y="15819"/>
                    <a:pt x="12603" y="15986"/>
                  </a:cubicBezTo>
                  <a:cubicBezTo>
                    <a:pt x="12232" y="16135"/>
                    <a:pt x="11991" y="16599"/>
                    <a:pt x="12139" y="16989"/>
                  </a:cubicBezTo>
                  <a:cubicBezTo>
                    <a:pt x="12139" y="17063"/>
                    <a:pt x="12232" y="17137"/>
                    <a:pt x="12232" y="17211"/>
                  </a:cubicBezTo>
                  <a:cubicBezTo>
                    <a:pt x="12400" y="17393"/>
                    <a:pt x="12620" y="17480"/>
                    <a:pt x="12846" y="17480"/>
                  </a:cubicBezTo>
                  <a:cubicBezTo>
                    <a:pt x="12920" y="17480"/>
                    <a:pt x="12994" y="17471"/>
                    <a:pt x="13067" y="17453"/>
                  </a:cubicBezTo>
                  <a:cubicBezTo>
                    <a:pt x="13624" y="17286"/>
                    <a:pt x="13995" y="17063"/>
                    <a:pt x="14385" y="16822"/>
                  </a:cubicBezTo>
                  <a:cubicBezTo>
                    <a:pt x="14923" y="17675"/>
                    <a:pt x="15480" y="18604"/>
                    <a:pt x="16018" y="19457"/>
                  </a:cubicBezTo>
                  <a:cubicBezTo>
                    <a:pt x="15703" y="19699"/>
                    <a:pt x="15313" y="19921"/>
                    <a:pt x="14849" y="20070"/>
                  </a:cubicBezTo>
                  <a:cubicBezTo>
                    <a:pt x="14459" y="20237"/>
                    <a:pt x="14236" y="20627"/>
                    <a:pt x="14385" y="20998"/>
                  </a:cubicBezTo>
                  <a:cubicBezTo>
                    <a:pt x="14385" y="21091"/>
                    <a:pt x="14459" y="21165"/>
                    <a:pt x="14459" y="21239"/>
                  </a:cubicBezTo>
                  <a:cubicBezTo>
                    <a:pt x="14632" y="21399"/>
                    <a:pt x="14843" y="21530"/>
                    <a:pt x="15085" y="21530"/>
                  </a:cubicBezTo>
                  <a:cubicBezTo>
                    <a:pt x="15181" y="21530"/>
                    <a:pt x="15282" y="21509"/>
                    <a:pt x="15387" y="21462"/>
                  </a:cubicBezTo>
                  <a:cubicBezTo>
                    <a:pt x="15851" y="21313"/>
                    <a:pt x="16315" y="21091"/>
                    <a:pt x="16705" y="20775"/>
                  </a:cubicBezTo>
                  <a:cubicBezTo>
                    <a:pt x="17243" y="21703"/>
                    <a:pt x="17707" y="22631"/>
                    <a:pt x="18097" y="23485"/>
                  </a:cubicBezTo>
                  <a:cubicBezTo>
                    <a:pt x="17874" y="23633"/>
                    <a:pt x="17559" y="23782"/>
                    <a:pt x="17243" y="23875"/>
                  </a:cubicBezTo>
                  <a:cubicBezTo>
                    <a:pt x="16872" y="24023"/>
                    <a:pt x="16631" y="24487"/>
                    <a:pt x="16779" y="24877"/>
                  </a:cubicBezTo>
                  <a:cubicBezTo>
                    <a:pt x="16779" y="24951"/>
                    <a:pt x="16872" y="25026"/>
                    <a:pt x="16872" y="25100"/>
                  </a:cubicBezTo>
                  <a:cubicBezTo>
                    <a:pt x="17040" y="25282"/>
                    <a:pt x="17260" y="25369"/>
                    <a:pt x="17486" y="25369"/>
                  </a:cubicBezTo>
                  <a:cubicBezTo>
                    <a:pt x="17560" y="25369"/>
                    <a:pt x="17634" y="25359"/>
                    <a:pt x="17707" y="25341"/>
                  </a:cubicBezTo>
                  <a:cubicBezTo>
                    <a:pt x="18097" y="25174"/>
                    <a:pt x="18413" y="25026"/>
                    <a:pt x="18728" y="24877"/>
                  </a:cubicBezTo>
                  <a:cubicBezTo>
                    <a:pt x="18877" y="25100"/>
                    <a:pt x="18951" y="25267"/>
                    <a:pt x="19025" y="25490"/>
                  </a:cubicBezTo>
                  <a:cubicBezTo>
                    <a:pt x="19176" y="25827"/>
                    <a:pt x="19532" y="26018"/>
                    <a:pt x="19890" y="26018"/>
                  </a:cubicBezTo>
                  <a:cubicBezTo>
                    <a:pt x="20104" y="26018"/>
                    <a:pt x="20318" y="25951"/>
                    <a:pt x="20491" y="25805"/>
                  </a:cubicBezTo>
                  <a:cubicBezTo>
                    <a:pt x="20881" y="25490"/>
                    <a:pt x="21048" y="24951"/>
                    <a:pt x="20881" y="24561"/>
                  </a:cubicBezTo>
                  <a:cubicBezTo>
                    <a:pt x="20733" y="24246"/>
                    <a:pt x="20584" y="23875"/>
                    <a:pt x="20417" y="23559"/>
                  </a:cubicBezTo>
                  <a:cubicBezTo>
                    <a:pt x="21122" y="22780"/>
                    <a:pt x="21345" y="22167"/>
                    <a:pt x="21419" y="22167"/>
                  </a:cubicBezTo>
                  <a:cubicBezTo>
                    <a:pt x="21586" y="21703"/>
                    <a:pt x="21419" y="21313"/>
                    <a:pt x="21048" y="21165"/>
                  </a:cubicBezTo>
                  <a:cubicBezTo>
                    <a:pt x="20927" y="21121"/>
                    <a:pt x="20811" y="21100"/>
                    <a:pt x="20701" y="21100"/>
                  </a:cubicBezTo>
                  <a:cubicBezTo>
                    <a:pt x="20390" y="21100"/>
                    <a:pt x="20131" y="21267"/>
                    <a:pt x="19953" y="21555"/>
                  </a:cubicBezTo>
                  <a:cubicBezTo>
                    <a:pt x="19953" y="21555"/>
                    <a:pt x="19879" y="21777"/>
                    <a:pt x="19730" y="22019"/>
                  </a:cubicBezTo>
                  <a:cubicBezTo>
                    <a:pt x="19266" y="21165"/>
                    <a:pt x="18877" y="20311"/>
                    <a:pt x="18338" y="19383"/>
                  </a:cubicBezTo>
                  <a:cubicBezTo>
                    <a:pt x="18951" y="18771"/>
                    <a:pt x="19192" y="18214"/>
                    <a:pt x="19266" y="18139"/>
                  </a:cubicBezTo>
                  <a:cubicBezTo>
                    <a:pt x="19415" y="17750"/>
                    <a:pt x="19266" y="17286"/>
                    <a:pt x="18877" y="17137"/>
                  </a:cubicBezTo>
                  <a:cubicBezTo>
                    <a:pt x="18777" y="17099"/>
                    <a:pt x="18672" y="17081"/>
                    <a:pt x="18568" y="17081"/>
                  </a:cubicBezTo>
                  <a:cubicBezTo>
                    <a:pt x="18265" y="17081"/>
                    <a:pt x="17966" y="17237"/>
                    <a:pt x="17800" y="17527"/>
                  </a:cubicBezTo>
                  <a:lnTo>
                    <a:pt x="17559" y="17991"/>
                  </a:lnTo>
                  <a:cubicBezTo>
                    <a:pt x="17095" y="17137"/>
                    <a:pt x="16556" y="16283"/>
                    <a:pt x="16018" y="15430"/>
                  </a:cubicBezTo>
                  <a:cubicBezTo>
                    <a:pt x="16556" y="14817"/>
                    <a:pt x="16779" y="14279"/>
                    <a:pt x="16779" y="14205"/>
                  </a:cubicBezTo>
                  <a:cubicBezTo>
                    <a:pt x="16946" y="13815"/>
                    <a:pt x="16779" y="13425"/>
                    <a:pt x="16408" y="13277"/>
                  </a:cubicBezTo>
                  <a:cubicBezTo>
                    <a:pt x="16300" y="13210"/>
                    <a:pt x="16187" y="13180"/>
                    <a:pt x="16074" y="13180"/>
                  </a:cubicBezTo>
                  <a:cubicBezTo>
                    <a:pt x="15779" y="13180"/>
                    <a:pt x="15487" y="13384"/>
                    <a:pt x="15313" y="13666"/>
                  </a:cubicBezTo>
                  <a:cubicBezTo>
                    <a:pt x="15313" y="13666"/>
                    <a:pt x="15239" y="13815"/>
                    <a:pt x="15090" y="14038"/>
                  </a:cubicBezTo>
                  <a:cubicBezTo>
                    <a:pt x="14775" y="13499"/>
                    <a:pt x="14385" y="13035"/>
                    <a:pt x="13995" y="12497"/>
                  </a:cubicBezTo>
                  <a:lnTo>
                    <a:pt x="13383" y="11717"/>
                  </a:lnTo>
                  <a:lnTo>
                    <a:pt x="14088" y="11179"/>
                  </a:lnTo>
                  <a:cubicBezTo>
                    <a:pt x="14459" y="10957"/>
                    <a:pt x="14552" y="10418"/>
                    <a:pt x="14236" y="10103"/>
                  </a:cubicBezTo>
                  <a:cubicBezTo>
                    <a:pt x="14092" y="9914"/>
                    <a:pt x="13868" y="9811"/>
                    <a:pt x="13631" y="9811"/>
                  </a:cubicBezTo>
                  <a:cubicBezTo>
                    <a:pt x="13473" y="9811"/>
                    <a:pt x="13309" y="9857"/>
                    <a:pt x="13160" y="9954"/>
                  </a:cubicBezTo>
                  <a:lnTo>
                    <a:pt x="12455" y="10492"/>
                  </a:lnTo>
                  <a:lnTo>
                    <a:pt x="11916" y="9787"/>
                  </a:lnTo>
                  <a:cubicBezTo>
                    <a:pt x="11452" y="9249"/>
                    <a:pt x="11062" y="8785"/>
                    <a:pt x="10598" y="8321"/>
                  </a:cubicBezTo>
                  <a:cubicBezTo>
                    <a:pt x="10840" y="8247"/>
                    <a:pt x="11062" y="8172"/>
                    <a:pt x="11062" y="8172"/>
                  </a:cubicBezTo>
                  <a:cubicBezTo>
                    <a:pt x="11527" y="8098"/>
                    <a:pt x="11768" y="7708"/>
                    <a:pt x="11768" y="7319"/>
                  </a:cubicBezTo>
                  <a:cubicBezTo>
                    <a:pt x="11675" y="6855"/>
                    <a:pt x="11304" y="6613"/>
                    <a:pt x="10840" y="6613"/>
                  </a:cubicBezTo>
                  <a:cubicBezTo>
                    <a:pt x="10840" y="6706"/>
                    <a:pt x="10209" y="6780"/>
                    <a:pt x="9522" y="7077"/>
                  </a:cubicBezTo>
                  <a:lnTo>
                    <a:pt x="7425" y="4999"/>
                  </a:lnTo>
                  <a:cubicBezTo>
                    <a:pt x="7666" y="4924"/>
                    <a:pt x="7889" y="4850"/>
                    <a:pt x="7889" y="4850"/>
                  </a:cubicBezTo>
                  <a:cubicBezTo>
                    <a:pt x="8353" y="4757"/>
                    <a:pt x="8594" y="4386"/>
                    <a:pt x="8520" y="3922"/>
                  </a:cubicBezTo>
                  <a:cubicBezTo>
                    <a:pt x="8443" y="3599"/>
                    <a:pt x="8175" y="3328"/>
                    <a:pt x="7865" y="3328"/>
                  </a:cubicBezTo>
                  <a:cubicBezTo>
                    <a:pt x="7800" y="3328"/>
                    <a:pt x="7733" y="3340"/>
                    <a:pt x="7666" y="3365"/>
                  </a:cubicBezTo>
                  <a:cubicBezTo>
                    <a:pt x="7592" y="3365"/>
                    <a:pt x="6961" y="3458"/>
                    <a:pt x="6200" y="3829"/>
                  </a:cubicBezTo>
                  <a:cubicBezTo>
                    <a:pt x="5494" y="3217"/>
                    <a:pt x="4715" y="2530"/>
                    <a:pt x="4028" y="1899"/>
                  </a:cubicBezTo>
                  <a:cubicBezTo>
                    <a:pt x="4251" y="1825"/>
                    <a:pt x="4492" y="1825"/>
                    <a:pt x="4492" y="1750"/>
                  </a:cubicBezTo>
                  <a:cubicBezTo>
                    <a:pt x="4956" y="1750"/>
                    <a:pt x="5272" y="1286"/>
                    <a:pt x="5179" y="897"/>
                  </a:cubicBezTo>
                  <a:cubicBezTo>
                    <a:pt x="5112" y="547"/>
                    <a:pt x="4792" y="273"/>
                    <a:pt x="4393" y="273"/>
                  </a:cubicBezTo>
                  <a:cubicBezTo>
                    <a:pt x="4347" y="273"/>
                    <a:pt x="4299" y="276"/>
                    <a:pt x="4251" y="284"/>
                  </a:cubicBezTo>
                  <a:cubicBezTo>
                    <a:pt x="4251" y="284"/>
                    <a:pt x="3564" y="433"/>
                    <a:pt x="2710" y="897"/>
                  </a:cubicBezTo>
                  <a:cubicBezTo>
                    <a:pt x="2395" y="674"/>
                    <a:pt x="2098" y="433"/>
                    <a:pt x="1782" y="210"/>
                  </a:cubicBezTo>
                  <a:cubicBezTo>
                    <a:pt x="1600" y="62"/>
                    <a:pt x="1402" y="0"/>
                    <a:pt x="120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79"/>
            <p:cNvSpPr/>
            <p:nvPr/>
          </p:nvSpPr>
          <p:spPr>
            <a:xfrm>
              <a:off x="257785" y="3191183"/>
              <a:ext cx="191178" cy="308323"/>
            </a:xfrm>
            <a:custGeom>
              <a:rect b="b" l="l" r="r" t="t"/>
              <a:pathLst>
                <a:path extrusionOk="0" h="14460" w="8966">
                  <a:moveTo>
                    <a:pt x="1" y="0"/>
                  </a:moveTo>
                  <a:lnTo>
                    <a:pt x="1" y="0"/>
                  </a:lnTo>
                  <a:cubicBezTo>
                    <a:pt x="539" y="2562"/>
                    <a:pt x="836" y="5253"/>
                    <a:pt x="1226" y="6961"/>
                  </a:cubicBezTo>
                  <a:cubicBezTo>
                    <a:pt x="1393" y="7499"/>
                    <a:pt x="1541" y="7963"/>
                    <a:pt x="1690" y="8278"/>
                  </a:cubicBezTo>
                  <a:cubicBezTo>
                    <a:pt x="2785" y="10134"/>
                    <a:pt x="5643" y="14069"/>
                    <a:pt x="5643" y="14069"/>
                  </a:cubicBezTo>
                  <a:cubicBezTo>
                    <a:pt x="5866" y="14069"/>
                    <a:pt x="6033" y="14162"/>
                    <a:pt x="6256" y="14162"/>
                  </a:cubicBezTo>
                  <a:cubicBezTo>
                    <a:pt x="7109" y="14311"/>
                    <a:pt x="7796" y="14459"/>
                    <a:pt x="8576" y="14459"/>
                  </a:cubicBezTo>
                  <a:cubicBezTo>
                    <a:pt x="8724" y="14459"/>
                    <a:pt x="8817" y="14459"/>
                    <a:pt x="8965" y="14385"/>
                  </a:cubicBezTo>
                  <a:cubicBezTo>
                    <a:pt x="8891" y="14311"/>
                    <a:pt x="8724" y="14236"/>
                    <a:pt x="8650" y="14162"/>
                  </a:cubicBezTo>
                  <a:lnTo>
                    <a:pt x="7963" y="13234"/>
                  </a:lnTo>
                  <a:lnTo>
                    <a:pt x="7425" y="12454"/>
                  </a:lnTo>
                  <a:lnTo>
                    <a:pt x="6645" y="11526"/>
                  </a:lnTo>
                  <a:cubicBezTo>
                    <a:pt x="3787" y="7573"/>
                    <a:pt x="1615" y="37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79"/>
            <p:cNvSpPr/>
            <p:nvPr/>
          </p:nvSpPr>
          <p:spPr>
            <a:xfrm>
              <a:off x="866073" y="2790661"/>
              <a:ext cx="193139" cy="194355"/>
            </a:xfrm>
            <a:custGeom>
              <a:rect b="b" l="l" r="r" t="t"/>
              <a:pathLst>
                <a:path extrusionOk="0" h="9115" w="9058">
                  <a:moveTo>
                    <a:pt x="0" y="1"/>
                  </a:moveTo>
                  <a:cubicBezTo>
                    <a:pt x="2636" y="2005"/>
                    <a:pt x="5179" y="4474"/>
                    <a:pt x="7740" y="7425"/>
                  </a:cubicBezTo>
                  <a:lnTo>
                    <a:pt x="9058" y="9114"/>
                  </a:lnTo>
                  <a:lnTo>
                    <a:pt x="7740" y="7425"/>
                  </a:lnTo>
                  <a:cubicBezTo>
                    <a:pt x="5179" y="4474"/>
                    <a:pt x="2636" y="2005"/>
                    <a:pt x="0" y="1"/>
                  </a:cubicBezTo>
                  <a:close/>
                </a:path>
              </a:pathLst>
            </a:custGeom>
            <a:solidFill>
              <a:srgbClr val="5A03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79"/>
            <p:cNvSpPr/>
            <p:nvPr/>
          </p:nvSpPr>
          <p:spPr>
            <a:xfrm>
              <a:off x="1077016" y="3009920"/>
              <a:ext cx="13476" cy="19809"/>
            </a:xfrm>
            <a:custGeom>
              <a:rect b="b" l="l" r="r" t="t"/>
              <a:pathLst>
                <a:path extrusionOk="0" h="929" w="632">
                  <a:moveTo>
                    <a:pt x="0" y="1"/>
                  </a:moveTo>
                  <a:cubicBezTo>
                    <a:pt x="242" y="298"/>
                    <a:pt x="390" y="613"/>
                    <a:pt x="631" y="929"/>
                  </a:cubicBezTo>
                  <a:cubicBezTo>
                    <a:pt x="464" y="613"/>
                    <a:pt x="242" y="298"/>
                    <a:pt x="0" y="1"/>
                  </a:cubicBezTo>
                  <a:close/>
                </a:path>
              </a:pathLst>
            </a:custGeom>
            <a:solidFill>
              <a:srgbClr val="6D05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79"/>
            <p:cNvSpPr/>
            <p:nvPr/>
          </p:nvSpPr>
          <p:spPr>
            <a:xfrm>
              <a:off x="330217" y="2643834"/>
              <a:ext cx="760275" cy="387472"/>
            </a:xfrm>
            <a:custGeom>
              <a:rect b="b" l="l" r="r" t="t"/>
              <a:pathLst>
                <a:path extrusionOk="0" h="18172" w="35656">
                  <a:moveTo>
                    <a:pt x="1467" y="1"/>
                  </a:moveTo>
                  <a:cubicBezTo>
                    <a:pt x="1077" y="224"/>
                    <a:pt x="538" y="539"/>
                    <a:pt x="0" y="762"/>
                  </a:cubicBezTo>
                  <a:cubicBezTo>
                    <a:pt x="0" y="1783"/>
                    <a:pt x="74" y="2859"/>
                    <a:pt x="223" y="3936"/>
                  </a:cubicBezTo>
                  <a:cubicBezTo>
                    <a:pt x="316" y="4400"/>
                    <a:pt x="316" y="4790"/>
                    <a:pt x="390" y="5254"/>
                  </a:cubicBezTo>
                  <a:cubicBezTo>
                    <a:pt x="2636" y="3546"/>
                    <a:pt x="4640" y="2247"/>
                    <a:pt x="6422" y="1077"/>
                  </a:cubicBezTo>
                  <a:cubicBezTo>
                    <a:pt x="6107" y="1003"/>
                    <a:pt x="5791" y="855"/>
                    <a:pt x="5420" y="762"/>
                  </a:cubicBezTo>
                  <a:cubicBezTo>
                    <a:pt x="3007" y="298"/>
                    <a:pt x="1467" y="1"/>
                    <a:pt x="1467" y="1"/>
                  </a:cubicBezTo>
                  <a:close/>
                  <a:moveTo>
                    <a:pt x="26598" y="16167"/>
                  </a:moveTo>
                  <a:cubicBezTo>
                    <a:pt x="26449" y="16316"/>
                    <a:pt x="26301" y="16390"/>
                    <a:pt x="26208" y="16538"/>
                  </a:cubicBezTo>
                  <a:cubicBezTo>
                    <a:pt x="26449" y="16631"/>
                    <a:pt x="26765" y="16631"/>
                    <a:pt x="27062" y="16631"/>
                  </a:cubicBezTo>
                  <a:cubicBezTo>
                    <a:pt x="26913" y="16464"/>
                    <a:pt x="26765" y="16316"/>
                    <a:pt x="26598" y="16167"/>
                  </a:cubicBezTo>
                  <a:close/>
                  <a:moveTo>
                    <a:pt x="14311" y="2321"/>
                  </a:moveTo>
                  <a:cubicBezTo>
                    <a:pt x="13679" y="2618"/>
                    <a:pt x="13067" y="3008"/>
                    <a:pt x="12454" y="3397"/>
                  </a:cubicBezTo>
                  <a:cubicBezTo>
                    <a:pt x="14385" y="4474"/>
                    <a:pt x="16315" y="5643"/>
                    <a:pt x="18171" y="7035"/>
                  </a:cubicBezTo>
                  <a:cubicBezTo>
                    <a:pt x="18245" y="6961"/>
                    <a:pt x="18245" y="6961"/>
                    <a:pt x="18320" y="6887"/>
                  </a:cubicBezTo>
                  <a:cubicBezTo>
                    <a:pt x="18561" y="6720"/>
                    <a:pt x="18784" y="6646"/>
                    <a:pt x="19025" y="6646"/>
                  </a:cubicBezTo>
                  <a:cubicBezTo>
                    <a:pt x="19173" y="6646"/>
                    <a:pt x="19415" y="6720"/>
                    <a:pt x="19563" y="6887"/>
                  </a:cubicBezTo>
                  <a:cubicBezTo>
                    <a:pt x="19879" y="7110"/>
                    <a:pt x="20176" y="7351"/>
                    <a:pt x="20491" y="7574"/>
                  </a:cubicBezTo>
                  <a:cubicBezTo>
                    <a:pt x="21345" y="7110"/>
                    <a:pt x="22032" y="6961"/>
                    <a:pt x="22032" y="6961"/>
                  </a:cubicBezTo>
                  <a:lnTo>
                    <a:pt x="22199" y="6961"/>
                  </a:lnTo>
                  <a:cubicBezTo>
                    <a:pt x="22589" y="6961"/>
                    <a:pt x="22886" y="7184"/>
                    <a:pt x="22960" y="7574"/>
                  </a:cubicBezTo>
                  <a:cubicBezTo>
                    <a:pt x="23053" y="7963"/>
                    <a:pt x="22737" y="8427"/>
                    <a:pt x="22273" y="8427"/>
                  </a:cubicBezTo>
                  <a:cubicBezTo>
                    <a:pt x="22273" y="8502"/>
                    <a:pt x="22032" y="8502"/>
                    <a:pt x="21809" y="8576"/>
                  </a:cubicBezTo>
                  <a:cubicBezTo>
                    <a:pt x="22496" y="9207"/>
                    <a:pt x="23275" y="9894"/>
                    <a:pt x="23981" y="10506"/>
                  </a:cubicBezTo>
                  <a:cubicBezTo>
                    <a:pt x="24742" y="10135"/>
                    <a:pt x="25373" y="10042"/>
                    <a:pt x="25447" y="10042"/>
                  </a:cubicBezTo>
                  <a:cubicBezTo>
                    <a:pt x="25447" y="9968"/>
                    <a:pt x="25521" y="9968"/>
                    <a:pt x="25595" y="9968"/>
                  </a:cubicBezTo>
                  <a:cubicBezTo>
                    <a:pt x="25911" y="9968"/>
                    <a:pt x="26208" y="10283"/>
                    <a:pt x="26301" y="10599"/>
                  </a:cubicBezTo>
                  <a:cubicBezTo>
                    <a:pt x="26375" y="11063"/>
                    <a:pt x="26134" y="11434"/>
                    <a:pt x="25670" y="11527"/>
                  </a:cubicBezTo>
                  <a:cubicBezTo>
                    <a:pt x="25670" y="11527"/>
                    <a:pt x="25447" y="11601"/>
                    <a:pt x="25206" y="11676"/>
                  </a:cubicBezTo>
                  <a:lnTo>
                    <a:pt x="27303" y="13754"/>
                  </a:lnTo>
                  <a:cubicBezTo>
                    <a:pt x="27990" y="13457"/>
                    <a:pt x="28621" y="13383"/>
                    <a:pt x="28621" y="13290"/>
                  </a:cubicBezTo>
                  <a:lnTo>
                    <a:pt x="28769" y="13290"/>
                  </a:lnTo>
                  <a:cubicBezTo>
                    <a:pt x="29159" y="13290"/>
                    <a:pt x="29456" y="13606"/>
                    <a:pt x="29549" y="13996"/>
                  </a:cubicBezTo>
                  <a:cubicBezTo>
                    <a:pt x="29549" y="14385"/>
                    <a:pt x="29308" y="14775"/>
                    <a:pt x="28843" y="14849"/>
                  </a:cubicBezTo>
                  <a:cubicBezTo>
                    <a:pt x="28843" y="14849"/>
                    <a:pt x="28621" y="14924"/>
                    <a:pt x="28379" y="14998"/>
                  </a:cubicBezTo>
                  <a:cubicBezTo>
                    <a:pt x="28843" y="15462"/>
                    <a:pt x="29233" y="15926"/>
                    <a:pt x="29697" y="16464"/>
                  </a:cubicBezTo>
                  <a:lnTo>
                    <a:pt x="30161" y="17002"/>
                  </a:lnTo>
                  <a:cubicBezTo>
                    <a:pt x="30236" y="17095"/>
                    <a:pt x="30310" y="17095"/>
                    <a:pt x="30384" y="17095"/>
                  </a:cubicBezTo>
                  <a:lnTo>
                    <a:pt x="30941" y="16631"/>
                  </a:lnTo>
                  <a:cubicBezTo>
                    <a:pt x="31089" y="16538"/>
                    <a:pt x="31238" y="16464"/>
                    <a:pt x="31479" y="16464"/>
                  </a:cubicBezTo>
                  <a:cubicBezTo>
                    <a:pt x="31628" y="16464"/>
                    <a:pt x="31869" y="16631"/>
                    <a:pt x="32017" y="16780"/>
                  </a:cubicBezTo>
                  <a:cubicBezTo>
                    <a:pt x="32166" y="16928"/>
                    <a:pt x="32240" y="17169"/>
                    <a:pt x="32166" y="17392"/>
                  </a:cubicBezTo>
                  <a:cubicBezTo>
                    <a:pt x="33335" y="17559"/>
                    <a:pt x="34486" y="17782"/>
                    <a:pt x="35655" y="18098"/>
                  </a:cubicBezTo>
                  <a:cubicBezTo>
                    <a:pt x="35414" y="17782"/>
                    <a:pt x="35265" y="17466"/>
                    <a:pt x="35024" y="17169"/>
                  </a:cubicBezTo>
                  <a:cubicBezTo>
                    <a:pt x="34876" y="16928"/>
                    <a:pt x="34801" y="16780"/>
                    <a:pt x="34653" y="16631"/>
                  </a:cubicBezTo>
                  <a:lnTo>
                    <a:pt x="34189" y="16000"/>
                  </a:lnTo>
                  <a:lnTo>
                    <a:pt x="32871" y="14311"/>
                  </a:lnTo>
                  <a:cubicBezTo>
                    <a:pt x="30310" y="11360"/>
                    <a:pt x="27767" y="8891"/>
                    <a:pt x="25131" y="6887"/>
                  </a:cubicBezTo>
                  <a:cubicBezTo>
                    <a:pt x="23350" y="5495"/>
                    <a:pt x="21493" y="4251"/>
                    <a:pt x="19712" y="3249"/>
                  </a:cubicBezTo>
                  <a:cubicBezTo>
                    <a:pt x="19025" y="3082"/>
                    <a:pt x="18245" y="3008"/>
                    <a:pt x="17484" y="2859"/>
                  </a:cubicBezTo>
                  <a:cubicBezTo>
                    <a:pt x="16389" y="2711"/>
                    <a:pt x="15313" y="2469"/>
                    <a:pt x="14311" y="2321"/>
                  </a:cubicBezTo>
                  <a:close/>
                  <a:moveTo>
                    <a:pt x="11990" y="3639"/>
                  </a:moveTo>
                  <a:cubicBezTo>
                    <a:pt x="9206" y="5402"/>
                    <a:pt x="5568" y="7889"/>
                    <a:pt x="1615" y="11137"/>
                  </a:cubicBezTo>
                  <a:cubicBezTo>
                    <a:pt x="2172" y="13457"/>
                    <a:pt x="2933" y="15777"/>
                    <a:pt x="3935" y="18172"/>
                  </a:cubicBezTo>
                  <a:cubicBezTo>
                    <a:pt x="8668" y="17095"/>
                    <a:pt x="14069" y="16316"/>
                    <a:pt x="20027" y="16316"/>
                  </a:cubicBezTo>
                  <a:cubicBezTo>
                    <a:pt x="21493" y="16316"/>
                    <a:pt x="22960" y="16316"/>
                    <a:pt x="24519" y="16464"/>
                  </a:cubicBezTo>
                  <a:cubicBezTo>
                    <a:pt x="24519" y="16316"/>
                    <a:pt x="24593" y="16241"/>
                    <a:pt x="24667" y="16167"/>
                  </a:cubicBezTo>
                  <a:cubicBezTo>
                    <a:pt x="24909" y="15703"/>
                    <a:pt x="25206" y="15313"/>
                    <a:pt x="25521" y="14998"/>
                  </a:cubicBezTo>
                  <a:cubicBezTo>
                    <a:pt x="24816" y="14218"/>
                    <a:pt x="24055" y="13532"/>
                    <a:pt x="23350" y="12826"/>
                  </a:cubicBezTo>
                  <a:cubicBezTo>
                    <a:pt x="23053" y="13068"/>
                    <a:pt x="22811" y="13383"/>
                    <a:pt x="22496" y="13754"/>
                  </a:cubicBezTo>
                  <a:cubicBezTo>
                    <a:pt x="22347" y="13996"/>
                    <a:pt x="22125" y="14144"/>
                    <a:pt x="21883" y="14144"/>
                  </a:cubicBezTo>
                  <a:cubicBezTo>
                    <a:pt x="21735" y="14144"/>
                    <a:pt x="21568" y="14070"/>
                    <a:pt x="21419" y="13996"/>
                  </a:cubicBezTo>
                  <a:cubicBezTo>
                    <a:pt x="21345" y="13996"/>
                    <a:pt x="21345" y="13921"/>
                    <a:pt x="21271" y="13847"/>
                  </a:cubicBezTo>
                  <a:cubicBezTo>
                    <a:pt x="21029" y="13606"/>
                    <a:pt x="21029" y="13216"/>
                    <a:pt x="21271" y="12993"/>
                  </a:cubicBezTo>
                  <a:cubicBezTo>
                    <a:pt x="21568" y="12529"/>
                    <a:pt x="21883" y="12140"/>
                    <a:pt x="22273" y="11750"/>
                  </a:cubicBezTo>
                  <a:cubicBezTo>
                    <a:pt x="21493" y="11063"/>
                    <a:pt x="20732" y="10432"/>
                    <a:pt x="19953" y="9819"/>
                  </a:cubicBezTo>
                  <a:cubicBezTo>
                    <a:pt x="19804" y="10042"/>
                    <a:pt x="19563" y="10283"/>
                    <a:pt x="19415" y="10506"/>
                  </a:cubicBezTo>
                  <a:cubicBezTo>
                    <a:pt x="19248" y="10747"/>
                    <a:pt x="18951" y="10896"/>
                    <a:pt x="18709" y="10896"/>
                  </a:cubicBezTo>
                  <a:cubicBezTo>
                    <a:pt x="18561" y="10896"/>
                    <a:pt x="18412" y="10896"/>
                    <a:pt x="18320" y="10822"/>
                  </a:cubicBezTo>
                  <a:cubicBezTo>
                    <a:pt x="18245" y="10747"/>
                    <a:pt x="18171" y="10673"/>
                    <a:pt x="18097" y="10599"/>
                  </a:cubicBezTo>
                  <a:cubicBezTo>
                    <a:pt x="17948" y="10358"/>
                    <a:pt x="17856" y="10042"/>
                    <a:pt x="18097" y="9745"/>
                  </a:cubicBezTo>
                  <a:cubicBezTo>
                    <a:pt x="18320" y="9430"/>
                    <a:pt x="18561" y="9114"/>
                    <a:pt x="18784" y="8891"/>
                  </a:cubicBezTo>
                  <a:cubicBezTo>
                    <a:pt x="18635" y="8743"/>
                    <a:pt x="18412" y="8576"/>
                    <a:pt x="18245" y="8427"/>
                  </a:cubicBezTo>
                  <a:cubicBezTo>
                    <a:pt x="17948" y="8186"/>
                    <a:pt x="17856" y="7815"/>
                    <a:pt x="17948" y="7425"/>
                  </a:cubicBezTo>
                  <a:cubicBezTo>
                    <a:pt x="15925" y="5959"/>
                    <a:pt x="13921" y="4715"/>
                    <a:pt x="11990" y="3639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79"/>
            <p:cNvSpPr/>
            <p:nvPr/>
          </p:nvSpPr>
          <p:spPr>
            <a:xfrm>
              <a:off x="206333" y="2660061"/>
              <a:ext cx="207809" cy="429030"/>
            </a:xfrm>
            <a:custGeom>
              <a:rect b="b" l="l" r="r" t="t"/>
              <a:pathLst>
                <a:path extrusionOk="0" h="20121" w="9746">
                  <a:moveTo>
                    <a:pt x="5810" y="1"/>
                  </a:moveTo>
                  <a:cubicBezTo>
                    <a:pt x="5031" y="391"/>
                    <a:pt x="4103" y="780"/>
                    <a:pt x="3342" y="1096"/>
                  </a:cubicBezTo>
                  <a:cubicBezTo>
                    <a:pt x="1950" y="1708"/>
                    <a:pt x="780" y="2172"/>
                    <a:pt x="780" y="2172"/>
                  </a:cubicBezTo>
                  <a:cubicBezTo>
                    <a:pt x="1096" y="3249"/>
                    <a:pt x="706" y="6200"/>
                    <a:pt x="391" y="9374"/>
                  </a:cubicBezTo>
                  <a:cubicBezTo>
                    <a:pt x="2414" y="7518"/>
                    <a:pt x="4418" y="5885"/>
                    <a:pt x="6200" y="4493"/>
                  </a:cubicBezTo>
                  <a:cubicBezTo>
                    <a:pt x="6126" y="4029"/>
                    <a:pt x="6126" y="3639"/>
                    <a:pt x="6033" y="3175"/>
                  </a:cubicBezTo>
                  <a:cubicBezTo>
                    <a:pt x="5884" y="2098"/>
                    <a:pt x="5810" y="1022"/>
                    <a:pt x="5810" y="1"/>
                  </a:cubicBezTo>
                  <a:close/>
                  <a:moveTo>
                    <a:pt x="7425" y="10376"/>
                  </a:moveTo>
                  <a:cubicBezTo>
                    <a:pt x="5031" y="12381"/>
                    <a:pt x="2562" y="14627"/>
                    <a:pt x="1" y="17169"/>
                  </a:cubicBezTo>
                  <a:cubicBezTo>
                    <a:pt x="94" y="18339"/>
                    <a:pt x="242" y="19415"/>
                    <a:pt x="558" y="20121"/>
                  </a:cubicBezTo>
                  <a:cubicBezTo>
                    <a:pt x="3175" y="19193"/>
                    <a:pt x="6274" y="18190"/>
                    <a:pt x="9745" y="17411"/>
                  </a:cubicBezTo>
                  <a:cubicBezTo>
                    <a:pt x="8743" y="15016"/>
                    <a:pt x="7982" y="12696"/>
                    <a:pt x="7425" y="10376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79"/>
            <p:cNvSpPr/>
            <p:nvPr/>
          </p:nvSpPr>
          <p:spPr>
            <a:xfrm>
              <a:off x="204728" y="2665236"/>
              <a:ext cx="432186" cy="359369"/>
            </a:xfrm>
            <a:custGeom>
              <a:rect b="b" l="l" r="r" t="t"/>
              <a:pathLst>
                <a:path extrusionOk="0" h="16854" w="20269">
                  <a:moveTo>
                    <a:pt x="13772" y="75"/>
                  </a:moveTo>
                  <a:lnTo>
                    <a:pt x="13772" y="75"/>
                  </a:lnTo>
                  <a:cubicBezTo>
                    <a:pt x="15387" y="780"/>
                    <a:pt x="16853" y="1467"/>
                    <a:pt x="18412" y="2320"/>
                  </a:cubicBezTo>
                  <a:cubicBezTo>
                    <a:pt x="19025" y="1931"/>
                    <a:pt x="19637" y="1541"/>
                    <a:pt x="20269" y="1244"/>
                  </a:cubicBezTo>
                  <a:cubicBezTo>
                    <a:pt x="17874" y="854"/>
                    <a:pt x="15703" y="464"/>
                    <a:pt x="13772" y="75"/>
                  </a:cubicBezTo>
                  <a:close/>
                  <a:moveTo>
                    <a:pt x="12380" y="0"/>
                  </a:moveTo>
                  <a:cubicBezTo>
                    <a:pt x="10598" y="1170"/>
                    <a:pt x="8594" y="2469"/>
                    <a:pt x="6348" y="4177"/>
                  </a:cubicBezTo>
                  <a:cubicBezTo>
                    <a:pt x="4566" y="5569"/>
                    <a:pt x="2562" y="7202"/>
                    <a:pt x="539" y="9058"/>
                  </a:cubicBezTo>
                  <a:cubicBezTo>
                    <a:pt x="242" y="11675"/>
                    <a:pt x="0" y="14533"/>
                    <a:pt x="149" y="16853"/>
                  </a:cubicBezTo>
                  <a:cubicBezTo>
                    <a:pt x="2710" y="14311"/>
                    <a:pt x="5179" y="12065"/>
                    <a:pt x="7573" y="10060"/>
                  </a:cubicBezTo>
                  <a:cubicBezTo>
                    <a:pt x="11526" y="6812"/>
                    <a:pt x="15164" y="4325"/>
                    <a:pt x="17948" y="2562"/>
                  </a:cubicBezTo>
                  <a:cubicBezTo>
                    <a:pt x="16018" y="1541"/>
                    <a:pt x="14162" y="706"/>
                    <a:pt x="123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79"/>
            <p:cNvSpPr/>
            <p:nvPr/>
          </p:nvSpPr>
          <p:spPr>
            <a:xfrm>
              <a:off x="445785" y="2660061"/>
              <a:ext cx="271905" cy="142114"/>
            </a:xfrm>
            <a:custGeom>
              <a:rect b="b" l="l" r="r" t="t"/>
              <a:pathLst>
                <a:path extrusionOk="0" h="6665" w="12752">
                  <a:moveTo>
                    <a:pt x="0" y="1"/>
                  </a:moveTo>
                  <a:cubicBezTo>
                    <a:pt x="371" y="94"/>
                    <a:pt x="687" y="242"/>
                    <a:pt x="1002" y="316"/>
                  </a:cubicBezTo>
                  <a:cubicBezTo>
                    <a:pt x="1076" y="316"/>
                    <a:pt x="1151" y="242"/>
                    <a:pt x="1225" y="242"/>
                  </a:cubicBezTo>
                  <a:cubicBezTo>
                    <a:pt x="761" y="168"/>
                    <a:pt x="371" y="94"/>
                    <a:pt x="0" y="1"/>
                  </a:cubicBezTo>
                  <a:close/>
                  <a:moveTo>
                    <a:pt x="7034" y="2636"/>
                  </a:moveTo>
                  <a:cubicBezTo>
                    <a:pt x="6867" y="2711"/>
                    <a:pt x="6719" y="2785"/>
                    <a:pt x="6570" y="2878"/>
                  </a:cubicBezTo>
                  <a:cubicBezTo>
                    <a:pt x="8501" y="3954"/>
                    <a:pt x="10505" y="5198"/>
                    <a:pt x="12528" y="6664"/>
                  </a:cubicBezTo>
                  <a:cubicBezTo>
                    <a:pt x="12603" y="6497"/>
                    <a:pt x="12677" y="6423"/>
                    <a:pt x="12751" y="6274"/>
                  </a:cubicBezTo>
                  <a:cubicBezTo>
                    <a:pt x="10895" y="4882"/>
                    <a:pt x="8965" y="3713"/>
                    <a:pt x="7034" y="26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79"/>
            <p:cNvSpPr/>
            <p:nvPr/>
          </p:nvSpPr>
          <p:spPr>
            <a:xfrm>
              <a:off x="710930" y="2785522"/>
              <a:ext cx="306745" cy="229174"/>
            </a:xfrm>
            <a:custGeom>
              <a:rect b="b" l="l" r="r" t="t"/>
              <a:pathLst>
                <a:path extrusionOk="0" h="10748" w="14386">
                  <a:moveTo>
                    <a:pt x="1170" y="1"/>
                  </a:moveTo>
                  <a:cubicBezTo>
                    <a:pt x="929" y="1"/>
                    <a:pt x="706" y="75"/>
                    <a:pt x="465" y="242"/>
                  </a:cubicBezTo>
                  <a:cubicBezTo>
                    <a:pt x="390" y="316"/>
                    <a:pt x="390" y="316"/>
                    <a:pt x="316" y="390"/>
                  </a:cubicBezTo>
                  <a:cubicBezTo>
                    <a:pt x="242" y="539"/>
                    <a:pt x="168" y="613"/>
                    <a:pt x="93" y="780"/>
                  </a:cubicBezTo>
                  <a:cubicBezTo>
                    <a:pt x="1" y="1170"/>
                    <a:pt x="93" y="1541"/>
                    <a:pt x="390" y="1782"/>
                  </a:cubicBezTo>
                  <a:cubicBezTo>
                    <a:pt x="557" y="1931"/>
                    <a:pt x="780" y="2098"/>
                    <a:pt x="929" y="2246"/>
                  </a:cubicBezTo>
                  <a:cubicBezTo>
                    <a:pt x="706" y="2469"/>
                    <a:pt x="465" y="2785"/>
                    <a:pt x="242" y="3100"/>
                  </a:cubicBezTo>
                  <a:cubicBezTo>
                    <a:pt x="1" y="3397"/>
                    <a:pt x="93" y="3713"/>
                    <a:pt x="242" y="3954"/>
                  </a:cubicBezTo>
                  <a:cubicBezTo>
                    <a:pt x="316" y="4028"/>
                    <a:pt x="390" y="4102"/>
                    <a:pt x="465" y="4177"/>
                  </a:cubicBezTo>
                  <a:cubicBezTo>
                    <a:pt x="557" y="4251"/>
                    <a:pt x="706" y="4251"/>
                    <a:pt x="854" y="4251"/>
                  </a:cubicBezTo>
                  <a:cubicBezTo>
                    <a:pt x="1096" y="4251"/>
                    <a:pt x="1393" y="4102"/>
                    <a:pt x="1560" y="3861"/>
                  </a:cubicBezTo>
                  <a:cubicBezTo>
                    <a:pt x="1708" y="3638"/>
                    <a:pt x="1949" y="3397"/>
                    <a:pt x="2098" y="3174"/>
                  </a:cubicBezTo>
                  <a:cubicBezTo>
                    <a:pt x="2877" y="3787"/>
                    <a:pt x="3638" y="4418"/>
                    <a:pt x="4418" y="5105"/>
                  </a:cubicBezTo>
                  <a:cubicBezTo>
                    <a:pt x="4028" y="5495"/>
                    <a:pt x="3713" y="5884"/>
                    <a:pt x="3416" y="6348"/>
                  </a:cubicBezTo>
                  <a:cubicBezTo>
                    <a:pt x="3174" y="6571"/>
                    <a:pt x="3174" y="6961"/>
                    <a:pt x="3416" y="7202"/>
                  </a:cubicBezTo>
                  <a:cubicBezTo>
                    <a:pt x="3490" y="7276"/>
                    <a:pt x="3490" y="7351"/>
                    <a:pt x="3564" y="7351"/>
                  </a:cubicBezTo>
                  <a:cubicBezTo>
                    <a:pt x="3713" y="7425"/>
                    <a:pt x="3880" y="7499"/>
                    <a:pt x="4028" y="7499"/>
                  </a:cubicBezTo>
                  <a:cubicBezTo>
                    <a:pt x="4270" y="7499"/>
                    <a:pt x="4492" y="7351"/>
                    <a:pt x="4641" y="7109"/>
                  </a:cubicBezTo>
                  <a:cubicBezTo>
                    <a:pt x="4956" y="6738"/>
                    <a:pt x="5198" y="6423"/>
                    <a:pt x="5495" y="6181"/>
                  </a:cubicBezTo>
                  <a:cubicBezTo>
                    <a:pt x="6200" y="6887"/>
                    <a:pt x="6961" y="7573"/>
                    <a:pt x="7666" y="8353"/>
                  </a:cubicBezTo>
                  <a:cubicBezTo>
                    <a:pt x="7351" y="8668"/>
                    <a:pt x="7054" y="9058"/>
                    <a:pt x="6812" y="9522"/>
                  </a:cubicBezTo>
                  <a:cubicBezTo>
                    <a:pt x="6738" y="9596"/>
                    <a:pt x="6664" y="9671"/>
                    <a:pt x="6664" y="9819"/>
                  </a:cubicBezTo>
                  <a:cubicBezTo>
                    <a:pt x="7202" y="9819"/>
                    <a:pt x="7740" y="9893"/>
                    <a:pt x="8353" y="9893"/>
                  </a:cubicBezTo>
                  <a:cubicBezTo>
                    <a:pt x="8446" y="9745"/>
                    <a:pt x="8594" y="9671"/>
                    <a:pt x="8743" y="9522"/>
                  </a:cubicBezTo>
                  <a:cubicBezTo>
                    <a:pt x="8910" y="9671"/>
                    <a:pt x="9058" y="9819"/>
                    <a:pt x="9207" y="9986"/>
                  </a:cubicBezTo>
                  <a:cubicBezTo>
                    <a:pt x="10209" y="10135"/>
                    <a:pt x="11230" y="10209"/>
                    <a:pt x="12306" y="10357"/>
                  </a:cubicBezTo>
                  <a:lnTo>
                    <a:pt x="11842" y="9819"/>
                  </a:lnTo>
                  <a:cubicBezTo>
                    <a:pt x="11378" y="9281"/>
                    <a:pt x="10988" y="8817"/>
                    <a:pt x="10524" y="8353"/>
                  </a:cubicBezTo>
                  <a:cubicBezTo>
                    <a:pt x="10766" y="8279"/>
                    <a:pt x="10988" y="8204"/>
                    <a:pt x="10988" y="8204"/>
                  </a:cubicBezTo>
                  <a:cubicBezTo>
                    <a:pt x="11453" y="8130"/>
                    <a:pt x="11694" y="7740"/>
                    <a:pt x="11694" y="7351"/>
                  </a:cubicBezTo>
                  <a:cubicBezTo>
                    <a:pt x="11601" y="6961"/>
                    <a:pt x="11304" y="6645"/>
                    <a:pt x="10914" y="6645"/>
                  </a:cubicBezTo>
                  <a:lnTo>
                    <a:pt x="10766" y="6645"/>
                  </a:lnTo>
                  <a:cubicBezTo>
                    <a:pt x="10766" y="6738"/>
                    <a:pt x="10135" y="6812"/>
                    <a:pt x="9448" y="7109"/>
                  </a:cubicBezTo>
                  <a:lnTo>
                    <a:pt x="7351" y="5031"/>
                  </a:lnTo>
                  <a:cubicBezTo>
                    <a:pt x="7592" y="4956"/>
                    <a:pt x="7815" y="4882"/>
                    <a:pt x="7815" y="4882"/>
                  </a:cubicBezTo>
                  <a:cubicBezTo>
                    <a:pt x="8279" y="4789"/>
                    <a:pt x="8520" y="4418"/>
                    <a:pt x="8446" y="3954"/>
                  </a:cubicBezTo>
                  <a:cubicBezTo>
                    <a:pt x="8353" y="3638"/>
                    <a:pt x="8056" y="3323"/>
                    <a:pt x="7740" y="3323"/>
                  </a:cubicBezTo>
                  <a:cubicBezTo>
                    <a:pt x="7666" y="3323"/>
                    <a:pt x="7592" y="3323"/>
                    <a:pt x="7592" y="3397"/>
                  </a:cubicBezTo>
                  <a:cubicBezTo>
                    <a:pt x="7518" y="3397"/>
                    <a:pt x="6887" y="3490"/>
                    <a:pt x="6126" y="3861"/>
                  </a:cubicBezTo>
                  <a:cubicBezTo>
                    <a:pt x="5420" y="3249"/>
                    <a:pt x="4641" y="2562"/>
                    <a:pt x="3954" y="1931"/>
                  </a:cubicBezTo>
                  <a:cubicBezTo>
                    <a:pt x="4177" y="1857"/>
                    <a:pt x="4418" y="1857"/>
                    <a:pt x="4418" y="1782"/>
                  </a:cubicBezTo>
                  <a:cubicBezTo>
                    <a:pt x="4882" y="1782"/>
                    <a:pt x="5198" y="1318"/>
                    <a:pt x="5105" y="929"/>
                  </a:cubicBezTo>
                  <a:cubicBezTo>
                    <a:pt x="5031" y="539"/>
                    <a:pt x="4734" y="316"/>
                    <a:pt x="4344" y="316"/>
                  </a:cubicBezTo>
                  <a:lnTo>
                    <a:pt x="4177" y="316"/>
                  </a:lnTo>
                  <a:cubicBezTo>
                    <a:pt x="4177" y="316"/>
                    <a:pt x="3490" y="465"/>
                    <a:pt x="2636" y="929"/>
                  </a:cubicBezTo>
                  <a:cubicBezTo>
                    <a:pt x="2321" y="706"/>
                    <a:pt x="2024" y="465"/>
                    <a:pt x="1708" y="242"/>
                  </a:cubicBezTo>
                  <a:cubicBezTo>
                    <a:pt x="1560" y="75"/>
                    <a:pt x="1318" y="1"/>
                    <a:pt x="1170" y="1"/>
                  </a:cubicBezTo>
                  <a:close/>
                  <a:moveTo>
                    <a:pt x="13624" y="9819"/>
                  </a:moveTo>
                  <a:cubicBezTo>
                    <a:pt x="13383" y="9819"/>
                    <a:pt x="13234" y="9893"/>
                    <a:pt x="13086" y="9986"/>
                  </a:cubicBezTo>
                  <a:lnTo>
                    <a:pt x="12529" y="10450"/>
                  </a:lnTo>
                  <a:cubicBezTo>
                    <a:pt x="13160" y="10524"/>
                    <a:pt x="13698" y="10599"/>
                    <a:pt x="14311" y="10747"/>
                  </a:cubicBezTo>
                  <a:cubicBezTo>
                    <a:pt x="14385" y="10524"/>
                    <a:pt x="14311" y="10283"/>
                    <a:pt x="14162" y="10135"/>
                  </a:cubicBezTo>
                  <a:cubicBezTo>
                    <a:pt x="14014" y="9986"/>
                    <a:pt x="13773" y="9819"/>
                    <a:pt x="13624" y="9819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79"/>
            <p:cNvSpPr/>
            <p:nvPr/>
          </p:nvSpPr>
          <p:spPr>
            <a:xfrm>
              <a:off x="833215" y="3389056"/>
              <a:ext cx="267171" cy="196316"/>
            </a:xfrm>
            <a:custGeom>
              <a:rect b="b" l="l" r="r" t="t"/>
              <a:pathLst>
                <a:path extrusionOk="0" h="9207" w="12530">
                  <a:moveTo>
                    <a:pt x="11750" y="1"/>
                  </a:moveTo>
                  <a:cubicBezTo>
                    <a:pt x="11434" y="929"/>
                    <a:pt x="10673" y="2098"/>
                    <a:pt x="9207" y="3249"/>
                  </a:cubicBezTo>
                  <a:cubicBezTo>
                    <a:pt x="6423" y="5495"/>
                    <a:pt x="1003" y="5884"/>
                    <a:pt x="224" y="7202"/>
                  </a:cubicBezTo>
                  <a:cubicBezTo>
                    <a:pt x="149" y="7351"/>
                    <a:pt x="75" y="7425"/>
                    <a:pt x="1" y="7573"/>
                  </a:cubicBezTo>
                  <a:cubicBezTo>
                    <a:pt x="855" y="8130"/>
                    <a:pt x="1690" y="8743"/>
                    <a:pt x="2544" y="9207"/>
                  </a:cubicBezTo>
                  <a:cubicBezTo>
                    <a:pt x="4938" y="7666"/>
                    <a:pt x="8427" y="7499"/>
                    <a:pt x="10506" y="5495"/>
                  </a:cubicBezTo>
                  <a:cubicBezTo>
                    <a:pt x="11824" y="4251"/>
                    <a:pt x="12529" y="1708"/>
                    <a:pt x="117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79"/>
            <p:cNvSpPr/>
            <p:nvPr/>
          </p:nvSpPr>
          <p:spPr>
            <a:xfrm>
              <a:off x="755644" y="3550531"/>
              <a:ext cx="131816" cy="216104"/>
            </a:xfrm>
            <a:custGeom>
              <a:rect b="b" l="l" r="r" t="t"/>
              <a:pathLst>
                <a:path extrusionOk="0" h="10135" w="6182">
                  <a:moveTo>
                    <a:pt x="3639" y="0"/>
                  </a:moveTo>
                  <a:cubicBezTo>
                    <a:pt x="2637" y="1559"/>
                    <a:pt x="1" y="5105"/>
                    <a:pt x="1" y="5105"/>
                  </a:cubicBezTo>
                  <a:cubicBezTo>
                    <a:pt x="1" y="5105"/>
                    <a:pt x="149" y="5494"/>
                    <a:pt x="316" y="6033"/>
                  </a:cubicBezTo>
                  <a:cubicBezTo>
                    <a:pt x="688" y="7276"/>
                    <a:pt x="1467" y="9206"/>
                    <a:pt x="2544" y="9986"/>
                  </a:cubicBezTo>
                  <a:cubicBezTo>
                    <a:pt x="2637" y="10060"/>
                    <a:pt x="2711" y="10060"/>
                    <a:pt x="2785" y="10135"/>
                  </a:cubicBezTo>
                  <a:cubicBezTo>
                    <a:pt x="3565" y="9670"/>
                    <a:pt x="4251" y="9281"/>
                    <a:pt x="4864" y="8817"/>
                  </a:cubicBezTo>
                  <a:cubicBezTo>
                    <a:pt x="4790" y="8668"/>
                    <a:pt x="4715" y="8520"/>
                    <a:pt x="4641" y="8353"/>
                  </a:cubicBezTo>
                  <a:cubicBezTo>
                    <a:pt x="3862" y="6738"/>
                    <a:pt x="3787" y="4641"/>
                    <a:pt x="4790" y="3100"/>
                  </a:cubicBezTo>
                  <a:cubicBezTo>
                    <a:pt x="5179" y="2488"/>
                    <a:pt x="5643" y="2023"/>
                    <a:pt x="6182" y="1634"/>
                  </a:cubicBezTo>
                  <a:cubicBezTo>
                    <a:pt x="5328" y="1170"/>
                    <a:pt x="4493" y="557"/>
                    <a:pt x="36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79"/>
            <p:cNvSpPr/>
            <p:nvPr/>
          </p:nvSpPr>
          <p:spPr>
            <a:xfrm>
              <a:off x="815027" y="3738510"/>
              <a:ext cx="120323" cy="69277"/>
            </a:xfrm>
            <a:custGeom>
              <a:rect b="b" l="l" r="r" t="t"/>
              <a:pathLst>
                <a:path extrusionOk="0" h="3249" w="5643">
                  <a:moveTo>
                    <a:pt x="2079" y="1"/>
                  </a:moveTo>
                  <a:cubicBezTo>
                    <a:pt x="1466" y="465"/>
                    <a:pt x="780" y="854"/>
                    <a:pt x="0" y="1319"/>
                  </a:cubicBezTo>
                  <a:cubicBezTo>
                    <a:pt x="1392" y="2172"/>
                    <a:pt x="3861" y="2952"/>
                    <a:pt x="5642" y="3249"/>
                  </a:cubicBezTo>
                  <a:cubicBezTo>
                    <a:pt x="4250" y="2488"/>
                    <a:pt x="2933" y="1393"/>
                    <a:pt x="2079" y="1"/>
                  </a:cubicBezTo>
                  <a:close/>
                </a:path>
              </a:pathLst>
            </a:custGeom>
            <a:solidFill>
              <a:srgbClr val="CA92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79"/>
            <p:cNvSpPr/>
            <p:nvPr/>
          </p:nvSpPr>
          <p:spPr>
            <a:xfrm>
              <a:off x="1090471" y="3710812"/>
              <a:ext cx="161475" cy="92241"/>
            </a:xfrm>
            <a:custGeom>
              <a:rect b="b" l="l" r="r" t="t"/>
              <a:pathLst>
                <a:path extrusionOk="0" h="4326" w="7573">
                  <a:moveTo>
                    <a:pt x="6181" y="223"/>
                  </a:moveTo>
                  <a:lnTo>
                    <a:pt x="6181" y="2153"/>
                  </a:lnTo>
                  <a:cubicBezTo>
                    <a:pt x="6571" y="1857"/>
                    <a:pt x="7035" y="1689"/>
                    <a:pt x="7425" y="1541"/>
                  </a:cubicBezTo>
                  <a:cubicBezTo>
                    <a:pt x="7499" y="1225"/>
                    <a:pt x="7499" y="836"/>
                    <a:pt x="7573" y="539"/>
                  </a:cubicBezTo>
                  <a:cubicBezTo>
                    <a:pt x="7109" y="464"/>
                    <a:pt x="6645" y="297"/>
                    <a:pt x="6181" y="223"/>
                  </a:cubicBezTo>
                  <a:close/>
                  <a:moveTo>
                    <a:pt x="5104" y="0"/>
                  </a:moveTo>
                  <a:cubicBezTo>
                    <a:pt x="3545" y="761"/>
                    <a:pt x="2153" y="1857"/>
                    <a:pt x="1003" y="3156"/>
                  </a:cubicBezTo>
                  <a:cubicBezTo>
                    <a:pt x="687" y="3546"/>
                    <a:pt x="390" y="3935"/>
                    <a:pt x="0" y="4325"/>
                  </a:cubicBezTo>
                  <a:cubicBezTo>
                    <a:pt x="1689" y="4251"/>
                    <a:pt x="3081" y="4084"/>
                    <a:pt x="3081" y="4084"/>
                  </a:cubicBezTo>
                  <a:lnTo>
                    <a:pt x="5104" y="2933"/>
                  </a:lnTo>
                  <a:cubicBezTo>
                    <a:pt x="5253" y="2692"/>
                    <a:pt x="5494" y="2543"/>
                    <a:pt x="5717" y="2395"/>
                  </a:cubicBezTo>
                  <a:lnTo>
                    <a:pt x="5717" y="149"/>
                  </a:lnTo>
                  <a:cubicBezTo>
                    <a:pt x="5568" y="75"/>
                    <a:pt x="5327" y="75"/>
                    <a:pt x="51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79"/>
            <p:cNvSpPr/>
            <p:nvPr/>
          </p:nvSpPr>
          <p:spPr>
            <a:xfrm>
              <a:off x="1212350" y="3702496"/>
              <a:ext cx="9915" cy="13092"/>
            </a:xfrm>
            <a:custGeom>
              <a:rect b="b" l="l" r="r" t="t"/>
              <a:pathLst>
                <a:path extrusionOk="0" h="614" w="465">
                  <a:moveTo>
                    <a:pt x="465" y="1"/>
                  </a:moveTo>
                  <a:cubicBezTo>
                    <a:pt x="316" y="1"/>
                    <a:pt x="149" y="75"/>
                    <a:pt x="1" y="149"/>
                  </a:cubicBezTo>
                  <a:lnTo>
                    <a:pt x="1" y="539"/>
                  </a:lnTo>
                  <a:cubicBezTo>
                    <a:pt x="149" y="539"/>
                    <a:pt x="316" y="613"/>
                    <a:pt x="465" y="613"/>
                  </a:cubicBezTo>
                  <a:lnTo>
                    <a:pt x="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79"/>
            <p:cNvSpPr/>
            <p:nvPr/>
          </p:nvSpPr>
          <p:spPr>
            <a:xfrm>
              <a:off x="1212350" y="3713968"/>
              <a:ext cx="9915" cy="47912"/>
            </a:xfrm>
            <a:custGeom>
              <a:rect b="b" l="l" r="r" t="t"/>
              <a:pathLst>
                <a:path extrusionOk="0" h="2247" w="465">
                  <a:moveTo>
                    <a:pt x="1" y="1"/>
                  </a:moveTo>
                  <a:lnTo>
                    <a:pt x="1" y="2247"/>
                  </a:lnTo>
                  <a:cubicBezTo>
                    <a:pt x="149" y="2173"/>
                    <a:pt x="316" y="2080"/>
                    <a:pt x="465" y="2005"/>
                  </a:cubicBezTo>
                  <a:lnTo>
                    <a:pt x="465" y="75"/>
                  </a:lnTo>
                  <a:cubicBezTo>
                    <a:pt x="316" y="75"/>
                    <a:pt x="149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79"/>
            <p:cNvSpPr/>
            <p:nvPr/>
          </p:nvSpPr>
          <p:spPr>
            <a:xfrm>
              <a:off x="-48918" y="3327881"/>
              <a:ext cx="1369629" cy="819189"/>
            </a:xfrm>
            <a:custGeom>
              <a:rect b="b" l="l" r="r" t="t"/>
              <a:pathLst>
                <a:path extrusionOk="0" h="38419" w="64234">
                  <a:moveTo>
                    <a:pt x="42456" y="0"/>
                  </a:moveTo>
                  <a:cubicBezTo>
                    <a:pt x="41539" y="0"/>
                    <a:pt x="40557" y="291"/>
                    <a:pt x="39590" y="791"/>
                  </a:cubicBezTo>
                  <a:cubicBezTo>
                    <a:pt x="38049" y="1478"/>
                    <a:pt x="36490" y="2647"/>
                    <a:pt x="35414" y="3334"/>
                  </a:cubicBezTo>
                  <a:cubicBezTo>
                    <a:pt x="33558" y="4577"/>
                    <a:pt x="27136" y="7436"/>
                    <a:pt x="25131" y="7825"/>
                  </a:cubicBezTo>
                  <a:cubicBezTo>
                    <a:pt x="24350" y="7956"/>
                    <a:pt x="23704" y="8014"/>
                    <a:pt x="23088" y="8014"/>
                  </a:cubicBezTo>
                  <a:cubicBezTo>
                    <a:pt x="22298" y="8014"/>
                    <a:pt x="21557" y="7918"/>
                    <a:pt x="20640" y="7751"/>
                  </a:cubicBezTo>
                  <a:cubicBezTo>
                    <a:pt x="20417" y="7751"/>
                    <a:pt x="20250" y="7658"/>
                    <a:pt x="20027" y="7658"/>
                  </a:cubicBezTo>
                  <a:cubicBezTo>
                    <a:pt x="18004" y="7194"/>
                    <a:pt x="16779" y="5802"/>
                    <a:pt x="16779" y="5802"/>
                  </a:cubicBezTo>
                  <a:cubicBezTo>
                    <a:pt x="16779" y="5802"/>
                    <a:pt x="13828" y="5969"/>
                    <a:pt x="10357" y="7194"/>
                  </a:cubicBezTo>
                  <a:lnTo>
                    <a:pt x="10283" y="7194"/>
                  </a:lnTo>
                  <a:lnTo>
                    <a:pt x="10283" y="7287"/>
                  </a:lnTo>
                  <a:cubicBezTo>
                    <a:pt x="6719" y="8512"/>
                    <a:pt x="2469" y="10999"/>
                    <a:pt x="0" y="15547"/>
                  </a:cubicBezTo>
                  <a:lnTo>
                    <a:pt x="297" y="16475"/>
                  </a:lnTo>
                  <a:lnTo>
                    <a:pt x="2153" y="22043"/>
                  </a:lnTo>
                  <a:lnTo>
                    <a:pt x="6107" y="25142"/>
                  </a:lnTo>
                  <a:lnTo>
                    <a:pt x="10821" y="28929"/>
                  </a:lnTo>
                  <a:cubicBezTo>
                    <a:pt x="10821" y="28929"/>
                    <a:pt x="20565" y="36130"/>
                    <a:pt x="27600" y="37819"/>
                  </a:cubicBezTo>
                  <a:cubicBezTo>
                    <a:pt x="29335" y="38254"/>
                    <a:pt x="30799" y="38418"/>
                    <a:pt x="32018" y="38418"/>
                  </a:cubicBezTo>
                  <a:cubicBezTo>
                    <a:pt x="35586" y="38418"/>
                    <a:pt x="37071" y="37016"/>
                    <a:pt x="37196" y="36891"/>
                  </a:cubicBezTo>
                  <a:cubicBezTo>
                    <a:pt x="37196" y="36891"/>
                    <a:pt x="41088" y="37519"/>
                    <a:pt x="44874" y="37519"/>
                  </a:cubicBezTo>
                  <a:cubicBezTo>
                    <a:pt x="47197" y="37519"/>
                    <a:pt x="49481" y="37282"/>
                    <a:pt x="50801" y="36520"/>
                  </a:cubicBezTo>
                  <a:cubicBezTo>
                    <a:pt x="54290" y="34497"/>
                    <a:pt x="55515" y="32808"/>
                    <a:pt x="55589" y="31639"/>
                  </a:cubicBezTo>
                  <a:cubicBezTo>
                    <a:pt x="55682" y="31249"/>
                    <a:pt x="55682" y="30952"/>
                    <a:pt x="55756" y="30562"/>
                  </a:cubicBezTo>
                  <a:cubicBezTo>
                    <a:pt x="55905" y="29857"/>
                    <a:pt x="56053" y="29244"/>
                    <a:pt x="56053" y="29244"/>
                  </a:cubicBezTo>
                  <a:cubicBezTo>
                    <a:pt x="56053" y="29244"/>
                    <a:pt x="60229" y="28242"/>
                    <a:pt x="61547" y="26312"/>
                  </a:cubicBezTo>
                  <a:cubicBezTo>
                    <a:pt x="62865" y="24363"/>
                    <a:pt x="63719" y="21505"/>
                    <a:pt x="64034" y="20428"/>
                  </a:cubicBezTo>
                  <a:cubicBezTo>
                    <a:pt x="64234" y="19850"/>
                    <a:pt x="63502" y="19288"/>
                    <a:pt x="62316" y="19288"/>
                  </a:cubicBezTo>
                  <a:cubicBezTo>
                    <a:pt x="61293" y="19288"/>
                    <a:pt x="59933" y="19706"/>
                    <a:pt x="58540" y="20892"/>
                  </a:cubicBezTo>
                  <a:lnTo>
                    <a:pt x="56517" y="22043"/>
                  </a:lnTo>
                  <a:cubicBezTo>
                    <a:pt x="56517" y="22043"/>
                    <a:pt x="49093" y="22600"/>
                    <a:pt x="47404" y="22600"/>
                  </a:cubicBezTo>
                  <a:cubicBezTo>
                    <a:pt x="45622" y="22600"/>
                    <a:pt x="41836" y="21579"/>
                    <a:pt x="40277" y="20428"/>
                  </a:cubicBezTo>
                  <a:cubicBezTo>
                    <a:pt x="39200" y="19648"/>
                    <a:pt x="38421" y="17718"/>
                    <a:pt x="38049" y="16475"/>
                  </a:cubicBezTo>
                  <a:cubicBezTo>
                    <a:pt x="37882" y="15936"/>
                    <a:pt x="37734" y="15547"/>
                    <a:pt x="37734" y="15547"/>
                  </a:cubicBezTo>
                  <a:cubicBezTo>
                    <a:pt x="37734" y="15547"/>
                    <a:pt x="40834" y="11370"/>
                    <a:pt x="41595" y="10071"/>
                  </a:cubicBezTo>
                  <a:cubicBezTo>
                    <a:pt x="42374" y="8753"/>
                    <a:pt x="47794" y="8364"/>
                    <a:pt x="50578" y="6118"/>
                  </a:cubicBezTo>
                  <a:cubicBezTo>
                    <a:pt x="53269" y="3946"/>
                    <a:pt x="53511" y="1867"/>
                    <a:pt x="53195" y="1162"/>
                  </a:cubicBezTo>
                  <a:cubicBezTo>
                    <a:pt x="52861" y="573"/>
                    <a:pt x="52649" y="39"/>
                    <a:pt x="51426" y="39"/>
                  </a:cubicBezTo>
                  <a:cubicBezTo>
                    <a:pt x="51223" y="39"/>
                    <a:pt x="50991" y="54"/>
                    <a:pt x="50726" y="86"/>
                  </a:cubicBezTo>
                  <a:cubicBezTo>
                    <a:pt x="49991" y="211"/>
                    <a:pt x="48963" y="260"/>
                    <a:pt x="47842" y="260"/>
                  </a:cubicBezTo>
                  <a:cubicBezTo>
                    <a:pt x="46134" y="260"/>
                    <a:pt x="44209" y="146"/>
                    <a:pt x="42764" y="11"/>
                  </a:cubicBezTo>
                  <a:cubicBezTo>
                    <a:pt x="42662" y="4"/>
                    <a:pt x="42559" y="0"/>
                    <a:pt x="42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79"/>
            <p:cNvSpPr/>
            <p:nvPr/>
          </p:nvSpPr>
          <p:spPr>
            <a:xfrm>
              <a:off x="-42586" y="3659361"/>
              <a:ext cx="895609" cy="487710"/>
            </a:xfrm>
            <a:custGeom>
              <a:rect b="b" l="l" r="r" t="t"/>
              <a:pathLst>
                <a:path extrusionOk="0" h="22873" w="42003">
                  <a:moveTo>
                    <a:pt x="390" y="1"/>
                  </a:moveTo>
                  <a:lnTo>
                    <a:pt x="0" y="929"/>
                  </a:lnTo>
                  <a:lnTo>
                    <a:pt x="1856" y="6497"/>
                  </a:lnTo>
                  <a:lnTo>
                    <a:pt x="5810" y="9596"/>
                  </a:lnTo>
                  <a:lnTo>
                    <a:pt x="10524" y="13383"/>
                  </a:lnTo>
                  <a:cubicBezTo>
                    <a:pt x="10524" y="13383"/>
                    <a:pt x="20268" y="20584"/>
                    <a:pt x="27303" y="22273"/>
                  </a:cubicBezTo>
                  <a:cubicBezTo>
                    <a:pt x="29038" y="22708"/>
                    <a:pt x="30502" y="22872"/>
                    <a:pt x="31721" y="22872"/>
                  </a:cubicBezTo>
                  <a:cubicBezTo>
                    <a:pt x="35289" y="22872"/>
                    <a:pt x="36774" y="21470"/>
                    <a:pt x="36899" y="21345"/>
                  </a:cubicBezTo>
                  <a:cubicBezTo>
                    <a:pt x="42003" y="12993"/>
                    <a:pt x="37901" y="10376"/>
                    <a:pt x="31943" y="7740"/>
                  </a:cubicBezTo>
                  <a:cubicBezTo>
                    <a:pt x="29938" y="6851"/>
                    <a:pt x="27463" y="6574"/>
                    <a:pt x="24940" y="6574"/>
                  </a:cubicBezTo>
                  <a:cubicBezTo>
                    <a:pt x="23094" y="6574"/>
                    <a:pt x="21222" y="6722"/>
                    <a:pt x="19489" y="6887"/>
                  </a:cubicBezTo>
                  <a:cubicBezTo>
                    <a:pt x="17709" y="7033"/>
                    <a:pt x="16066" y="7173"/>
                    <a:pt x="14759" y="7173"/>
                  </a:cubicBezTo>
                  <a:cubicBezTo>
                    <a:pt x="13912" y="7173"/>
                    <a:pt x="13206" y="7114"/>
                    <a:pt x="12696" y="6961"/>
                  </a:cubicBezTo>
                  <a:cubicBezTo>
                    <a:pt x="9355" y="5884"/>
                    <a:pt x="390" y="1"/>
                    <a:pt x="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79"/>
            <p:cNvSpPr/>
            <p:nvPr/>
          </p:nvSpPr>
          <p:spPr>
            <a:xfrm>
              <a:off x="170320" y="3481276"/>
              <a:ext cx="21" cy="2004"/>
            </a:xfrm>
            <a:custGeom>
              <a:rect b="b" l="l" r="r" t="t"/>
              <a:pathLst>
                <a:path extrusionOk="0" h="94" w="1">
                  <a:moveTo>
                    <a:pt x="1" y="0"/>
                  </a:moveTo>
                  <a:lnTo>
                    <a:pt x="1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rgbClr val="A7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79"/>
            <p:cNvSpPr/>
            <p:nvPr/>
          </p:nvSpPr>
          <p:spPr>
            <a:xfrm>
              <a:off x="171897" y="3344726"/>
              <a:ext cx="649867" cy="224227"/>
            </a:xfrm>
            <a:custGeom>
              <a:rect b="b" l="l" r="r" t="t"/>
              <a:pathLst>
                <a:path extrusionOk="0" h="10516" w="30478">
                  <a:moveTo>
                    <a:pt x="29234" y="1"/>
                  </a:moveTo>
                  <a:cubicBezTo>
                    <a:pt x="27693" y="688"/>
                    <a:pt x="26134" y="1857"/>
                    <a:pt x="25058" y="2544"/>
                  </a:cubicBezTo>
                  <a:cubicBezTo>
                    <a:pt x="23202" y="3787"/>
                    <a:pt x="16780" y="6646"/>
                    <a:pt x="14775" y="7035"/>
                  </a:cubicBezTo>
                  <a:cubicBezTo>
                    <a:pt x="13994" y="7166"/>
                    <a:pt x="13348" y="7224"/>
                    <a:pt x="12732" y="7224"/>
                  </a:cubicBezTo>
                  <a:cubicBezTo>
                    <a:pt x="11942" y="7224"/>
                    <a:pt x="11201" y="7128"/>
                    <a:pt x="10284" y="6961"/>
                  </a:cubicBezTo>
                  <a:cubicBezTo>
                    <a:pt x="10061" y="6961"/>
                    <a:pt x="9894" y="6868"/>
                    <a:pt x="9671" y="6868"/>
                  </a:cubicBezTo>
                  <a:cubicBezTo>
                    <a:pt x="7648" y="6404"/>
                    <a:pt x="6423" y="5012"/>
                    <a:pt x="6423" y="5012"/>
                  </a:cubicBezTo>
                  <a:cubicBezTo>
                    <a:pt x="6423" y="5012"/>
                    <a:pt x="3472" y="5179"/>
                    <a:pt x="1" y="6404"/>
                  </a:cubicBezTo>
                  <a:cubicBezTo>
                    <a:pt x="380" y="6404"/>
                    <a:pt x="7120" y="10516"/>
                    <a:pt x="15314" y="10516"/>
                  </a:cubicBezTo>
                  <a:cubicBezTo>
                    <a:pt x="15542" y="10516"/>
                    <a:pt x="15771" y="10513"/>
                    <a:pt x="16000" y="10506"/>
                  </a:cubicBezTo>
                  <a:cubicBezTo>
                    <a:pt x="24668" y="10283"/>
                    <a:pt x="28918" y="7722"/>
                    <a:pt x="30014" y="4084"/>
                  </a:cubicBezTo>
                  <a:cubicBezTo>
                    <a:pt x="30478" y="2544"/>
                    <a:pt x="30014" y="1152"/>
                    <a:pt x="29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79"/>
            <p:cNvSpPr/>
            <p:nvPr/>
          </p:nvSpPr>
          <p:spPr>
            <a:xfrm>
              <a:off x="23493" y="3512939"/>
              <a:ext cx="273888" cy="237469"/>
            </a:xfrm>
            <a:custGeom>
              <a:rect b="b" l="l" r="r" t="t"/>
              <a:pathLst>
                <a:path extrusionOk="0" h="11137" w="12845">
                  <a:moveTo>
                    <a:pt x="10061" y="0"/>
                  </a:moveTo>
                  <a:cubicBezTo>
                    <a:pt x="4177" y="1763"/>
                    <a:pt x="1393" y="5476"/>
                    <a:pt x="1" y="8575"/>
                  </a:cubicBezTo>
                  <a:cubicBezTo>
                    <a:pt x="1244" y="9355"/>
                    <a:pt x="2711" y="10283"/>
                    <a:pt x="4177" y="11137"/>
                  </a:cubicBezTo>
                  <a:cubicBezTo>
                    <a:pt x="6348" y="5865"/>
                    <a:pt x="9968" y="2784"/>
                    <a:pt x="12845" y="1002"/>
                  </a:cubicBezTo>
                  <a:cubicBezTo>
                    <a:pt x="11824" y="687"/>
                    <a:pt x="10896" y="297"/>
                    <a:pt x="1006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79"/>
            <p:cNvSpPr/>
            <p:nvPr/>
          </p:nvSpPr>
          <p:spPr>
            <a:xfrm>
              <a:off x="-3011" y="3695780"/>
              <a:ext cx="115568" cy="168213"/>
            </a:xfrm>
            <a:custGeom>
              <a:rect b="b" l="l" r="r" t="t"/>
              <a:pathLst>
                <a:path extrusionOk="0" h="7889" w="5420">
                  <a:moveTo>
                    <a:pt x="1244" y="0"/>
                  </a:moveTo>
                  <a:cubicBezTo>
                    <a:pt x="74" y="2710"/>
                    <a:pt x="0" y="4789"/>
                    <a:pt x="0" y="4789"/>
                  </a:cubicBezTo>
                  <a:lnTo>
                    <a:pt x="3954" y="7888"/>
                  </a:lnTo>
                  <a:cubicBezTo>
                    <a:pt x="4251" y="5884"/>
                    <a:pt x="4715" y="4102"/>
                    <a:pt x="5420" y="2562"/>
                  </a:cubicBezTo>
                  <a:cubicBezTo>
                    <a:pt x="3954" y="1708"/>
                    <a:pt x="2487" y="780"/>
                    <a:pt x="124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79"/>
            <p:cNvSpPr/>
            <p:nvPr/>
          </p:nvSpPr>
          <p:spPr>
            <a:xfrm>
              <a:off x="237997" y="3491169"/>
              <a:ext cx="153181" cy="43157"/>
            </a:xfrm>
            <a:custGeom>
              <a:rect b="b" l="l" r="r" t="t"/>
              <a:pathLst>
                <a:path extrusionOk="0" h="2024" w="7184">
                  <a:moveTo>
                    <a:pt x="6571" y="0"/>
                  </a:moveTo>
                  <a:cubicBezTo>
                    <a:pt x="4010" y="93"/>
                    <a:pt x="1857" y="390"/>
                    <a:pt x="1" y="1021"/>
                  </a:cubicBezTo>
                  <a:cubicBezTo>
                    <a:pt x="836" y="1318"/>
                    <a:pt x="1764" y="1708"/>
                    <a:pt x="2785" y="2023"/>
                  </a:cubicBezTo>
                  <a:cubicBezTo>
                    <a:pt x="5253" y="557"/>
                    <a:pt x="7184" y="93"/>
                    <a:pt x="7184" y="93"/>
                  </a:cubicBezTo>
                  <a:cubicBezTo>
                    <a:pt x="6961" y="93"/>
                    <a:pt x="6794" y="0"/>
                    <a:pt x="657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79"/>
            <p:cNvSpPr/>
            <p:nvPr/>
          </p:nvSpPr>
          <p:spPr>
            <a:xfrm>
              <a:off x="515040" y="3606716"/>
              <a:ext cx="247362" cy="74437"/>
            </a:xfrm>
            <a:custGeom>
              <a:rect b="b" l="l" r="r" t="t"/>
              <a:pathLst>
                <a:path extrusionOk="0" h="3491" w="11601">
                  <a:moveTo>
                    <a:pt x="0" y="1"/>
                  </a:moveTo>
                  <a:cubicBezTo>
                    <a:pt x="0" y="1"/>
                    <a:pt x="1856" y="3490"/>
                    <a:pt x="9503" y="3490"/>
                  </a:cubicBezTo>
                  <a:cubicBezTo>
                    <a:pt x="10208" y="3490"/>
                    <a:pt x="10895" y="3490"/>
                    <a:pt x="11600" y="3398"/>
                  </a:cubicBezTo>
                  <a:cubicBezTo>
                    <a:pt x="11433" y="2859"/>
                    <a:pt x="11285" y="2470"/>
                    <a:pt x="11285" y="2470"/>
                  </a:cubicBezTo>
                  <a:cubicBezTo>
                    <a:pt x="11285" y="2470"/>
                    <a:pt x="10283" y="2637"/>
                    <a:pt x="8724" y="2637"/>
                  </a:cubicBezTo>
                  <a:cubicBezTo>
                    <a:pt x="6403" y="2637"/>
                    <a:pt x="2858" y="224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79"/>
            <p:cNvSpPr/>
            <p:nvPr/>
          </p:nvSpPr>
          <p:spPr>
            <a:xfrm>
              <a:off x="973325" y="3951437"/>
              <a:ext cx="172968" cy="41174"/>
            </a:xfrm>
            <a:custGeom>
              <a:rect b="b" l="l" r="r" t="t"/>
              <a:pathLst>
                <a:path extrusionOk="0" h="1931" w="8112">
                  <a:moveTo>
                    <a:pt x="8111" y="0"/>
                  </a:moveTo>
                  <a:cubicBezTo>
                    <a:pt x="8111" y="0"/>
                    <a:pt x="1931" y="1615"/>
                    <a:pt x="0" y="1931"/>
                  </a:cubicBezTo>
                  <a:cubicBezTo>
                    <a:pt x="0" y="1931"/>
                    <a:pt x="4789" y="1467"/>
                    <a:pt x="7814" y="1318"/>
                  </a:cubicBezTo>
                  <a:cubicBezTo>
                    <a:pt x="7963" y="613"/>
                    <a:pt x="8111" y="0"/>
                    <a:pt x="811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79"/>
            <p:cNvSpPr/>
            <p:nvPr/>
          </p:nvSpPr>
          <p:spPr>
            <a:xfrm>
              <a:off x="-519079" y="1832023"/>
              <a:ext cx="1922607" cy="1965871"/>
            </a:xfrm>
            <a:custGeom>
              <a:rect b="b" l="l" r="r" t="t"/>
              <a:pathLst>
                <a:path extrusionOk="0" h="92197" w="90168">
                  <a:moveTo>
                    <a:pt x="68154" y="0"/>
                  </a:moveTo>
                  <a:cubicBezTo>
                    <a:pt x="67246" y="0"/>
                    <a:pt x="63809" y="669"/>
                    <a:pt x="59543" y="1639"/>
                  </a:cubicBezTo>
                  <a:cubicBezTo>
                    <a:pt x="55459" y="2642"/>
                    <a:pt x="50652" y="3885"/>
                    <a:pt x="46550" y="5129"/>
                  </a:cubicBezTo>
                  <a:cubicBezTo>
                    <a:pt x="46550" y="5129"/>
                    <a:pt x="15777" y="11922"/>
                    <a:pt x="7888" y="18975"/>
                  </a:cubicBezTo>
                  <a:cubicBezTo>
                    <a:pt x="0" y="26009"/>
                    <a:pt x="1318" y="37536"/>
                    <a:pt x="4250" y="44106"/>
                  </a:cubicBezTo>
                  <a:cubicBezTo>
                    <a:pt x="4250" y="44106"/>
                    <a:pt x="12918" y="68309"/>
                    <a:pt x="15554" y="76197"/>
                  </a:cubicBezTo>
                  <a:cubicBezTo>
                    <a:pt x="16779" y="79984"/>
                    <a:pt x="17781" y="82081"/>
                    <a:pt x="18412" y="83232"/>
                  </a:cubicBezTo>
                  <a:cubicBezTo>
                    <a:pt x="19099" y="84476"/>
                    <a:pt x="19489" y="84624"/>
                    <a:pt x="19489" y="84624"/>
                  </a:cubicBezTo>
                  <a:lnTo>
                    <a:pt x="24203" y="92197"/>
                  </a:lnTo>
                  <a:cubicBezTo>
                    <a:pt x="24203" y="92197"/>
                    <a:pt x="24741" y="78276"/>
                    <a:pt x="42077" y="77812"/>
                  </a:cubicBezTo>
                  <a:cubicBezTo>
                    <a:pt x="42077" y="77812"/>
                    <a:pt x="39219" y="73877"/>
                    <a:pt x="38124" y="72021"/>
                  </a:cubicBezTo>
                  <a:cubicBezTo>
                    <a:pt x="37975" y="71706"/>
                    <a:pt x="37827" y="71242"/>
                    <a:pt x="37660" y="70704"/>
                  </a:cubicBezTo>
                  <a:cubicBezTo>
                    <a:pt x="37047" y="67845"/>
                    <a:pt x="36657" y="62277"/>
                    <a:pt x="34801" y="59419"/>
                  </a:cubicBezTo>
                  <a:cubicBezTo>
                    <a:pt x="32630" y="55929"/>
                    <a:pt x="35414" y="43642"/>
                    <a:pt x="34801" y="41006"/>
                  </a:cubicBezTo>
                  <a:cubicBezTo>
                    <a:pt x="34801" y="41006"/>
                    <a:pt x="35971" y="40542"/>
                    <a:pt x="37363" y="39930"/>
                  </a:cubicBezTo>
                  <a:cubicBezTo>
                    <a:pt x="38755" y="39392"/>
                    <a:pt x="40369" y="38612"/>
                    <a:pt x="41298" y="38074"/>
                  </a:cubicBezTo>
                  <a:cubicBezTo>
                    <a:pt x="41298" y="38074"/>
                    <a:pt x="48796" y="39540"/>
                    <a:pt x="57315" y="40932"/>
                  </a:cubicBezTo>
                  <a:cubicBezTo>
                    <a:pt x="63886" y="42009"/>
                    <a:pt x="71069" y="43178"/>
                    <a:pt x="76025" y="43642"/>
                  </a:cubicBezTo>
                  <a:cubicBezTo>
                    <a:pt x="76354" y="43673"/>
                    <a:pt x="76678" y="43688"/>
                    <a:pt x="76995" y="43688"/>
                  </a:cubicBezTo>
                  <a:cubicBezTo>
                    <a:pt x="78988" y="43688"/>
                    <a:pt x="80748" y="43104"/>
                    <a:pt x="82205" y="42176"/>
                  </a:cubicBezTo>
                  <a:cubicBezTo>
                    <a:pt x="88404" y="38222"/>
                    <a:pt x="90168" y="27865"/>
                    <a:pt x="90168" y="27865"/>
                  </a:cubicBezTo>
                  <a:lnTo>
                    <a:pt x="72312" y="4962"/>
                  </a:lnTo>
                  <a:lnTo>
                    <a:pt x="68359" y="24"/>
                  </a:lnTo>
                  <a:cubicBezTo>
                    <a:pt x="68322" y="8"/>
                    <a:pt x="68253" y="0"/>
                    <a:pt x="6815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79"/>
            <p:cNvSpPr/>
            <p:nvPr/>
          </p:nvSpPr>
          <p:spPr>
            <a:xfrm>
              <a:off x="598923" y="1858655"/>
              <a:ext cx="272310" cy="874265"/>
            </a:xfrm>
            <a:custGeom>
              <a:rect b="b" l="l" r="r" t="t"/>
              <a:pathLst>
                <a:path extrusionOk="0" h="41002" w="12771">
                  <a:moveTo>
                    <a:pt x="8891" y="0"/>
                  </a:moveTo>
                  <a:lnTo>
                    <a:pt x="8891" y="0"/>
                  </a:lnTo>
                  <a:cubicBezTo>
                    <a:pt x="8353" y="93"/>
                    <a:pt x="7741" y="242"/>
                    <a:pt x="7110" y="390"/>
                  </a:cubicBezTo>
                  <a:cubicBezTo>
                    <a:pt x="4882" y="6738"/>
                    <a:pt x="1" y="23517"/>
                    <a:pt x="4882" y="39683"/>
                  </a:cubicBezTo>
                  <a:cubicBezTo>
                    <a:pt x="7425" y="40147"/>
                    <a:pt x="10135" y="40537"/>
                    <a:pt x="12771" y="41001"/>
                  </a:cubicBezTo>
                  <a:cubicBezTo>
                    <a:pt x="12455" y="40611"/>
                    <a:pt x="12140" y="40221"/>
                    <a:pt x="11917" y="39832"/>
                  </a:cubicBezTo>
                  <a:cubicBezTo>
                    <a:pt x="9430" y="36045"/>
                    <a:pt x="7741" y="30013"/>
                    <a:pt x="7035" y="23053"/>
                  </a:cubicBezTo>
                  <a:cubicBezTo>
                    <a:pt x="6423" y="15777"/>
                    <a:pt x="6887" y="7592"/>
                    <a:pt x="889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79"/>
            <p:cNvSpPr/>
            <p:nvPr/>
          </p:nvSpPr>
          <p:spPr>
            <a:xfrm>
              <a:off x="15177" y="2341886"/>
              <a:ext cx="273888" cy="364508"/>
            </a:xfrm>
            <a:custGeom>
              <a:rect b="b" l="l" r="r" t="t"/>
              <a:pathLst>
                <a:path extrusionOk="0" h="17095" w="12845">
                  <a:moveTo>
                    <a:pt x="1" y="0"/>
                  </a:moveTo>
                  <a:lnTo>
                    <a:pt x="1" y="0"/>
                  </a:lnTo>
                  <a:cubicBezTo>
                    <a:pt x="1783" y="1095"/>
                    <a:pt x="6738" y="5104"/>
                    <a:pt x="9745" y="17094"/>
                  </a:cubicBezTo>
                  <a:cubicBezTo>
                    <a:pt x="9745" y="17094"/>
                    <a:pt x="10915" y="16630"/>
                    <a:pt x="12307" y="16018"/>
                  </a:cubicBezTo>
                  <a:cubicBezTo>
                    <a:pt x="12845" y="8519"/>
                    <a:pt x="10284" y="4882"/>
                    <a:pt x="10135" y="4640"/>
                  </a:cubicBezTo>
                  <a:lnTo>
                    <a:pt x="10135" y="4640"/>
                  </a:lnTo>
                  <a:cubicBezTo>
                    <a:pt x="11286" y="7888"/>
                    <a:pt x="11063" y="11768"/>
                    <a:pt x="10822" y="14088"/>
                  </a:cubicBezTo>
                  <a:cubicBezTo>
                    <a:pt x="9356" y="9819"/>
                    <a:pt x="6274" y="348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79"/>
            <p:cNvSpPr/>
            <p:nvPr/>
          </p:nvSpPr>
          <p:spPr>
            <a:xfrm>
              <a:off x="-126490" y="3339588"/>
              <a:ext cx="504618" cy="458306"/>
            </a:xfrm>
            <a:custGeom>
              <a:rect b="b" l="l" r="r" t="t"/>
              <a:pathLst>
                <a:path extrusionOk="0" h="21494" w="23666">
                  <a:moveTo>
                    <a:pt x="19248" y="1"/>
                  </a:moveTo>
                  <a:cubicBezTo>
                    <a:pt x="12454" y="242"/>
                    <a:pt x="3174" y="2562"/>
                    <a:pt x="0" y="12529"/>
                  </a:cubicBezTo>
                  <a:cubicBezTo>
                    <a:pt x="687" y="13773"/>
                    <a:pt x="1077" y="13921"/>
                    <a:pt x="1077" y="13921"/>
                  </a:cubicBezTo>
                  <a:lnTo>
                    <a:pt x="5791" y="21494"/>
                  </a:lnTo>
                  <a:cubicBezTo>
                    <a:pt x="5791" y="21494"/>
                    <a:pt x="6329" y="7573"/>
                    <a:pt x="23665" y="7109"/>
                  </a:cubicBezTo>
                  <a:cubicBezTo>
                    <a:pt x="23665" y="7109"/>
                    <a:pt x="20807" y="3174"/>
                    <a:pt x="19712" y="1318"/>
                  </a:cubicBezTo>
                  <a:cubicBezTo>
                    <a:pt x="19563" y="1003"/>
                    <a:pt x="19415" y="539"/>
                    <a:pt x="19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79"/>
            <p:cNvSpPr/>
            <p:nvPr/>
          </p:nvSpPr>
          <p:spPr>
            <a:xfrm>
              <a:off x="710930" y="1277062"/>
              <a:ext cx="1817359" cy="1630915"/>
            </a:xfrm>
            <a:custGeom>
              <a:rect b="b" l="l" r="r" t="t"/>
              <a:pathLst>
                <a:path extrusionOk="0" h="76488" w="85232">
                  <a:moveTo>
                    <a:pt x="43088" y="0"/>
                  </a:moveTo>
                  <a:cubicBezTo>
                    <a:pt x="40351" y="0"/>
                    <a:pt x="37438" y="143"/>
                    <a:pt x="34338" y="456"/>
                  </a:cubicBezTo>
                  <a:cubicBezTo>
                    <a:pt x="32482" y="679"/>
                    <a:pt x="30551" y="920"/>
                    <a:pt x="28547" y="1217"/>
                  </a:cubicBezTo>
                  <a:cubicBezTo>
                    <a:pt x="28083" y="1292"/>
                    <a:pt x="27619" y="1384"/>
                    <a:pt x="27081" y="1533"/>
                  </a:cubicBezTo>
                  <a:cubicBezTo>
                    <a:pt x="6274" y="5932"/>
                    <a:pt x="1" y="31453"/>
                    <a:pt x="1782" y="50329"/>
                  </a:cubicBezTo>
                  <a:cubicBezTo>
                    <a:pt x="2488" y="57289"/>
                    <a:pt x="4177" y="63321"/>
                    <a:pt x="6664" y="67108"/>
                  </a:cubicBezTo>
                  <a:cubicBezTo>
                    <a:pt x="10673" y="73214"/>
                    <a:pt x="20807" y="76462"/>
                    <a:pt x="32333" y="76462"/>
                  </a:cubicBezTo>
                  <a:cubicBezTo>
                    <a:pt x="32796" y="76480"/>
                    <a:pt x="33261" y="76488"/>
                    <a:pt x="33730" y="76488"/>
                  </a:cubicBezTo>
                  <a:cubicBezTo>
                    <a:pt x="35761" y="76488"/>
                    <a:pt x="37840" y="76332"/>
                    <a:pt x="39906" y="76091"/>
                  </a:cubicBezTo>
                  <a:cubicBezTo>
                    <a:pt x="54383" y="74383"/>
                    <a:pt x="69380" y="67813"/>
                    <a:pt x="76805" y="55582"/>
                  </a:cubicBezTo>
                  <a:cubicBezTo>
                    <a:pt x="84155" y="43369"/>
                    <a:pt x="85231" y="31156"/>
                    <a:pt x="83449" y="22488"/>
                  </a:cubicBezTo>
                  <a:cubicBezTo>
                    <a:pt x="82521" y="17848"/>
                    <a:pt x="80665" y="14210"/>
                    <a:pt x="78661" y="12279"/>
                  </a:cubicBezTo>
                  <a:cubicBezTo>
                    <a:pt x="73951" y="7847"/>
                    <a:pt x="63376" y="0"/>
                    <a:pt x="430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79"/>
            <p:cNvSpPr/>
            <p:nvPr/>
          </p:nvSpPr>
          <p:spPr>
            <a:xfrm>
              <a:off x="2534985" y="2121049"/>
              <a:ext cx="481270" cy="562381"/>
            </a:xfrm>
            <a:custGeom>
              <a:rect b="b" l="l" r="r" t="t"/>
              <a:pathLst>
                <a:path extrusionOk="0" h="26375" w="22571">
                  <a:moveTo>
                    <a:pt x="1" y="0"/>
                  </a:moveTo>
                  <a:lnTo>
                    <a:pt x="1" y="0"/>
                  </a:lnTo>
                  <a:cubicBezTo>
                    <a:pt x="75" y="390"/>
                    <a:pt x="149" y="780"/>
                    <a:pt x="223" y="1151"/>
                  </a:cubicBezTo>
                  <a:cubicBezTo>
                    <a:pt x="1782" y="9745"/>
                    <a:pt x="7573" y="20881"/>
                    <a:pt x="10747" y="26375"/>
                  </a:cubicBezTo>
                  <a:cubicBezTo>
                    <a:pt x="10747" y="26375"/>
                    <a:pt x="15926" y="23517"/>
                    <a:pt x="21735" y="19953"/>
                  </a:cubicBezTo>
                  <a:cubicBezTo>
                    <a:pt x="22032" y="19804"/>
                    <a:pt x="22348" y="19563"/>
                    <a:pt x="22570" y="19415"/>
                  </a:cubicBezTo>
                  <a:cubicBezTo>
                    <a:pt x="10283" y="17856"/>
                    <a:pt x="3082" y="6496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79"/>
            <p:cNvSpPr/>
            <p:nvPr/>
          </p:nvSpPr>
          <p:spPr>
            <a:xfrm>
              <a:off x="2628783" y="2683409"/>
              <a:ext cx="168213" cy="201071"/>
            </a:xfrm>
            <a:custGeom>
              <a:rect b="b" l="l" r="r" t="t"/>
              <a:pathLst>
                <a:path extrusionOk="0" h="9430" w="7889">
                  <a:moveTo>
                    <a:pt x="3026" y="1"/>
                  </a:moveTo>
                  <a:lnTo>
                    <a:pt x="1" y="4938"/>
                  </a:lnTo>
                  <a:lnTo>
                    <a:pt x="1003" y="9430"/>
                  </a:lnTo>
                  <a:cubicBezTo>
                    <a:pt x="1003" y="9430"/>
                    <a:pt x="2488" y="9114"/>
                    <a:pt x="3416" y="8817"/>
                  </a:cubicBezTo>
                  <a:cubicBezTo>
                    <a:pt x="4028" y="8650"/>
                    <a:pt x="4715" y="8427"/>
                    <a:pt x="5179" y="8279"/>
                  </a:cubicBezTo>
                  <a:cubicBezTo>
                    <a:pt x="5959" y="7258"/>
                    <a:pt x="7889" y="3472"/>
                    <a:pt x="7889" y="3472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79"/>
            <p:cNvSpPr/>
            <p:nvPr/>
          </p:nvSpPr>
          <p:spPr>
            <a:xfrm>
              <a:off x="1732001" y="1689162"/>
              <a:ext cx="494703" cy="268450"/>
            </a:xfrm>
            <a:custGeom>
              <a:rect b="b" l="l" r="r" t="t"/>
              <a:pathLst>
                <a:path extrusionOk="0" h="12590" w="23201">
                  <a:moveTo>
                    <a:pt x="17130" y="0"/>
                  </a:moveTo>
                  <a:cubicBezTo>
                    <a:pt x="16771" y="0"/>
                    <a:pt x="16394" y="21"/>
                    <a:pt x="15999" y="61"/>
                  </a:cubicBezTo>
                  <a:lnTo>
                    <a:pt x="15461" y="154"/>
                  </a:lnTo>
                  <a:lnTo>
                    <a:pt x="15851" y="3476"/>
                  </a:lnTo>
                  <a:lnTo>
                    <a:pt x="16705" y="3309"/>
                  </a:lnTo>
                  <a:cubicBezTo>
                    <a:pt x="17169" y="3309"/>
                    <a:pt x="17633" y="3309"/>
                    <a:pt x="18004" y="3402"/>
                  </a:cubicBezTo>
                  <a:cubicBezTo>
                    <a:pt x="19099" y="3625"/>
                    <a:pt x="19712" y="4237"/>
                    <a:pt x="19860" y="5165"/>
                  </a:cubicBezTo>
                  <a:cubicBezTo>
                    <a:pt x="19953" y="5871"/>
                    <a:pt x="19712" y="6409"/>
                    <a:pt x="19322" y="6873"/>
                  </a:cubicBezTo>
                  <a:cubicBezTo>
                    <a:pt x="18858" y="7337"/>
                    <a:pt x="18319" y="7578"/>
                    <a:pt x="17633" y="7653"/>
                  </a:cubicBezTo>
                  <a:cubicBezTo>
                    <a:pt x="17434" y="7670"/>
                    <a:pt x="17231" y="7679"/>
                    <a:pt x="17024" y="7679"/>
                  </a:cubicBezTo>
                  <a:cubicBezTo>
                    <a:pt x="16342" y="7679"/>
                    <a:pt x="15617" y="7579"/>
                    <a:pt x="14849" y="7337"/>
                  </a:cubicBezTo>
                  <a:cubicBezTo>
                    <a:pt x="13605" y="6947"/>
                    <a:pt x="12213" y="6409"/>
                    <a:pt x="10672" y="5481"/>
                  </a:cubicBezTo>
                  <a:cubicBezTo>
                    <a:pt x="8965" y="4627"/>
                    <a:pt x="7796" y="3940"/>
                    <a:pt x="7035" y="3551"/>
                  </a:cubicBezTo>
                  <a:lnTo>
                    <a:pt x="5643" y="2771"/>
                  </a:lnTo>
                  <a:cubicBezTo>
                    <a:pt x="5179" y="2548"/>
                    <a:pt x="4789" y="2307"/>
                    <a:pt x="4399" y="2159"/>
                  </a:cubicBezTo>
                  <a:cubicBezTo>
                    <a:pt x="3619" y="1769"/>
                    <a:pt x="3155" y="1546"/>
                    <a:pt x="3081" y="1546"/>
                  </a:cubicBezTo>
                  <a:lnTo>
                    <a:pt x="0" y="1917"/>
                  </a:lnTo>
                  <a:lnTo>
                    <a:pt x="1299" y="12590"/>
                  </a:lnTo>
                  <a:lnTo>
                    <a:pt x="4547" y="12218"/>
                  </a:lnTo>
                  <a:lnTo>
                    <a:pt x="3786" y="5629"/>
                  </a:lnTo>
                  <a:cubicBezTo>
                    <a:pt x="3861" y="5629"/>
                    <a:pt x="3935" y="5629"/>
                    <a:pt x="4176" y="5722"/>
                  </a:cubicBezTo>
                  <a:cubicBezTo>
                    <a:pt x="4473" y="5871"/>
                    <a:pt x="5011" y="6186"/>
                    <a:pt x="5643" y="6483"/>
                  </a:cubicBezTo>
                  <a:lnTo>
                    <a:pt x="6645" y="6947"/>
                  </a:lnTo>
                  <a:cubicBezTo>
                    <a:pt x="7796" y="7578"/>
                    <a:pt x="8724" y="8042"/>
                    <a:pt x="9280" y="8265"/>
                  </a:cubicBezTo>
                  <a:cubicBezTo>
                    <a:pt x="11359" y="9434"/>
                    <a:pt x="12751" y="10121"/>
                    <a:pt x="13605" y="10437"/>
                  </a:cubicBezTo>
                  <a:cubicBezTo>
                    <a:pt x="14708" y="10786"/>
                    <a:pt x="15852" y="10956"/>
                    <a:pt x="17015" y="10956"/>
                  </a:cubicBezTo>
                  <a:cubicBezTo>
                    <a:pt x="17399" y="10956"/>
                    <a:pt x="17784" y="10937"/>
                    <a:pt x="18171" y="10901"/>
                  </a:cubicBezTo>
                  <a:cubicBezTo>
                    <a:pt x="19637" y="10734"/>
                    <a:pt x="20788" y="10047"/>
                    <a:pt x="21809" y="8878"/>
                  </a:cubicBezTo>
                  <a:cubicBezTo>
                    <a:pt x="22811" y="7727"/>
                    <a:pt x="23201" y="6409"/>
                    <a:pt x="23034" y="4943"/>
                  </a:cubicBezTo>
                  <a:cubicBezTo>
                    <a:pt x="22811" y="3309"/>
                    <a:pt x="22180" y="2084"/>
                    <a:pt x="21104" y="1231"/>
                  </a:cubicBezTo>
                  <a:cubicBezTo>
                    <a:pt x="20025" y="410"/>
                    <a:pt x="18748" y="0"/>
                    <a:pt x="17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79"/>
            <p:cNvSpPr/>
            <p:nvPr/>
          </p:nvSpPr>
          <p:spPr>
            <a:xfrm>
              <a:off x="1768015" y="1952068"/>
              <a:ext cx="494703" cy="260305"/>
            </a:xfrm>
            <a:custGeom>
              <a:rect b="b" l="l" r="r" t="t"/>
              <a:pathLst>
                <a:path extrusionOk="0" h="12208" w="23201">
                  <a:moveTo>
                    <a:pt x="17906" y="3334"/>
                  </a:moveTo>
                  <a:cubicBezTo>
                    <a:pt x="18299" y="3334"/>
                    <a:pt x="18647" y="3446"/>
                    <a:pt x="18951" y="3749"/>
                  </a:cubicBezTo>
                  <a:cubicBezTo>
                    <a:pt x="19415" y="4065"/>
                    <a:pt x="19656" y="4529"/>
                    <a:pt x="19730" y="4993"/>
                  </a:cubicBezTo>
                  <a:cubicBezTo>
                    <a:pt x="19804" y="5531"/>
                    <a:pt x="19656" y="6069"/>
                    <a:pt x="19266" y="6459"/>
                  </a:cubicBezTo>
                  <a:cubicBezTo>
                    <a:pt x="18951" y="6923"/>
                    <a:pt x="18561" y="7146"/>
                    <a:pt x="18023" y="7220"/>
                  </a:cubicBezTo>
                  <a:lnTo>
                    <a:pt x="5810" y="8612"/>
                  </a:lnTo>
                  <a:cubicBezTo>
                    <a:pt x="5709" y="8629"/>
                    <a:pt x="5611" y="8638"/>
                    <a:pt x="5514" y="8638"/>
                  </a:cubicBezTo>
                  <a:cubicBezTo>
                    <a:pt x="5097" y="8638"/>
                    <a:pt x="4720" y="8482"/>
                    <a:pt x="4343" y="8241"/>
                  </a:cubicBezTo>
                  <a:cubicBezTo>
                    <a:pt x="3954" y="7925"/>
                    <a:pt x="3712" y="7461"/>
                    <a:pt x="3638" y="6923"/>
                  </a:cubicBezTo>
                  <a:cubicBezTo>
                    <a:pt x="3564" y="6385"/>
                    <a:pt x="3712" y="5921"/>
                    <a:pt x="4028" y="5531"/>
                  </a:cubicBezTo>
                  <a:cubicBezTo>
                    <a:pt x="4418" y="5067"/>
                    <a:pt x="4807" y="4826"/>
                    <a:pt x="5346" y="4751"/>
                  </a:cubicBezTo>
                  <a:lnTo>
                    <a:pt x="17558" y="3359"/>
                  </a:lnTo>
                  <a:cubicBezTo>
                    <a:pt x="17678" y="3343"/>
                    <a:pt x="17794" y="3334"/>
                    <a:pt x="17906" y="3334"/>
                  </a:cubicBezTo>
                  <a:close/>
                  <a:moveTo>
                    <a:pt x="17792" y="1"/>
                  </a:moveTo>
                  <a:cubicBezTo>
                    <a:pt x="17563" y="1"/>
                    <a:pt x="17331" y="13"/>
                    <a:pt x="17094" y="37"/>
                  </a:cubicBezTo>
                  <a:lnTo>
                    <a:pt x="4882" y="1503"/>
                  </a:lnTo>
                  <a:cubicBezTo>
                    <a:pt x="3415" y="1652"/>
                    <a:pt x="2246" y="2357"/>
                    <a:pt x="1318" y="3508"/>
                  </a:cubicBezTo>
                  <a:cubicBezTo>
                    <a:pt x="390" y="4677"/>
                    <a:pt x="0" y="5995"/>
                    <a:pt x="241" y="7461"/>
                  </a:cubicBezTo>
                  <a:cubicBezTo>
                    <a:pt x="390" y="8927"/>
                    <a:pt x="1095" y="10097"/>
                    <a:pt x="2246" y="11025"/>
                  </a:cubicBezTo>
                  <a:cubicBezTo>
                    <a:pt x="3169" y="11821"/>
                    <a:pt x="4325" y="12207"/>
                    <a:pt x="5572" y="12207"/>
                  </a:cubicBezTo>
                  <a:cubicBezTo>
                    <a:pt x="5779" y="12207"/>
                    <a:pt x="5988" y="12197"/>
                    <a:pt x="6199" y="12176"/>
                  </a:cubicBezTo>
                  <a:lnTo>
                    <a:pt x="18338" y="10709"/>
                  </a:lnTo>
                  <a:cubicBezTo>
                    <a:pt x="19804" y="10468"/>
                    <a:pt x="21048" y="9856"/>
                    <a:pt x="21976" y="8705"/>
                  </a:cubicBezTo>
                  <a:cubicBezTo>
                    <a:pt x="22811" y="7535"/>
                    <a:pt x="23201" y="6218"/>
                    <a:pt x="23052" y="4751"/>
                  </a:cubicBezTo>
                  <a:cubicBezTo>
                    <a:pt x="22904" y="3285"/>
                    <a:pt x="22199" y="2041"/>
                    <a:pt x="21048" y="1113"/>
                  </a:cubicBezTo>
                  <a:cubicBezTo>
                    <a:pt x="20067" y="335"/>
                    <a:pt x="18982" y="1"/>
                    <a:pt x="17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79"/>
            <p:cNvSpPr/>
            <p:nvPr/>
          </p:nvSpPr>
          <p:spPr>
            <a:xfrm>
              <a:off x="1288344" y="1286785"/>
              <a:ext cx="418731" cy="1621192"/>
            </a:xfrm>
            <a:custGeom>
              <a:rect b="b" l="l" r="r" t="t"/>
              <a:pathLst>
                <a:path extrusionOk="0" h="76032" w="19638">
                  <a:moveTo>
                    <a:pt x="7258" y="0"/>
                  </a:moveTo>
                  <a:cubicBezTo>
                    <a:pt x="5402" y="223"/>
                    <a:pt x="3471" y="464"/>
                    <a:pt x="1467" y="761"/>
                  </a:cubicBezTo>
                  <a:cubicBezTo>
                    <a:pt x="1003" y="836"/>
                    <a:pt x="539" y="928"/>
                    <a:pt x="1" y="1077"/>
                  </a:cubicBezTo>
                  <a:cubicBezTo>
                    <a:pt x="4325" y="5791"/>
                    <a:pt x="10135" y="15777"/>
                    <a:pt x="11749" y="32778"/>
                  </a:cubicBezTo>
                  <a:cubicBezTo>
                    <a:pt x="13606" y="51655"/>
                    <a:pt x="8576" y="67895"/>
                    <a:pt x="5253" y="76006"/>
                  </a:cubicBezTo>
                  <a:cubicBezTo>
                    <a:pt x="5716" y="76024"/>
                    <a:pt x="6181" y="76032"/>
                    <a:pt x="6650" y="76032"/>
                  </a:cubicBezTo>
                  <a:cubicBezTo>
                    <a:pt x="8681" y="76032"/>
                    <a:pt x="10760" y="75876"/>
                    <a:pt x="12826" y="75635"/>
                  </a:cubicBezTo>
                  <a:cubicBezTo>
                    <a:pt x="15146" y="69046"/>
                    <a:pt x="19638" y="53121"/>
                    <a:pt x="18246" y="32481"/>
                  </a:cubicBezTo>
                  <a:cubicBezTo>
                    <a:pt x="17169" y="16148"/>
                    <a:pt x="11601" y="5717"/>
                    <a:pt x="7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79"/>
            <p:cNvSpPr/>
            <p:nvPr/>
          </p:nvSpPr>
          <p:spPr>
            <a:xfrm>
              <a:off x="1561826" y="1756541"/>
              <a:ext cx="945077" cy="1142993"/>
            </a:xfrm>
            <a:custGeom>
              <a:rect b="b" l="l" r="r" t="t"/>
              <a:pathLst>
                <a:path extrusionOk="0" h="53605" w="44323">
                  <a:moveTo>
                    <a:pt x="43543" y="1"/>
                  </a:moveTo>
                  <a:cubicBezTo>
                    <a:pt x="41297" y="3323"/>
                    <a:pt x="37678" y="8279"/>
                    <a:pt x="32648" y="13457"/>
                  </a:cubicBezTo>
                  <a:cubicBezTo>
                    <a:pt x="32648" y="13606"/>
                    <a:pt x="32722" y="13773"/>
                    <a:pt x="32722" y="13921"/>
                  </a:cubicBezTo>
                  <a:cubicBezTo>
                    <a:pt x="32871" y="15388"/>
                    <a:pt x="32481" y="16705"/>
                    <a:pt x="31646" y="17875"/>
                  </a:cubicBezTo>
                  <a:cubicBezTo>
                    <a:pt x="30718" y="19026"/>
                    <a:pt x="29474" y="19638"/>
                    <a:pt x="28008" y="19879"/>
                  </a:cubicBezTo>
                  <a:lnTo>
                    <a:pt x="25224" y="20195"/>
                  </a:lnTo>
                  <a:cubicBezTo>
                    <a:pt x="19581" y="24668"/>
                    <a:pt x="12844" y="28770"/>
                    <a:pt x="4956" y="31238"/>
                  </a:cubicBezTo>
                  <a:cubicBezTo>
                    <a:pt x="3805" y="41614"/>
                    <a:pt x="1485" y="49428"/>
                    <a:pt x="0" y="53604"/>
                  </a:cubicBezTo>
                  <a:cubicBezTo>
                    <a:pt x="14477" y="51896"/>
                    <a:pt x="29474" y="45326"/>
                    <a:pt x="36899" y="33095"/>
                  </a:cubicBezTo>
                  <a:cubicBezTo>
                    <a:pt x="42318" y="24204"/>
                    <a:pt x="44323" y="15313"/>
                    <a:pt x="44323" y="7741"/>
                  </a:cubicBezTo>
                  <a:cubicBezTo>
                    <a:pt x="44323" y="4957"/>
                    <a:pt x="44007" y="2321"/>
                    <a:pt x="435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79"/>
            <p:cNvSpPr/>
            <p:nvPr/>
          </p:nvSpPr>
          <p:spPr>
            <a:xfrm>
              <a:off x="2099643" y="2043478"/>
              <a:ext cx="163074" cy="143671"/>
            </a:xfrm>
            <a:custGeom>
              <a:rect b="b" l="l" r="r" t="t"/>
              <a:pathLst>
                <a:path extrusionOk="0" h="6738" w="7648">
                  <a:moveTo>
                    <a:pt x="7425" y="0"/>
                  </a:moveTo>
                  <a:cubicBezTo>
                    <a:pt x="5254" y="2246"/>
                    <a:pt x="2785" y="4566"/>
                    <a:pt x="1" y="6738"/>
                  </a:cubicBezTo>
                  <a:lnTo>
                    <a:pt x="2785" y="6422"/>
                  </a:lnTo>
                  <a:cubicBezTo>
                    <a:pt x="4251" y="6181"/>
                    <a:pt x="5495" y="5569"/>
                    <a:pt x="6423" y="4418"/>
                  </a:cubicBezTo>
                  <a:cubicBezTo>
                    <a:pt x="7258" y="3248"/>
                    <a:pt x="7648" y="1931"/>
                    <a:pt x="7499" y="464"/>
                  </a:cubicBezTo>
                  <a:cubicBezTo>
                    <a:pt x="7499" y="316"/>
                    <a:pt x="7425" y="149"/>
                    <a:pt x="742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79"/>
            <p:cNvSpPr/>
            <p:nvPr/>
          </p:nvSpPr>
          <p:spPr>
            <a:xfrm>
              <a:off x="748927" y="2350181"/>
              <a:ext cx="775307" cy="557264"/>
            </a:xfrm>
            <a:custGeom>
              <a:rect b="b" l="l" r="r" t="t"/>
              <a:pathLst>
                <a:path extrusionOk="0" h="26135" w="36361">
                  <a:moveTo>
                    <a:pt x="0" y="1"/>
                  </a:moveTo>
                  <a:lnTo>
                    <a:pt x="0" y="1"/>
                  </a:lnTo>
                  <a:cubicBezTo>
                    <a:pt x="706" y="6961"/>
                    <a:pt x="2395" y="12993"/>
                    <a:pt x="4882" y="16780"/>
                  </a:cubicBezTo>
                  <a:cubicBezTo>
                    <a:pt x="8891" y="22886"/>
                    <a:pt x="19025" y="26134"/>
                    <a:pt x="30551" y="26134"/>
                  </a:cubicBezTo>
                  <a:cubicBezTo>
                    <a:pt x="32482" y="21494"/>
                    <a:pt x="34969" y="14070"/>
                    <a:pt x="36361" y="5031"/>
                  </a:cubicBezTo>
                  <a:lnTo>
                    <a:pt x="36361" y="5031"/>
                  </a:lnTo>
                  <a:cubicBezTo>
                    <a:pt x="33261" y="5569"/>
                    <a:pt x="30013" y="5885"/>
                    <a:pt x="26616" y="5885"/>
                  </a:cubicBezTo>
                  <a:cubicBezTo>
                    <a:pt x="18561" y="5885"/>
                    <a:pt x="9745" y="41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79"/>
            <p:cNvSpPr/>
            <p:nvPr/>
          </p:nvSpPr>
          <p:spPr>
            <a:xfrm>
              <a:off x="1400351" y="2422613"/>
              <a:ext cx="267150" cy="484831"/>
            </a:xfrm>
            <a:custGeom>
              <a:rect b="b" l="l" r="r" t="t"/>
              <a:pathLst>
                <a:path extrusionOk="0" h="22738" w="12529">
                  <a:moveTo>
                    <a:pt x="12529" y="0"/>
                  </a:moveTo>
                  <a:lnTo>
                    <a:pt x="12529" y="0"/>
                  </a:lnTo>
                  <a:cubicBezTo>
                    <a:pt x="10357" y="632"/>
                    <a:pt x="8130" y="1244"/>
                    <a:pt x="5810" y="1634"/>
                  </a:cubicBezTo>
                  <a:cubicBezTo>
                    <a:pt x="4418" y="10673"/>
                    <a:pt x="1931" y="18097"/>
                    <a:pt x="0" y="22737"/>
                  </a:cubicBezTo>
                  <a:lnTo>
                    <a:pt x="149" y="22737"/>
                  </a:lnTo>
                  <a:cubicBezTo>
                    <a:pt x="2636" y="22737"/>
                    <a:pt x="5104" y="22663"/>
                    <a:pt x="7573" y="22366"/>
                  </a:cubicBezTo>
                  <a:cubicBezTo>
                    <a:pt x="9058" y="18190"/>
                    <a:pt x="11378" y="10376"/>
                    <a:pt x="1252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80"/>
          <p:cNvSpPr txBox="1"/>
          <p:nvPr>
            <p:ph type="title"/>
          </p:nvPr>
        </p:nvSpPr>
        <p:spPr>
          <a:xfrm>
            <a:off x="152400" y="4526100"/>
            <a:ext cx="4027500" cy="4650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SQL Query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71" name="Google Shape;2171;p80"/>
          <p:cNvSpPr txBox="1"/>
          <p:nvPr>
            <p:ph idx="1" type="subTitle"/>
          </p:nvPr>
        </p:nvSpPr>
        <p:spPr>
          <a:xfrm>
            <a:off x="515550" y="1521150"/>
            <a:ext cx="8112900" cy="21012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football_player.First_Name, football_player.Last_Name, defensive_player.Interceptions, defensive_player.Pass_Break_Ups, defensive_player.Sacks, defensive_player.Tackles_For_Loss,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When Defensive_Player.Pass_Break_Ups&gt;2 then 'Lockdown'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defensive_player.Sacks&gt;2 then 'Pressure'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'Average'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as Archetype 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defensive_player,football_player where defensive_player.DP_NCAA_ID=football_player.NCAA_ID;</a:t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81"/>
          <p:cNvSpPr txBox="1"/>
          <p:nvPr>
            <p:ph type="ctrTitle"/>
          </p:nvPr>
        </p:nvSpPr>
        <p:spPr>
          <a:xfrm>
            <a:off x="662450" y="1879350"/>
            <a:ext cx="4284000" cy="798900"/>
          </a:xfrm>
          <a:prstGeom prst="rect">
            <a:avLst/>
          </a:prstGeom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177" name="Google Shape;2177;p81"/>
          <p:cNvGrpSpPr/>
          <p:nvPr/>
        </p:nvGrpSpPr>
        <p:grpSpPr>
          <a:xfrm>
            <a:off x="565303" y="3926350"/>
            <a:ext cx="4030493" cy="799030"/>
            <a:chOff x="2556751" y="3668225"/>
            <a:chExt cx="4030493" cy="799030"/>
          </a:xfrm>
        </p:grpSpPr>
        <p:sp>
          <p:nvSpPr>
            <p:cNvPr id="2178" name="Google Shape;2178;p81"/>
            <p:cNvSpPr/>
            <p:nvPr/>
          </p:nvSpPr>
          <p:spPr>
            <a:xfrm>
              <a:off x="6024493" y="3852009"/>
              <a:ext cx="562751" cy="615245"/>
            </a:xfrm>
            <a:custGeom>
              <a:rect b="b" l="l" r="r" t="t"/>
              <a:pathLst>
                <a:path extrusionOk="0" h="3669" w="3356">
                  <a:moveTo>
                    <a:pt x="1" y="1"/>
                  </a:moveTo>
                  <a:lnTo>
                    <a:pt x="1" y="3669"/>
                  </a:lnTo>
                  <a:lnTo>
                    <a:pt x="3355" y="3669"/>
                  </a:lnTo>
                  <a:lnTo>
                    <a:pt x="2259" y="1801"/>
                  </a:lnTo>
                  <a:lnTo>
                    <a:pt x="33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81"/>
            <p:cNvSpPr/>
            <p:nvPr/>
          </p:nvSpPr>
          <p:spPr>
            <a:xfrm>
              <a:off x="6017115" y="4191238"/>
              <a:ext cx="198036" cy="276014"/>
            </a:xfrm>
            <a:custGeom>
              <a:rect b="b" l="l" r="r" t="t"/>
              <a:pathLst>
                <a:path extrusionOk="0" h="1646" w="1181">
                  <a:moveTo>
                    <a:pt x="1" y="0"/>
                  </a:moveTo>
                  <a:lnTo>
                    <a:pt x="45" y="1646"/>
                  </a:lnTo>
                  <a:lnTo>
                    <a:pt x="1181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81"/>
            <p:cNvSpPr/>
            <p:nvPr/>
          </p:nvSpPr>
          <p:spPr>
            <a:xfrm>
              <a:off x="2556751" y="3852009"/>
              <a:ext cx="563254" cy="615245"/>
            </a:xfrm>
            <a:custGeom>
              <a:rect b="b" l="l" r="r" t="t"/>
              <a:pathLst>
                <a:path extrusionOk="0" h="3669" w="3359">
                  <a:moveTo>
                    <a:pt x="0" y="1"/>
                  </a:moveTo>
                  <a:lnTo>
                    <a:pt x="1096" y="1801"/>
                  </a:lnTo>
                  <a:lnTo>
                    <a:pt x="0" y="3669"/>
                  </a:lnTo>
                  <a:lnTo>
                    <a:pt x="3358" y="366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81"/>
            <p:cNvSpPr/>
            <p:nvPr/>
          </p:nvSpPr>
          <p:spPr>
            <a:xfrm>
              <a:off x="2929348" y="4191238"/>
              <a:ext cx="198036" cy="276014"/>
            </a:xfrm>
            <a:custGeom>
              <a:rect b="b" l="l" r="r" t="t"/>
              <a:pathLst>
                <a:path extrusionOk="0" h="1646" w="1181">
                  <a:moveTo>
                    <a:pt x="1180" y="0"/>
                  </a:moveTo>
                  <a:lnTo>
                    <a:pt x="0" y="634"/>
                  </a:lnTo>
                  <a:lnTo>
                    <a:pt x="1136" y="1646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81"/>
            <p:cNvSpPr/>
            <p:nvPr/>
          </p:nvSpPr>
          <p:spPr>
            <a:xfrm>
              <a:off x="2936056" y="3668225"/>
              <a:ext cx="3279080" cy="629499"/>
            </a:xfrm>
            <a:custGeom>
              <a:rect b="b" l="l" r="r" t="t"/>
              <a:pathLst>
                <a:path extrusionOk="0" h="3754" w="19555">
                  <a:moveTo>
                    <a:pt x="1" y="1"/>
                  </a:moveTo>
                  <a:lnTo>
                    <a:pt x="1" y="3753"/>
                  </a:lnTo>
                  <a:lnTo>
                    <a:pt x="19555" y="3753"/>
                  </a:lnTo>
                  <a:lnTo>
                    <a:pt x="19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3" name="Google Shape;2183;p81"/>
          <p:cNvSpPr txBox="1"/>
          <p:nvPr>
            <p:ph idx="2" type="subTitle"/>
          </p:nvPr>
        </p:nvSpPr>
        <p:spPr>
          <a:xfrm>
            <a:off x="1122650" y="3959663"/>
            <a:ext cx="2915700" cy="5589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anyone have questions/</a:t>
            </a:r>
            <a:r>
              <a:rPr lang="en"/>
              <a:t>concerns</a:t>
            </a:r>
            <a:r>
              <a:rPr lang="en"/>
              <a:t>?</a:t>
            </a:r>
            <a:endParaRPr/>
          </a:p>
        </p:txBody>
      </p:sp>
      <p:grpSp>
        <p:nvGrpSpPr>
          <p:cNvPr id="2184" name="Google Shape;2184;p81"/>
          <p:cNvGrpSpPr/>
          <p:nvPr/>
        </p:nvGrpSpPr>
        <p:grpSpPr>
          <a:xfrm>
            <a:off x="510038" y="2086350"/>
            <a:ext cx="4545772" cy="384897"/>
            <a:chOff x="565288" y="602900"/>
            <a:chExt cx="4545772" cy="384897"/>
          </a:xfrm>
        </p:grpSpPr>
        <p:sp>
          <p:nvSpPr>
            <p:cNvPr id="2185" name="Google Shape;2185;p81"/>
            <p:cNvSpPr/>
            <p:nvPr/>
          </p:nvSpPr>
          <p:spPr>
            <a:xfrm>
              <a:off x="565288" y="602900"/>
              <a:ext cx="403915" cy="384897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81"/>
            <p:cNvSpPr/>
            <p:nvPr/>
          </p:nvSpPr>
          <p:spPr>
            <a:xfrm>
              <a:off x="4707144" y="602900"/>
              <a:ext cx="403915" cy="384897"/>
            </a:xfrm>
            <a:custGeom>
              <a:rect b="b" l="l" r="r" t="t"/>
              <a:pathLst>
                <a:path extrusionOk="0" h="3400" w="3568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7" name="Google Shape;2187;p81"/>
          <p:cNvGrpSpPr/>
          <p:nvPr/>
        </p:nvGrpSpPr>
        <p:grpSpPr>
          <a:xfrm>
            <a:off x="4774282" y="4411993"/>
            <a:ext cx="172172" cy="474848"/>
            <a:chOff x="4774282" y="4411993"/>
            <a:chExt cx="172172" cy="474848"/>
          </a:xfrm>
        </p:grpSpPr>
        <p:sp>
          <p:nvSpPr>
            <p:cNvPr id="2188" name="Google Shape;2188;p81"/>
            <p:cNvSpPr/>
            <p:nvPr/>
          </p:nvSpPr>
          <p:spPr>
            <a:xfrm>
              <a:off x="4789000" y="4411993"/>
              <a:ext cx="121220" cy="286770"/>
            </a:xfrm>
            <a:custGeom>
              <a:rect b="b" l="l" r="r" t="t"/>
              <a:pathLst>
                <a:path extrusionOk="0" h="13035" w="5510">
                  <a:moveTo>
                    <a:pt x="2909" y="0"/>
                  </a:moveTo>
                  <a:cubicBezTo>
                    <a:pt x="1877" y="1513"/>
                    <a:pt x="728" y="3520"/>
                    <a:pt x="422" y="5338"/>
                  </a:cubicBezTo>
                  <a:cubicBezTo>
                    <a:pt x="0" y="8363"/>
                    <a:pt x="117" y="12246"/>
                    <a:pt x="2909" y="12973"/>
                  </a:cubicBezTo>
                  <a:cubicBezTo>
                    <a:pt x="3073" y="13015"/>
                    <a:pt x="3221" y="13035"/>
                    <a:pt x="3353" y="13035"/>
                  </a:cubicBezTo>
                  <a:cubicBezTo>
                    <a:pt x="5509" y="13035"/>
                    <a:pt x="3520" y="7741"/>
                    <a:pt x="3520" y="7330"/>
                  </a:cubicBezTo>
                  <a:cubicBezTo>
                    <a:pt x="3520" y="7097"/>
                    <a:pt x="4000" y="5279"/>
                    <a:pt x="4422" y="3461"/>
                  </a:cubicBezTo>
                  <a:cubicBezTo>
                    <a:pt x="3331" y="2676"/>
                    <a:pt x="2909" y="1396"/>
                    <a:pt x="2909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81"/>
            <p:cNvSpPr/>
            <p:nvPr/>
          </p:nvSpPr>
          <p:spPr>
            <a:xfrm>
              <a:off x="4779716" y="4491985"/>
              <a:ext cx="166738" cy="327976"/>
            </a:xfrm>
            <a:custGeom>
              <a:rect b="b" l="l" r="r" t="t"/>
              <a:pathLst>
                <a:path extrusionOk="0" h="14908" w="7579">
                  <a:moveTo>
                    <a:pt x="2357" y="0"/>
                  </a:moveTo>
                  <a:cubicBezTo>
                    <a:pt x="1993" y="553"/>
                    <a:pt x="1" y="5032"/>
                    <a:pt x="306" y="8130"/>
                  </a:cubicBezTo>
                  <a:cubicBezTo>
                    <a:pt x="597" y="11155"/>
                    <a:pt x="1760" y="14908"/>
                    <a:pt x="4669" y="14908"/>
                  </a:cubicBezTo>
                  <a:cubicBezTo>
                    <a:pt x="7578" y="14849"/>
                    <a:pt x="3942" y="9701"/>
                    <a:pt x="3811" y="9279"/>
                  </a:cubicBezTo>
                  <a:cubicBezTo>
                    <a:pt x="3695" y="8785"/>
                    <a:pt x="4000" y="974"/>
                    <a:pt x="4000" y="974"/>
                  </a:cubicBezTo>
                  <a:lnTo>
                    <a:pt x="2357" y="0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81"/>
            <p:cNvSpPr/>
            <p:nvPr/>
          </p:nvSpPr>
          <p:spPr>
            <a:xfrm>
              <a:off x="4774282" y="4560119"/>
              <a:ext cx="166716" cy="326722"/>
            </a:xfrm>
            <a:custGeom>
              <a:rect b="b" l="l" r="r" t="t"/>
              <a:pathLst>
                <a:path extrusionOk="0" h="14851" w="7578">
                  <a:moveTo>
                    <a:pt x="2371" y="1"/>
                  </a:moveTo>
                  <a:cubicBezTo>
                    <a:pt x="2007" y="539"/>
                    <a:pt x="0" y="4960"/>
                    <a:pt x="306" y="8058"/>
                  </a:cubicBezTo>
                  <a:cubicBezTo>
                    <a:pt x="667" y="11118"/>
                    <a:pt x="1744" y="14851"/>
                    <a:pt x="4603" y="14851"/>
                  </a:cubicBezTo>
                  <a:cubicBezTo>
                    <a:pt x="4625" y="14851"/>
                    <a:pt x="4647" y="14851"/>
                    <a:pt x="4669" y="14850"/>
                  </a:cubicBezTo>
                  <a:cubicBezTo>
                    <a:pt x="7578" y="14850"/>
                    <a:pt x="3942" y="9687"/>
                    <a:pt x="3825" y="9207"/>
                  </a:cubicBezTo>
                  <a:cubicBezTo>
                    <a:pt x="3695" y="8785"/>
                    <a:pt x="4364" y="3084"/>
                    <a:pt x="4364" y="3084"/>
                  </a:cubicBezTo>
                  <a:lnTo>
                    <a:pt x="2371" y="1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1" name="Google Shape;2191;p81"/>
          <p:cNvGrpSpPr/>
          <p:nvPr/>
        </p:nvGrpSpPr>
        <p:grpSpPr>
          <a:xfrm>
            <a:off x="4691519" y="548668"/>
            <a:ext cx="4052708" cy="4608846"/>
            <a:chOff x="4826444" y="505805"/>
            <a:chExt cx="4052708" cy="4608846"/>
          </a:xfrm>
        </p:grpSpPr>
        <p:sp>
          <p:nvSpPr>
            <p:cNvPr id="2192" name="Google Shape;2192;p81"/>
            <p:cNvSpPr/>
            <p:nvPr/>
          </p:nvSpPr>
          <p:spPr>
            <a:xfrm>
              <a:off x="8125938" y="3830929"/>
              <a:ext cx="753214" cy="1283722"/>
            </a:xfrm>
            <a:custGeom>
              <a:rect b="b" l="l" r="r" t="t"/>
              <a:pathLst>
                <a:path extrusionOk="0" h="58351" w="34237">
                  <a:moveTo>
                    <a:pt x="13031" y="0"/>
                  </a:moveTo>
                  <a:lnTo>
                    <a:pt x="116" y="11635"/>
                  </a:lnTo>
                  <a:cubicBezTo>
                    <a:pt x="0" y="11999"/>
                    <a:pt x="1571" y="17569"/>
                    <a:pt x="4189" y="24899"/>
                  </a:cubicBezTo>
                  <a:cubicBezTo>
                    <a:pt x="4611" y="26237"/>
                    <a:pt x="5149" y="27634"/>
                    <a:pt x="5701" y="29088"/>
                  </a:cubicBezTo>
                  <a:cubicBezTo>
                    <a:pt x="9643" y="39633"/>
                    <a:pt x="15213" y="52111"/>
                    <a:pt x="20914" y="58351"/>
                  </a:cubicBezTo>
                  <a:lnTo>
                    <a:pt x="34237" y="58351"/>
                  </a:lnTo>
                  <a:cubicBezTo>
                    <a:pt x="33277" y="53740"/>
                    <a:pt x="29088" y="33931"/>
                    <a:pt x="26659" y="20783"/>
                  </a:cubicBezTo>
                  <a:cubicBezTo>
                    <a:pt x="26426" y="19198"/>
                    <a:pt x="26121" y="17744"/>
                    <a:pt x="25932" y="16420"/>
                  </a:cubicBezTo>
                  <a:cubicBezTo>
                    <a:pt x="25452" y="13875"/>
                    <a:pt x="25147" y="11752"/>
                    <a:pt x="25030" y="10414"/>
                  </a:cubicBezTo>
                  <a:lnTo>
                    <a:pt x="13031" y="0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81"/>
            <p:cNvSpPr/>
            <p:nvPr/>
          </p:nvSpPr>
          <p:spPr>
            <a:xfrm>
              <a:off x="7820688" y="3509355"/>
              <a:ext cx="891770" cy="965360"/>
            </a:xfrm>
            <a:custGeom>
              <a:rect b="b" l="l" r="r" t="t"/>
              <a:pathLst>
                <a:path extrusionOk="0" h="43880" w="40535">
                  <a:moveTo>
                    <a:pt x="22485" y="0"/>
                  </a:moveTo>
                  <a:cubicBezTo>
                    <a:pt x="11330" y="0"/>
                    <a:pt x="2065" y="7636"/>
                    <a:pt x="0" y="17700"/>
                  </a:cubicBezTo>
                  <a:cubicBezTo>
                    <a:pt x="3084" y="15344"/>
                    <a:pt x="5207" y="13337"/>
                    <a:pt x="5207" y="13337"/>
                  </a:cubicBezTo>
                  <a:cubicBezTo>
                    <a:pt x="5207" y="13337"/>
                    <a:pt x="9207" y="25758"/>
                    <a:pt x="11272" y="33030"/>
                  </a:cubicBezTo>
                  <a:cubicBezTo>
                    <a:pt x="12173" y="36302"/>
                    <a:pt x="14791" y="38789"/>
                    <a:pt x="18064" y="39516"/>
                  </a:cubicBezTo>
                  <a:cubicBezTo>
                    <a:pt x="18486" y="40854"/>
                    <a:pt x="19024" y="42251"/>
                    <a:pt x="19576" y="43705"/>
                  </a:cubicBezTo>
                  <a:cubicBezTo>
                    <a:pt x="20536" y="43821"/>
                    <a:pt x="21511" y="43880"/>
                    <a:pt x="22485" y="43880"/>
                  </a:cubicBezTo>
                  <a:cubicBezTo>
                    <a:pt x="29815" y="43880"/>
                    <a:pt x="36360" y="40549"/>
                    <a:pt x="40534" y="35400"/>
                  </a:cubicBezTo>
                  <a:lnTo>
                    <a:pt x="40243" y="8130"/>
                  </a:lnTo>
                  <a:cubicBezTo>
                    <a:pt x="36055" y="3156"/>
                    <a:pt x="29626" y="0"/>
                    <a:pt x="2248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81"/>
            <p:cNvSpPr/>
            <p:nvPr/>
          </p:nvSpPr>
          <p:spPr>
            <a:xfrm>
              <a:off x="5767450" y="4121461"/>
              <a:ext cx="719950" cy="993190"/>
            </a:xfrm>
            <a:custGeom>
              <a:rect b="b" l="l" r="r" t="t"/>
              <a:pathLst>
                <a:path extrusionOk="0" h="45145" w="32725">
                  <a:moveTo>
                    <a:pt x="21220" y="0"/>
                  </a:moveTo>
                  <a:cubicBezTo>
                    <a:pt x="18123" y="6429"/>
                    <a:pt x="10182" y="10966"/>
                    <a:pt x="917" y="10966"/>
                  </a:cubicBezTo>
                  <a:lnTo>
                    <a:pt x="1" y="10966"/>
                  </a:lnTo>
                  <a:cubicBezTo>
                    <a:pt x="6676" y="23576"/>
                    <a:pt x="15941" y="40898"/>
                    <a:pt x="18181" y="45145"/>
                  </a:cubicBezTo>
                  <a:lnTo>
                    <a:pt x="30005" y="45145"/>
                  </a:lnTo>
                  <a:lnTo>
                    <a:pt x="32056" y="31575"/>
                  </a:lnTo>
                  <a:cubicBezTo>
                    <a:pt x="32056" y="31575"/>
                    <a:pt x="32725" y="20783"/>
                    <a:pt x="28303" y="11330"/>
                  </a:cubicBezTo>
                  <a:cubicBezTo>
                    <a:pt x="26543" y="7519"/>
                    <a:pt x="23824" y="3447"/>
                    <a:pt x="2122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81"/>
            <p:cNvSpPr/>
            <p:nvPr/>
          </p:nvSpPr>
          <p:spPr>
            <a:xfrm>
              <a:off x="5703452" y="4065449"/>
              <a:ext cx="530860" cy="297286"/>
            </a:xfrm>
            <a:custGeom>
              <a:rect b="b" l="l" r="r" t="t"/>
              <a:pathLst>
                <a:path extrusionOk="0" h="13513" w="24130">
                  <a:moveTo>
                    <a:pt x="22122" y="1"/>
                  </a:moveTo>
                  <a:cubicBezTo>
                    <a:pt x="21642" y="612"/>
                    <a:pt x="21090" y="1150"/>
                    <a:pt x="20421" y="1630"/>
                  </a:cubicBezTo>
                  <a:cubicBezTo>
                    <a:pt x="16146" y="4854"/>
                    <a:pt x="9945" y="8490"/>
                    <a:pt x="3768" y="8490"/>
                  </a:cubicBezTo>
                  <a:cubicBezTo>
                    <a:pt x="2506" y="8490"/>
                    <a:pt x="1245" y="8338"/>
                    <a:pt x="1" y="8000"/>
                  </a:cubicBezTo>
                  <a:lnTo>
                    <a:pt x="1" y="8000"/>
                  </a:lnTo>
                  <a:cubicBezTo>
                    <a:pt x="859" y="9702"/>
                    <a:pt x="1877" y="11520"/>
                    <a:pt x="2910" y="13512"/>
                  </a:cubicBezTo>
                  <a:lnTo>
                    <a:pt x="3826" y="13512"/>
                  </a:lnTo>
                  <a:cubicBezTo>
                    <a:pt x="13091" y="13512"/>
                    <a:pt x="21032" y="8975"/>
                    <a:pt x="24129" y="2546"/>
                  </a:cubicBezTo>
                  <a:cubicBezTo>
                    <a:pt x="23460" y="1630"/>
                    <a:pt x="22791" y="786"/>
                    <a:pt x="22122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81"/>
            <p:cNvSpPr/>
            <p:nvPr/>
          </p:nvSpPr>
          <p:spPr>
            <a:xfrm>
              <a:off x="5436922" y="2922945"/>
              <a:ext cx="3307524" cy="1462296"/>
            </a:xfrm>
            <a:custGeom>
              <a:rect b="b" l="l" r="r" t="t"/>
              <a:pathLst>
                <a:path extrusionOk="0" h="66468" w="150342">
                  <a:moveTo>
                    <a:pt x="127875" y="0"/>
                  </a:moveTo>
                  <a:cubicBezTo>
                    <a:pt x="109423" y="0"/>
                    <a:pt x="77026" y="23994"/>
                    <a:pt x="77026" y="23994"/>
                  </a:cubicBezTo>
                  <a:cubicBezTo>
                    <a:pt x="77026" y="23994"/>
                    <a:pt x="53095" y="14818"/>
                    <a:pt x="50476" y="14818"/>
                  </a:cubicBezTo>
                  <a:cubicBezTo>
                    <a:pt x="50394" y="14818"/>
                    <a:pt x="50333" y="14827"/>
                    <a:pt x="50294" y="14846"/>
                  </a:cubicBezTo>
                  <a:cubicBezTo>
                    <a:pt x="33072" y="7105"/>
                    <a:pt x="25096" y="5371"/>
                    <a:pt x="21154" y="5371"/>
                  </a:cubicBezTo>
                  <a:cubicBezTo>
                    <a:pt x="18674" y="5371"/>
                    <a:pt x="17790" y="6058"/>
                    <a:pt x="17206" y="6367"/>
                  </a:cubicBezTo>
                  <a:cubicBezTo>
                    <a:pt x="5513" y="12111"/>
                    <a:pt x="364" y="25085"/>
                    <a:pt x="175" y="36778"/>
                  </a:cubicBezTo>
                  <a:cubicBezTo>
                    <a:pt x="1" y="46784"/>
                    <a:pt x="3448" y="55874"/>
                    <a:pt x="9338" y="58899"/>
                  </a:cubicBezTo>
                  <a:cubicBezTo>
                    <a:pt x="10240" y="59379"/>
                    <a:pt x="11214" y="59685"/>
                    <a:pt x="12116" y="59932"/>
                  </a:cubicBezTo>
                  <a:cubicBezTo>
                    <a:pt x="13360" y="60270"/>
                    <a:pt x="14621" y="60422"/>
                    <a:pt x="15883" y="60422"/>
                  </a:cubicBezTo>
                  <a:cubicBezTo>
                    <a:pt x="22060" y="60422"/>
                    <a:pt x="28261" y="56786"/>
                    <a:pt x="32536" y="53562"/>
                  </a:cubicBezTo>
                  <a:cubicBezTo>
                    <a:pt x="33205" y="53082"/>
                    <a:pt x="33757" y="52544"/>
                    <a:pt x="34237" y="51933"/>
                  </a:cubicBezTo>
                  <a:cubicBezTo>
                    <a:pt x="36361" y="49199"/>
                    <a:pt x="36841" y="45446"/>
                    <a:pt x="35270" y="42174"/>
                  </a:cubicBezTo>
                  <a:lnTo>
                    <a:pt x="34237" y="39992"/>
                  </a:lnTo>
                  <a:lnTo>
                    <a:pt x="34237" y="39992"/>
                  </a:lnTo>
                  <a:cubicBezTo>
                    <a:pt x="34295" y="40050"/>
                    <a:pt x="34601" y="40298"/>
                    <a:pt x="35212" y="40719"/>
                  </a:cubicBezTo>
                  <a:cubicBezTo>
                    <a:pt x="39223" y="43441"/>
                    <a:pt x="54121" y="53291"/>
                    <a:pt x="61661" y="53291"/>
                  </a:cubicBezTo>
                  <a:cubicBezTo>
                    <a:pt x="61857" y="53291"/>
                    <a:pt x="62048" y="53285"/>
                    <a:pt x="62234" y="53271"/>
                  </a:cubicBezTo>
                  <a:cubicBezTo>
                    <a:pt x="70714" y="52602"/>
                    <a:pt x="74539" y="43148"/>
                    <a:pt x="74539" y="43148"/>
                  </a:cubicBezTo>
                  <a:cubicBezTo>
                    <a:pt x="74539" y="43148"/>
                    <a:pt x="78902" y="50420"/>
                    <a:pt x="88355" y="52602"/>
                  </a:cubicBezTo>
                  <a:cubicBezTo>
                    <a:pt x="89008" y="52754"/>
                    <a:pt x="89691" y="52825"/>
                    <a:pt x="90397" y="52825"/>
                  </a:cubicBezTo>
                  <a:cubicBezTo>
                    <a:pt x="96174" y="52825"/>
                    <a:pt x="103493" y="48088"/>
                    <a:pt x="108353" y="44355"/>
                  </a:cubicBezTo>
                  <a:cubicBezTo>
                    <a:pt x="111437" y="41999"/>
                    <a:pt x="113560" y="39992"/>
                    <a:pt x="113560" y="39992"/>
                  </a:cubicBezTo>
                  <a:cubicBezTo>
                    <a:pt x="113560" y="39992"/>
                    <a:pt x="117560" y="52413"/>
                    <a:pt x="119625" y="59685"/>
                  </a:cubicBezTo>
                  <a:cubicBezTo>
                    <a:pt x="120526" y="62957"/>
                    <a:pt x="123144" y="65444"/>
                    <a:pt x="126417" y="66171"/>
                  </a:cubicBezTo>
                  <a:cubicBezTo>
                    <a:pt x="126839" y="66288"/>
                    <a:pt x="127319" y="66361"/>
                    <a:pt x="127798" y="66419"/>
                  </a:cubicBezTo>
                  <a:cubicBezTo>
                    <a:pt x="128309" y="66451"/>
                    <a:pt x="128812" y="66467"/>
                    <a:pt x="129307" y="66467"/>
                  </a:cubicBezTo>
                  <a:cubicBezTo>
                    <a:pt x="137815" y="66467"/>
                    <a:pt x="144070" y="61801"/>
                    <a:pt x="147505" y="58419"/>
                  </a:cubicBezTo>
                  <a:cubicBezTo>
                    <a:pt x="147738" y="58230"/>
                    <a:pt x="147927" y="57998"/>
                    <a:pt x="148160" y="57692"/>
                  </a:cubicBezTo>
                  <a:cubicBezTo>
                    <a:pt x="149614" y="55932"/>
                    <a:pt x="150342" y="53693"/>
                    <a:pt x="150225" y="51380"/>
                  </a:cubicBezTo>
                  <a:cubicBezTo>
                    <a:pt x="150109" y="47686"/>
                    <a:pt x="149614" y="41563"/>
                    <a:pt x="148596" y="34785"/>
                  </a:cubicBezTo>
                  <a:cubicBezTo>
                    <a:pt x="146895" y="23688"/>
                    <a:pt x="143622" y="10730"/>
                    <a:pt x="137136" y="3516"/>
                  </a:cubicBezTo>
                  <a:cubicBezTo>
                    <a:pt x="134922" y="1030"/>
                    <a:pt x="131698" y="0"/>
                    <a:pt x="127875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81"/>
            <p:cNvSpPr/>
            <p:nvPr/>
          </p:nvSpPr>
          <p:spPr>
            <a:xfrm>
              <a:off x="4832824" y="2692165"/>
              <a:ext cx="1230614" cy="1810930"/>
            </a:xfrm>
            <a:custGeom>
              <a:rect b="b" l="l" r="r" t="t"/>
              <a:pathLst>
                <a:path extrusionOk="0" h="82315" w="55937">
                  <a:moveTo>
                    <a:pt x="43211" y="0"/>
                  </a:moveTo>
                  <a:lnTo>
                    <a:pt x="34121" y="6312"/>
                  </a:lnTo>
                  <a:cubicBezTo>
                    <a:pt x="33641" y="7825"/>
                    <a:pt x="28434" y="22427"/>
                    <a:pt x="28187" y="24361"/>
                  </a:cubicBezTo>
                  <a:cubicBezTo>
                    <a:pt x="27940" y="26237"/>
                    <a:pt x="10007" y="62845"/>
                    <a:pt x="8975" y="70727"/>
                  </a:cubicBezTo>
                  <a:cubicBezTo>
                    <a:pt x="8975" y="70727"/>
                    <a:pt x="4248" y="71571"/>
                    <a:pt x="2372" y="73942"/>
                  </a:cubicBezTo>
                  <a:cubicBezTo>
                    <a:pt x="495" y="76298"/>
                    <a:pt x="1" y="81025"/>
                    <a:pt x="3521" y="82174"/>
                  </a:cubicBezTo>
                  <a:cubicBezTo>
                    <a:pt x="3804" y="82270"/>
                    <a:pt x="4049" y="82315"/>
                    <a:pt x="4259" y="82315"/>
                  </a:cubicBezTo>
                  <a:cubicBezTo>
                    <a:pt x="6702" y="82315"/>
                    <a:pt x="4495" y="76298"/>
                    <a:pt x="4495" y="76298"/>
                  </a:cubicBezTo>
                  <a:lnTo>
                    <a:pt x="15708" y="71818"/>
                  </a:lnTo>
                  <a:lnTo>
                    <a:pt x="19824" y="74727"/>
                  </a:lnTo>
                  <a:cubicBezTo>
                    <a:pt x="19824" y="74727"/>
                    <a:pt x="25584" y="67761"/>
                    <a:pt x="26907" y="66117"/>
                  </a:cubicBezTo>
                  <a:cubicBezTo>
                    <a:pt x="28187" y="64488"/>
                    <a:pt x="46614" y="39574"/>
                    <a:pt x="47341" y="37218"/>
                  </a:cubicBezTo>
                  <a:cubicBezTo>
                    <a:pt x="48069" y="34847"/>
                    <a:pt x="55937" y="10675"/>
                    <a:pt x="55937" y="10675"/>
                  </a:cubicBezTo>
                  <a:lnTo>
                    <a:pt x="43211" y="0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81"/>
            <p:cNvSpPr/>
            <p:nvPr/>
          </p:nvSpPr>
          <p:spPr>
            <a:xfrm>
              <a:off x="5351496" y="1560419"/>
              <a:ext cx="881210" cy="1435720"/>
            </a:xfrm>
            <a:custGeom>
              <a:rect b="b" l="l" r="r" t="t"/>
              <a:pathLst>
                <a:path extrusionOk="0" h="65260" w="40055">
                  <a:moveTo>
                    <a:pt x="24667" y="1"/>
                  </a:moveTo>
                  <a:cubicBezTo>
                    <a:pt x="23518" y="961"/>
                    <a:pt x="18791" y="6240"/>
                    <a:pt x="18791" y="6240"/>
                  </a:cubicBezTo>
                  <a:cubicBezTo>
                    <a:pt x="1" y="27998"/>
                    <a:pt x="10909" y="45451"/>
                    <a:pt x="10909" y="45451"/>
                  </a:cubicBezTo>
                  <a:lnTo>
                    <a:pt x="9091" y="61391"/>
                  </a:lnTo>
                  <a:cubicBezTo>
                    <a:pt x="10256" y="61250"/>
                    <a:pt x="11444" y="61187"/>
                    <a:pt x="12635" y="61187"/>
                  </a:cubicBezTo>
                  <a:cubicBezTo>
                    <a:pt x="22217" y="61187"/>
                    <a:pt x="31997" y="65260"/>
                    <a:pt x="31997" y="65260"/>
                  </a:cubicBezTo>
                  <a:lnTo>
                    <a:pt x="37219" y="49567"/>
                  </a:lnTo>
                  <a:lnTo>
                    <a:pt x="40055" y="10487"/>
                  </a:lnTo>
                  <a:lnTo>
                    <a:pt x="24667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81"/>
            <p:cNvSpPr/>
            <p:nvPr/>
          </p:nvSpPr>
          <p:spPr>
            <a:xfrm>
              <a:off x="5854174" y="2068223"/>
              <a:ext cx="823922" cy="1117336"/>
            </a:xfrm>
            <a:custGeom>
              <a:rect b="b" l="l" r="r" t="t"/>
              <a:pathLst>
                <a:path extrusionOk="0" h="50788" w="37451">
                  <a:moveTo>
                    <a:pt x="0" y="0"/>
                  </a:moveTo>
                  <a:cubicBezTo>
                    <a:pt x="58" y="189"/>
                    <a:pt x="364" y="2851"/>
                    <a:pt x="786" y="6909"/>
                  </a:cubicBezTo>
                  <a:cubicBezTo>
                    <a:pt x="1455" y="13817"/>
                    <a:pt x="2545" y="24783"/>
                    <a:pt x="3520" y="34004"/>
                  </a:cubicBezTo>
                  <a:cubicBezTo>
                    <a:pt x="3753" y="36302"/>
                    <a:pt x="4000" y="38484"/>
                    <a:pt x="4247" y="40491"/>
                  </a:cubicBezTo>
                  <a:cubicBezTo>
                    <a:pt x="4843" y="45814"/>
                    <a:pt x="5396" y="49755"/>
                    <a:pt x="5701" y="50788"/>
                  </a:cubicBezTo>
                  <a:cubicBezTo>
                    <a:pt x="6792" y="47399"/>
                    <a:pt x="7825" y="44185"/>
                    <a:pt x="8552" y="41945"/>
                  </a:cubicBezTo>
                  <a:cubicBezTo>
                    <a:pt x="8974" y="42120"/>
                    <a:pt x="9148" y="42178"/>
                    <a:pt x="9148" y="42178"/>
                  </a:cubicBezTo>
                  <a:lnTo>
                    <a:pt x="14370" y="26485"/>
                  </a:lnTo>
                  <a:lnTo>
                    <a:pt x="14370" y="26427"/>
                  </a:lnTo>
                  <a:cubicBezTo>
                    <a:pt x="22965" y="33335"/>
                    <a:pt x="27270" y="43400"/>
                    <a:pt x="29146" y="49275"/>
                  </a:cubicBezTo>
                  <a:cubicBezTo>
                    <a:pt x="33873" y="48912"/>
                    <a:pt x="37451" y="48664"/>
                    <a:pt x="37451" y="48664"/>
                  </a:cubicBezTo>
                  <a:lnTo>
                    <a:pt x="19329" y="14006"/>
                  </a:lnTo>
                  <a:lnTo>
                    <a:pt x="15460" y="11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81"/>
            <p:cNvSpPr/>
            <p:nvPr/>
          </p:nvSpPr>
          <p:spPr>
            <a:xfrm>
              <a:off x="5776734" y="1151219"/>
              <a:ext cx="2379938" cy="2391224"/>
            </a:xfrm>
            <a:custGeom>
              <a:rect b="b" l="l" r="r" t="t"/>
              <a:pathLst>
                <a:path extrusionOk="0" h="108692" w="108179">
                  <a:moveTo>
                    <a:pt x="58971" y="0"/>
                  </a:moveTo>
                  <a:cubicBezTo>
                    <a:pt x="38565" y="0"/>
                    <a:pt x="16404" y="5677"/>
                    <a:pt x="2546" y="21684"/>
                  </a:cubicBezTo>
                  <a:cubicBezTo>
                    <a:pt x="1" y="24651"/>
                    <a:pt x="670" y="34963"/>
                    <a:pt x="1760" y="40111"/>
                  </a:cubicBezTo>
                  <a:cubicBezTo>
                    <a:pt x="2909" y="45318"/>
                    <a:pt x="6793" y="59499"/>
                    <a:pt x="17337" y="67687"/>
                  </a:cubicBezTo>
                  <a:cubicBezTo>
                    <a:pt x="27881" y="75861"/>
                    <a:pt x="32186" y="88776"/>
                    <a:pt x="33393" y="93619"/>
                  </a:cubicBezTo>
                  <a:cubicBezTo>
                    <a:pt x="34673" y="98535"/>
                    <a:pt x="43036" y="102171"/>
                    <a:pt x="45887" y="103552"/>
                  </a:cubicBezTo>
                  <a:cubicBezTo>
                    <a:pt x="47288" y="104257"/>
                    <a:pt x="56231" y="108691"/>
                    <a:pt x="66494" y="108691"/>
                  </a:cubicBezTo>
                  <a:cubicBezTo>
                    <a:pt x="76577" y="108691"/>
                    <a:pt x="87935" y="104411"/>
                    <a:pt x="94667" y="88107"/>
                  </a:cubicBezTo>
                  <a:cubicBezTo>
                    <a:pt x="94667" y="87190"/>
                    <a:pt x="88180" y="34599"/>
                    <a:pt x="88180" y="34599"/>
                  </a:cubicBezTo>
                  <a:cubicBezTo>
                    <a:pt x="88180" y="34599"/>
                    <a:pt x="108178" y="8653"/>
                    <a:pt x="83759" y="2835"/>
                  </a:cubicBezTo>
                  <a:cubicBezTo>
                    <a:pt x="76379" y="1073"/>
                    <a:pt x="67841" y="0"/>
                    <a:pt x="58971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81"/>
            <p:cNvSpPr/>
            <p:nvPr/>
          </p:nvSpPr>
          <p:spPr>
            <a:xfrm>
              <a:off x="6159424" y="1431169"/>
              <a:ext cx="841214" cy="1302906"/>
            </a:xfrm>
            <a:custGeom>
              <a:rect b="b" l="l" r="r" t="t"/>
              <a:pathLst>
                <a:path extrusionOk="0" h="59223" w="38237">
                  <a:moveTo>
                    <a:pt x="18180" y="0"/>
                  </a:moveTo>
                  <a:lnTo>
                    <a:pt x="1513" y="6356"/>
                  </a:lnTo>
                  <a:cubicBezTo>
                    <a:pt x="1396" y="6836"/>
                    <a:pt x="0" y="13322"/>
                    <a:pt x="611" y="17686"/>
                  </a:cubicBezTo>
                  <a:cubicBezTo>
                    <a:pt x="1222" y="22049"/>
                    <a:pt x="1513" y="26412"/>
                    <a:pt x="3767" y="32419"/>
                  </a:cubicBezTo>
                  <a:cubicBezTo>
                    <a:pt x="6007" y="38469"/>
                    <a:pt x="6603" y="38716"/>
                    <a:pt x="7214" y="40723"/>
                  </a:cubicBezTo>
                  <a:cubicBezTo>
                    <a:pt x="7825" y="42716"/>
                    <a:pt x="9817" y="47806"/>
                    <a:pt x="11941" y="52169"/>
                  </a:cubicBezTo>
                  <a:cubicBezTo>
                    <a:pt x="13878" y="56150"/>
                    <a:pt x="15912" y="59223"/>
                    <a:pt x="18739" y="59223"/>
                  </a:cubicBezTo>
                  <a:cubicBezTo>
                    <a:pt x="19011" y="59223"/>
                    <a:pt x="19289" y="59195"/>
                    <a:pt x="19576" y="59136"/>
                  </a:cubicBezTo>
                  <a:cubicBezTo>
                    <a:pt x="22907" y="58409"/>
                    <a:pt x="29873" y="53449"/>
                    <a:pt x="30484" y="47326"/>
                  </a:cubicBezTo>
                  <a:cubicBezTo>
                    <a:pt x="31037" y="41203"/>
                    <a:pt x="33873" y="29379"/>
                    <a:pt x="34964" y="26659"/>
                  </a:cubicBezTo>
                  <a:cubicBezTo>
                    <a:pt x="35996" y="23925"/>
                    <a:pt x="38236" y="12479"/>
                    <a:pt x="35764" y="8959"/>
                  </a:cubicBezTo>
                  <a:cubicBezTo>
                    <a:pt x="33277" y="5381"/>
                    <a:pt x="18180" y="0"/>
                    <a:pt x="181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81"/>
            <p:cNvSpPr/>
            <p:nvPr/>
          </p:nvSpPr>
          <p:spPr>
            <a:xfrm>
              <a:off x="6204854" y="1467007"/>
              <a:ext cx="646668" cy="100166"/>
            </a:xfrm>
            <a:custGeom>
              <a:rect b="b" l="l" r="r" t="t"/>
              <a:pathLst>
                <a:path extrusionOk="0" h="4553" w="29394">
                  <a:moveTo>
                    <a:pt x="28419" y="0"/>
                  </a:moveTo>
                  <a:lnTo>
                    <a:pt x="21453" y="422"/>
                  </a:lnTo>
                  <a:cubicBezTo>
                    <a:pt x="23940" y="1454"/>
                    <a:pt x="26965" y="2792"/>
                    <a:pt x="29394" y="4116"/>
                  </a:cubicBezTo>
                  <a:cubicBezTo>
                    <a:pt x="28841" y="1818"/>
                    <a:pt x="28419" y="0"/>
                    <a:pt x="28419" y="0"/>
                  </a:cubicBezTo>
                  <a:close/>
                  <a:moveTo>
                    <a:pt x="8785" y="1149"/>
                  </a:moveTo>
                  <a:lnTo>
                    <a:pt x="422" y="1643"/>
                  </a:lnTo>
                  <a:cubicBezTo>
                    <a:pt x="364" y="1934"/>
                    <a:pt x="248" y="3025"/>
                    <a:pt x="0" y="4552"/>
                  </a:cubicBezTo>
                  <a:lnTo>
                    <a:pt x="8785" y="1149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81"/>
            <p:cNvSpPr/>
            <p:nvPr/>
          </p:nvSpPr>
          <p:spPr>
            <a:xfrm>
              <a:off x="6188860" y="1476269"/>
              <a:ext cx="698500" cy="1046650"/>
            </a:xfrm>
            <a:custGeom>
              <a:rect b="b" l="l" r="r" t="t"/>
              <a:pathLst>
                <a:path extrusionOk="0" h="47575" w="31750">
                  <a:moveTo>
                    <a:pt x="22180" y="1"/>
                  </a:moveTo>
                  <a:lnTo>
                    <a:pt x="9512" y="728"/>
                  </a:lnTo>
                  <a:lnTo>
                    <a:pt x="727" y="4131"/>
                  </a:lnTo>
                  <a:cubicBezTo>
                    <a:pt x="422" y="6735"/>
                    <a:pt x="0" y="10603"/>
                    <a:pt x="0" y="13512"/>
                  </a:cubicBezTo>
                  <a:cubicBezTo>
                    <a:pt x="0" y="18123"/>
                    <a:pt x="1265" y="20857"/>
                    <a:pt x="2356" y="24609"/>
                  </a:cubicBezTo>
                  <a:cubicBezTo>
                    <a:pt x="3389" y="28362"/>
                    <a:pt x="6603" y="41393"/>
                    <a:pt x="9090" y="43400"/>
                  </a:cubicBezTo>
                  <a:cubicBezTo>
                    <a:pt x="11155" y="45029"/>
                    <a:pt x="13337" y="47574"/>
                    <a:pt x="15940" y="47574"/>
                  </a:cubicBezTo>
                  <a:cubicBezTo>
                    <a:pt x="16478" y="47574"/>
                    <a:pt x="17031" y="47458"/>
                    <a:pt x="17569" y="47269"/>
                  </a:cubicBezTo>
                  <a:cubicBezTo>
                    <a:pt x="20973" y="46003"/>
                    <a:pt x="27023" y="41815"/>
                    <a:pt x="27154" y="37582"/>
                  </a:cubicBezTo>
                  <a:cubicBezTo>
                    <a:pt x="27270" y="33336"/>
                    <a:pt x="27023" y="28245"/>
                    <a:pt x="29146" y="24129"/>
                  </a:cubicBezTo>
                  <a:cubicBezTo>
                    <a:pt x="31270" y="19999"/>
                    <a:pt x="31750" y="15039"/>
                    <a:pt x="31750" y="12305"/>
                  </a:cubicBezTo>
                  <a:cubicBezTo>
                    <a:pt x="31750" y="10792"/>
                    <a:pt x="30848" y="6793"/>
                    <a:pt x="30121" y="3695"/>
                  </a:cubicBezTo>
                  <a:cubicBezTo>
                    <a:pt x="27692" y="2371"/>
                    <a:pt x="24667" y="1033"/>
                    <a:pt x="2218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81"/>
            <p:cNvSpPr/>
            <p:nvPr/>
          </p:nvSpPr>
          <p:spPr>
            <a:xfrm>
              <a:off x="6572804" y="1952393"/>
              <a:ext cx="1286626" cy="1590050"/>
            </a:xfrm>
            <a:custGeom>
              <a:rect b="b" l="l" r="r" t="t"/>
              <a:pathLst>
                <a:path extrusionOk="0" h="72275" w="58483">
                  <a:moveTo>
                    <a:pt x="31387" y="0"/>
                  </a:moveTo>
                  <a:cubicBezTo>
                    <a:pt x="31387" y="1"/>
                    <a:pt x="48170" y="26485"/>
                    <a:pt x="31387" y="49813"/>
                  </a:cubicBezTo>
                  <a:cubicBezTo>
                    <a:pt x="24387" y="59565"/>
                    <a:pt x="15956" y="62434"/>
                    <a:pt x="8511" y="62434"/>
                  </a:cubicBezTo>
                  <a:cubicBezTo>
                    <a:pt x="5452" y="62434"/>
                    <a:pt x="2559" y="61950"/>
                    <a:pt x="1" y="61260"/>
                  </a:cubicBezTo>
                  <a:lnTo>
                    <a:pt x="1" y="61260"/>
                  </a:lnTo>
                  <a:cubicBezTo>
                    <a:pt x="3026" y="64110"/>
                    <a:pt x="7695" y="66175"/>
                    <a:pt x="9702" y="67135"/>
                  </a:cubicBezTo>
                  <a:cubicBezTo>
                    <a:pt x="11103" y="67840"/>
                    <a:pt x="20046" y="72274"/>
                    <a:pt x="30309" y="72274"/>
                  </a:cubicBezTo>
                  <a:cubicBezTo>
                    <a:pt x="40392" y="72274"/>
                    <a:pt x="51750" y="67994"/>
                    <a:pt x="58482" y="51690"/>
                  </a:cubicBezTo>
                  <a:cubicBezTo>
                    <a:pt x="58482" y="51137"/>
                    <a:pt x="56170" y="32361"/>
                    <a:pt x="54352" y="17206"/>
                  </a:cubicBezTo>
                  <a:cubicBezTo>
                    <a:pt x="42426" y="8305"/>
                    <a:pt x="31387" y="1"/>
                    <a:pt x="31387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81"/>
            <p:cNvSpPr/>
            <p:nvPr/>
          </p:nvSpPr>
          <p:spPr>
            <a:xfrm>
              <a:off x="5263518" y="4225433"/>
              <a:ext cx="161282" cy="121396"/>
            </a:xfrm>
            <a:custGeom>
              <a:rect b="b" l="l" r="r" t="t"/>
              <a:pathLst>
                <a:path extrusionOk="0" h="5518" w="7331">
                  <a:moveTo>
                    <a:pt x="2371" y="1"/>
                  </a:moveTo>
                  <a:cubicBezTo>
                    <a:pt x="2371" y="1"/>
                    <a:pt x="0" y="786"/>
                    <a:pt x="247" y="2546"/>
                  </a:cubicBezTo>
                  <a:cubicBezTo>
                    <a:pt x="442" y="3978"/>
                    <a:pt x="1494" y="5518"/>
                    <a:pt x="3204" y="5518"/>
                  </a:cubicBezTo>
                  <a:cubicBezTo>
                    <a:pt x="3665" y="5518"/>
                    <a:pt x="4174" y="5406"/>
                    <a:pt x="4727" y="5149"/>
                  </a:cubicBezTo>
                  <a:cubicBezTo>
                    <a:pt x="7330" y="4000"/>
                    <a:pt x="6603" y="1993"/>
                    <a:pt x="5818" y="1033"/>
                  </a:cubicBezTo>
                  <a:cubicBezTo>
                    <a:pt x="4974" y="117"/>
                    <a:pt x="2371" y="1"/>
                    <a:pt x="2371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81"/>
            <p:cNvSpPr/>
            <p:nvPr/>
          </p:nvSpPr>
          <p:spPr>
            <a:xfrm>
              <a:off x="7263296" y="2221475"/>
              <a:ext cx="1063920" cy="1626746"/>
            </a:xfrm>
            <a:custGeom>
              <a:rect b="b" l="l" r="r" t="t"/>
              <a:pathLst>
                <a:path extrusionOk="0" h="73943" w="48360">
                  <a:moveTo>
                    <a:pt x="21278" y="1"/>
                  </a:moveTo>
                  <a:lnTo>
                    <a:pt x="17032" y="14850"/>
                  </a:lnTo>
                  <a:lnTo>
                    <a:pt x="16973" y="14908"/>
                  </a:lnTo>
                  <a:lnTo>
                    <a:pt x="17512" y="16610"/>
                  </a:lnTo>
                  <a:lnTo>
                    <a:pt x="18486" y="19519"/>
                  </a:lnTo>
                  <a:lnTo>
                    <a:pt x="18733" y="20304"/>
                  </a:lnTo>
                  <a:cubicBezTo>
                    <a:pt x="18733" y="20304"/>
                    <a:pt x="19330" y="22311"/>
                    <a:pt x="20188" y="25031"/>
                  </a:cubicBezTo>
                  <a:cubicBezTo>
                    <a:pt x="20915" y="27344"/>
                    <a:pt x="21817" y="30063"/>
                    <a:pt x="22675" y="32550"/>
                  </a:cubicBezTo>
                  <a:cubicBezTo>
                    <a:pt x="22675" y="32550"/>
                    <a:pt x="10734" y="56490"/>
                    <a:pt x="975" y="63573"/>
                  </a:cubicBezTo>
                  <a:lnTo>
                    <a:pt x="1" y="73942"/>
                  </a:lnTo>
                  <a:lnTo>
                    <a:pt x="10850" y="73026"/>
                  </a:lnTo>
                  <a:cubicBezTo>
                    <a:pt x="10850" y="73026"/>
                    <a:pt x="46425" y="38062"/>
                    <a:pt x="47690" y="34310"/>
                  </a:cubicBezTo>
                  <a:cubicBezTo>
                    <a:pt x="48359" y="32303"/>
                    <a:pt x="46061" y="23707"/>
                    <a:pt x="43691" y="15941"/>
                  </a:cubicBezTo>
                  <a:cubicBezTo>
                    <a:pt x="42905" y="13279"/>
                    <a:pt x="42062" y="10792"/>
                    <a:pt x="41393" y="8611"/>
                  </a:cubicBezTo>
                  <a:cubicBezTo>
                    <a:pt x="40186" y="4975"/>
                    <a:pt x="39327" y="2488"/>
                    <a:pt x="39327" y="2488"/>
                  </a:cubicBezTo>
                  <a:lnTo>
                    <a:pt x="21278" y="1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81"/>
            <p:cNvSpPr/>
            <p:nvPr/>
          </p:nvSpPr>
          <p:spPr>
            <a:xfrm>
              <a:off x="6592648" y="3617507"/>
              <a:ext cx="927916" cy="699556"/>
            </a:xfrm>
            <a:custGeom>
              <a:rect b="b" l="l" r="r" t="t"/>
              <a:pathLst>
                <a:path extrusionOk="0" h="31798" w="42178">
                  <a:moveTo>
                    <a:pt x="31401" y="0"/>
                  </a:moveTo>
                  <a:lnTo>
                    <a:pt x="26794" y="4252"/>
                  </a:lnTo>
                  <a:lnTo>
                    <a:pt x="26794" y="4252"/>
                  </a:lnTo>
                  <a:cubicBezTo>
                    <a:pt x="26552" y="4257"/>
                    <a:pt x="25468" y="4464"/>
                    <a:pt x="21758" y="5396"/>
                  </a:cubicBezTo>
                  <a:cubicBezTo>
                    <a:pt x="15214" y="7083"/>
                    <a:pt x="1" y="24841"/>
                    <a:pt x="2124" y="27939"/>
                  </a:cubicBezTo>
                  <a:cubicBezTo>
                    <a:pt x="2386" y="28323"/>
                    <a:pt x="2739" y="28490"/>
                    <a:pt x="3158" y="28490"/>
                  </a:cubicBezTo>
                  <a:cubicBezTo>
                    <a:pt x="6042" y="28490"/>
                    <a:pt x="11999" y="20537"/>
                    <a:pt x="11999" y="20536"/>
                  </a:cubicBezTo>
                  <a:lnTo>
                    <a:pt x="11999" y="20536"/>
                  </a:lnTo>
                  <a:cubicBezTo>
                    <a:pt x="11999" y="20537"/>
                    <a:pt x="6371" y="30237"/>
                    <a:pt x="10618" y="31633"/>
                  </a:cubicBezTo>
                  <a:cubicBezTo>
                    <a:pt x="10974" y="31746"/>
                    <a:pt x="11306" y="31798"/>
                    <a:pt x="11613" y="31798"/>
                  </a:cubicBezTo>
                  <a:cubicBezTo>
                    <a:pt x="14958" y="31798"/>
                    <a:pt x="15519" y="25700"/>
                    <a:pt x="15519" y="25700"/>
                  </a:cubicBezTo>
                  <a:cubicBezTo>
                    <a:pt x="16804" y="27976"/>
                    <a:pt x="17967" y="28675"/>
                    <a:pt x="18889" y="28675"/>
                  </a:cubicBezTo>
                  <a:cubicBezTo>
                    <a:pt x="19928" y="28675"/>
                    <a:pt x="20660" y="27787"/>
                    <a:pt x="20915" y="27270"/>
                  </a:cubicBezTo>
                  <a:cubicBezTo>
                    <a:pt x="21395" y="26238"/>
                    <a:pt x="20362" y="25452"/>
                    <a:pt x="20362" y="25452"/>
                  </a:cubicBezTo>
                  <a:lnTo>
                    <a:pt x="20362" y="25452"/>
                  </a:lnTo>
                  <a:cubicBezTo>
                    <a:pt x="20362" y="25452"/>
                    <a:pt x="23011" y="26319"/>
                    <a:pt x="25412" y="26319"/>
                  </a:cubicBezTo>
                  <a:cubicBezTo>
                    <a:pt x="25632" y="26319"/>
                    <a:pt x="25850" y="26312"/>
                    <a:pt x="26063" y="26296"/>
                  </a:cubicBezTo>
                  <a:cubicBezTo>
                    <a:pt x="28609" y="26121"/>
                    <a:pt x="36244" y="15940"/>
                    <a:pt x="36244" y="15940"/>
                  </a:cubicBezTo>
                  <a:lnTo>
                    <a:pt x="42178" y="8727"/>
                  </a:lnTo>
                  <a:lnTo>
                    <a:pt x="42178" y="8727"/>
                  </a:lnTo>
                  <a:cubicBezTo>
                    <a:pt x="41969" y="8742"/>
                    <a:pt x="41740" y="8751"/>
                    <a:pt x="41495" y="8751"/>
                  </a:cubicBezTo>
                  <a:cubicBezTo>
                    <a:pt x="39903" y="8751"/>
                    <a:pt x="37630" y="8358"/>
                    <a:pt x="35575" y="6720"/>
                  </a:cubicBezTo>
                  <a:cubicBezTo>
                    <a:pt x="33393" y="5032"/>
                    <a:pt x="32070" y="1935"/>
                    <a:pt x="31401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81"/>
            <p:cNvSpPr/>
            <p:nvPr/>
          </p:nvSpPr>
          <p:spPr>
            <a:xfrm>
              <a:off x="7179476" y="3710941"/>
              <a:ext cx="6732" cy="2574"/>
            </a:xfrm>
            <a:custGeom>
              <a:rect b="b" l="l" r="r" t="t"/>
              <a:pathLst>
                <a:path extrusionOk="0" h="117" w="306">
                  <a:moveTo>
                    <a:pt x="58" y="0"/>
                  </a:moveTo>
                  <a:lnTo>
                    <a:pt x="0" y="116"/>
                  </a:lnTo>
                  <a:cubicBezTo>
                    <a:pt x="0" y="116"/>
                    <a:pt x="306" y="0"/>
                    <a:pt x="58" y="0"/>
                  </a:cubicBezTo>
                  <a:close/>
                </a:path>
              </a:pathLst>
            </a:custGeom>
            <a:solidFill>
              <a:srgbClr val="C6C6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81"/>
            <p:cNvSpPr/>
            <p:nvPr/>
          </p:nvSpPr>
          <p:spPr>
            <a:xfrm>
              <a:off x="7183304" y="3617507"/>
              <a:ext cx="337260" cy="317416"/>
            </a:xfrm>
            <a:custGeom>
              <a:rect b="b" l="l" r="r" t="t"/>
              <a:pathLst>
                <a:path extrusionOk="0" h="14428" w="15330">
                  <a:moveTo>
                    <a:pt x="4553" y="0"/>
                  </a:moveTo>
                  <a:lnTo>
                    <a:pt x="1" y="4174"/>
                  </a:lnTo>
                  <a:cubicBezTo>
                    <a:pt x="1397" y="8974"/>
                    <a:pt x="5455" y="12784"/>
                    <a:pt x="10676" y="14428"/>
                  </a:cubicBezTo>
                  <a:lnTo>
                    <a:pt x="15330" y="8727"/>
                  </a:lnTo>
                  <a:lnTo>
                    <a:pt x="15330" y="8727"/>
                  </a:lnTo>
                  <a:cubicBezTo>
                    <a:pt x="15121" y="8742"/>
                    <a:pt x="14892" y="8751"/>
                    <a:pt x="14647" y="8751"/>
                  </a:cubicBezTo>
                  <a:cubicBezTo>
                    <a:pt x="13055" y="8751"/>
                    <a:pt x="10782" y="8358"/>
                    <a:pt x="8727" y="6720"/>
                  </a:cubicBezTo>
                  <a:cubicBezTo>
                    <a:pt x="6545" y="5032"/>
                    <a:pt x="5222" y="1935"/>
                    <a:pt x="4553" y="0"/>
                  </a:cubicBezTo>
                  <a:close/>
                </a:path>
              </a:pathLst>
            </a:custGeom>
            <a:solidFill>
              <a:srgbClr val="C6C6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81"/>
            <p:cNvSpPr/>
            <p:nvPr/>
          </p:nvSpPr>
          <p:spPr>
            <a:xfrm>
              <a:off x="5759464" y="1151857"/>
              <a:ext cx="1514744" cy="963380"/>
            </a:xfrm>
            <a:custGeom>
              <a:rect b="b" l="l" r="r" t="t"/>
              <a:pathLst>
                <a:path extrusionOk="0" h="43790" w="68852">
                  <a:moveTo>
                    <a:pt x="59737" y="1"/>
                  </a:moveTo>
                  <a:cubicBezTo>
                    <a:pt x="40716" y="1"/>
                    <a:pt x="20121" y="4963"/>
                    <a:pt x="6240" y="18630"/>
                  </a:cubicBezTo>
                  <a:lnTo>
                    <a:pt x="6123" y="18572"/>
                  </a:lnTo>
                  <a:cubicBezTo>
                    <a:pt x="4974" y="19532"/>
                    <a:pt x="247" y="24811"/>
                    <a:pt x="247" y="24811"/>
                  </a:cubicBezTo>
                  <a:cubicBezTo>
                    <a:pt x="189" y="24928"/>
                    <a:pt x="131" y="24986"/>
                    <a:pt x="0" y="25117"/>
                  </a:cubicBezTo>
                  <a:cubicBezTo>
                    <a:pt x="495" y="26266"/>
                    <a:pt x="975" y="27604"/>
                    <a:pt x="1644" y="28927"/>
                  </a:cubicBezTo>
                  <a:cubicBezTo>
                    <a:pt x="4131" y="34265"/>
                    <a:pt x="8421" y="40257"/>
                    <a:pt x="16420" y="42439"/>
                  </a:cubicBezTo>
                  <a:cubicBezTo>
                    <a:pt x="17642" y="42802"/>
                    <a:pt x="19038" y="43049"/>
                    <a:pt x="20493" y="43297"/>
                  </a:cubicBezTo>
                  <a:cubicBezTo>
                    <a:pt x="22820" y="43627"/>
                    <a:pt x="25383" y="43790"/>
                    <a:pt x="28075" y="43790"/>
                  </a:cubicBezTo>
                  <a:cubicBezTo>
                    <a:pt x="44089" y="43790"/>
                    <a:pt x="64651" y="38034"/>
                    <a:pt x="67091" y="27662"/>
                  </a:cubicBezTo>
                  <a:cubicBezTo>
                    <a:pt x="68851" y="20390"/>
                    <a:pt x="68720" y="9060"/>
                    <a:pt x="68299" y="334"/>
                  </a:cubicBezTo>
                  <a:cubicBezTo>
                    <a:pt x="65501" y="116"/>
                    <a:pt x="62637" y="1"/>
                    <a:pt x="59737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81"/>
            <p:cNvSpPr/>
            <p:nvPr/>
          </p:nvSpPr>
          <p:spPr>
            <a:xfrm>
              <a:off x="7183304" y="3617507"/>
              <a:ext cx="337260" cy="317416"/>
            </a:xfrm>
            <a:custGeom>
              <a:rect b="b" l="l" r="r" t="t"/>
              <a:pathLst>
                <a:path extrusionOk="0" h="14428" w="15330">
                  <a:moveTo>
                    <a:pt x="4553" y="0"/>
                  </a:moveTo>
                  <a:lnTo>
                    <a:pt x="1" y="4174"/>
                  </a:lnTo>
                  <a:cubicBezTo>
                    <a:pt x="1397" y="8974"/>
                    <a:pt x="5455" y="12784"/>
                    <a:pt x="10676" y="14428"/>
                  </a:cubicBezTo>
                  <a:lnTo>
                    <a:pt x="15330" y="8727"/>
                  </a:lnTo>
                  <a:lnTo>
                    <a:pt x="15330" y="8727"/>
                  </a:lnTo>
                  <a:cubicBezTo>
                    <a:pt x="15121" y="8742"/>
                    <a:pt x="14892" y="8751"/>
                    <a:pt x="14647" y="8751"/>
                  </a:cubicBezTo>
                  <a:cubicBezTo>
                    <a:pt x="13055" y="8751"/>
                    <a:pt x="10782" y="8358"/>
                    <a:pt x="8727" y="6720"/>
                  </a:cubicBezTo>
                  <a:cubicBezTo>
                    <a:pt x="6545" y="5032"/>
                    <a:pt x="5222" y="1935"/>
                    <a:pt x="455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81"/>
            <p:cNvSpPr/>
            <p:nvPr/>
          </p:nvSpPr>
          <p:spPr>
            <a:xfrm>
              <a:off x="7383284" y="2090883"/>
              <a:ext cx="841214" cy="681274"/>
            </a:xfrm>
            <a:custGeom>
              <a:rect b="b" l="l" r="r" t="t"/>
              <a:pathLst>
                <a:path extrusionOk="0" h="30967" w="38237">
                  <a:moveTo>
                    <a:pt x="33328" y="0"/>
                  </a:moveTo>
                  <a:cubicBezTo>
                    <a:pt x="28083" y="0"/>
                    <a:pt x="21947" y="1034"/>
                    <a:pt x="15577" y="3101"/>
                  </a:cubicBezTo>
                  <a:cubicBezTo>
                    <a:pt x="9454" y="5151"/>
                    <a:pt x="4131" y="7886"/>
                    <a:pt x="1" y="10853"/>
                  </a:cubicBezTo>
                  <a:cubicBezTo>
                    <a:pt x="4858" y="12554"/>
                    <a:pt x="9149" y="12845"/>
                    <a:pt x="9149" y="12845"/>
                  </a:cubicBezTo>
                  <a:lnTo>
                    <a:pt x="11578" y="20786"/>
                  </a:lnTo>
                  <a:lnTo>
                    <a:pt x="11519" y="20844"/>
                  </a:lnTo>
                  <a:lnTo>
                    <a:pt x="12058" y="22546"/>
                  </a:lnTo>
                  <a:lnTo>
                    <a:pt x="12974" y="25455"/>
                  </a:lnTo>
                  <a:lnTo>
                    <a:pt x="13032" y="25455"/>
                  </a:lnTo>
                  <a:lnTo>
                    <a:pt x="13279" y="26240"/>
                  </a:lnTo>
                  <a:cubicBezTo>
                    <a:pt x="13279" y="26240"/>
                    <a:pt x="13876" y="28247"/>
                    <a:pt x="14734" y="30967"/>
                  </a:cubicBezTo>
                  <a:cubicBezTo>
                    <a:pt x="19940" y="27389"/>
                    <a:pt x="30601" y="22546"/>
                    <a:pt x="38237" y="21877"/>
                  </a:cubicBezTo>
                  <a:cubicBezTo>
                    <a:pt x="37451" y="19215"/>
                    <a:pt x="36608" y="16728"/>
                    <a:pt x="35939" y="14547"/>
                  </a:cubicBezTo>
                  <a:cubicBezTo>
                    <a:pt x="36666" y="14372"/>
                    <a:pt x="37030" y="14241"/>
                    <a:pt x="37030" y="14241"/>
                  </a:cubicBezTo>
                  <a:lnTo>
                    <a:pt x="32783" y="555"/>
                  </a:lnTo>
                  <a:cubicBezTo>
                    <a:pt x="33146" y="366"/>
                    <a:pt x="33452" y="192"/>
                    <a:pt x="33757" y="3"/>
                  </a:cubicBezTo>
                  <a:cubicBezTo>
                    <a:pt x="33615" y="1"/>
                    <a:pt x="33472" y="0"/>
                    <a:pt x="3332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81"/>
            <p:cNvSpPr/>
            <p:nvPr/>
          </p:nvSpPr>
          <p:spPr>
            <a:xfrm>
              <a:off x="6983324" y="1321873"/>
              <a:ext cx="1241174" cy="1329020"/>
            </a:xfrm>
            <a:custGeom>
              <a:rect b="b" l="l" r="r" t="t"/>
              <a:pathLst>
                <a:path extrusionOk="0" h="60410" w="56417">
                  <a:moveTo>
                    <a:pt x="36508" y="1"/>
                  </a:moveTo>
                  <a:cubicBezTo>
                    <a:pt x="34364" y="1"/>
                    <a:pt x="31224" y="352"/>
                    <a:pt x="26543" y="1390"/>
                  </a:cubicBezTo>
                  <a:cubicBezTo>
                    <a:pt x="15330" y="3877"/>
                    <a:pt x="6793" y="18538"/>
                    <a:pt x="6604" y="19076"/>
                  </a:cubicBezTo>
                  <a:cubicBezTo>
                    <a:pt x="1" y="35932"/>
                    <a:pt x="9876" y="42957"/>
                    <a:pt x="18181" y="45808"/>
                  </a:cubicBezTo>
                  <a:cubicBezTo>
                    <a:pt x="23038" y="47509"/>
                    <a:pt x="27329" y="47800"/>
                    <a:pt x="27329" y="47800"/>
                  </a:cubicBezTo>
                  <a:lnTo>
                    <a:pt x="29758" y="55741"/>
                  </a:lnTo>
                  <a:lnTo>
                    <a:pt x="30238" y="57501"/>
                  </a:lnTo>
                  <a:lnTo>
                    <a:pt x="31154" y="60410"/>
                  </a:lnTo>
                  <a:lnTo>
                    <a:pt x="31212" y="60410"/>
                  </a:lnTo>
                  <a:cubicBezTo>
                    <a:pt x="40971" y="53618"/>
                    <a:pt x="50846" y="50476"/>
                    <a:pt x="54119" y="49502"/>
                  </a:cubicBezTo>
                  <a:cubicBezTo>
                    <a:pt x="54846" y="49327"/>
                    <a:pt x="55210" y="49196"/>
                    <a:pt x="55210" y="49196"/>
                  </a:cubicBezTo>
                  <a:lnTo>
                    <a:pt x="50963" y="35510"/>
                  </a:lnTo>
                  <a:cubicBezTo>
                    <a:pt x="51326" y="35321"/>
                    <a:pt x="51632" y="35147"/>
                    <a:pt x="51937" y="34958"/>
                  </a:cubicBezTo>
                  <a:cubicBezTo>
                    <a:pt x="56417" y="31933"/>
                    <a:pt x="54177" y="25751"/>
                    <a:pt x="54177" y="25751"/>
                  </a:cubicBezTo>
                  <a:cubicBezTo>
                    <a:pt x="51094" y="5084"/>
                    <a:pt x="42236" y="1987"/>
                    <a:pt x="41146" y="1143"/>
                  </a:cubicBezTo>
                  <a:cubicBezTo>
                    <a:pt x="40552" y="685"/>
                    <a:pt x="39500" y="1"/>
                    <a:pt x="36508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81"/>
            <p:cNvSpPr/>
            <p:nvPr/>
          </p:nvSpPr>
          <p:spPr>
            <a:xfrm>
              <a:off x="7316734" y="1515429"/>
              <a:ext cx="591954" cy="506088"/>
            </a:xfrm>
            <a:custGeom>
              <a:rect b="b" l="l" r="r" t="t"/>
              <a:pathLst>
                <a:path extrusionOk="0" h="23004" w="26907">
                  <a:moveTo>
                    <a:pt x="17511" y="5624"/>
                  </a:moveTo>
                  <a:cubicBezTo>
                    <a:pt x="17570" y="5682"/>
                    <a:pt x="17511" y="5740"/>
                    <a:pt x="17511" y="5798"/>
                  </a:cubicBezTo>
                  <a:lnTo>
                    <a:pt x="17395" y="5682"/>
                  </a:lnTo>
                  <a:lnTo>
                    <a:pt x="17511" y="5682"/>
                  </a:lnTo>
                  <a:lnTo>
                    <a:pt x="17511" y="5624"/>
                  </a:lnTo>
                  <a:close/>
                  <a:moveTo>
                    <a:pt x="12116" y="8765"/>
                  </a:moveTo>
                  <a:cubicBezTo>
                    <a:pt x="12668" y="9551"/>
                    <a:pt x="13337" y="10161"/>
                    <a:pt x="14239" y="10583"/>
                  </a:cubicBezTo>
                  <a:cubicBezTo>
                    <a:pt x="14123" y="10889"/>
                    <a:pt x="13992" y="11194"/>
                    <a:pt x="13934" y="11499"/>
                  </a:cubicBezTo>
                  <a:cubicBezTo>
                    <a:pt x="13337" y="10830"/>
                    <a:pt x="12610" y="10409"/>
                    <a:pt x="11810" y="10103"/>
                  </a:cubicBezTo>
                  <a:cubicBezTo>
                    <a:pt x="11156" y="9914"/>
                    <a:pt x="10429" y="9856"/>
                    <a:pt x="9759" y="9856"/>
                  </a:cubicBezTo>
                  <a:lnTo>
                    <a:pt x="12116" y="8765"/>
                  </a:lnTo>
                  <a:close/>
                  <a:moveTo>
                    <a:pt x="19940" y="11194"/>
                  </a:moveTo>
                  <a:cubicBezTo>
                    <a:pt x="20362" y="11194"/>
                    <a:pt x="20609" y="11310"/>
                    <a:pt x="20667" y="11499"/>
                  </a:cubicBezTo>
                  <a:lnTo>
                    <a:pt x="20667" y="11558"/>
                  </a:lnTo>
                  <a:cubicBezTo>
                    <a:pt x="20609" y="11674"/>
                    <a:pt x="20420" y="11805"/>
                    <a:pt x="20304" y="11863"/>
                  </a:cubicBezTo>
                  <a:cubicBezTo>
                    <a:pt x="20193" y="11931"/>
                    <a:pt x="20107" y="11959"/>
                    <a:pt x="20032" y="11959"/>
                  </a:cubicBezTo>
                  <a:cubicBezTo>
                    <a:pt x="19978" y="11959"/>
                    <a:pt x="19930" y="11945"/>
                    <a:pt x="19882" y="11921"/>
                  </a:cubicBezTo>
                  <a:cubicBezTo>
                    <a:pt x="19809" y="11805"/>
                    <a:pt x="19693" y="11616"/>
                    <a:pt x="19940" y="11194"/>
                  </a:cubicBezTo>
                  <a:close/>
                  <a:moveTo>
                    <a:pt x="9264" y="15964"/>
                  </a:moveTo>
                  <a:cubicBezTo>
                    <a:pt x="9357" y="15964"/>
                    <a:pt x="9396" y="15979"/>
                    <a:pt x="9396" y="15979"/>
                  </a:cubicBezTo>
                  <a:cubicBezTo>
                    <a:pt x="9396" y="15979"/>
                    <a:pt x="9454" y="16037"/>
                    <a:pt x="9512" y="16168"/>
                  </a:cubicBezTo>
                  <a:cubicBezTo>
                    <a:pt x="9629" y="16401"/>
                    <a:pt x="9570" y="16459"/>
                    <a:pt x="9570" y="16532"/>
                  </a:cubicBezTo>
                  <a:cubicBezTo>
                    <a:pt x="9454" y="16706"/>
                    <a:pt x="9207" y="16895"/>
                    <a:pt x="8843" y="17070"/>
                  </a:cubicBezTo>
                  <a:cubicBezTo>
                    <a:pt x="8236" y="17325"/>
                    <a:pt x="7630" y="17448"/>
                    <a:pt x="6989" y="17448"/>
                  </a:cubicBezTo>
                  <a:cubicBezTo>
                    <a:pt x="6862" y="17448"/>
                    <a:pt x="6733" y="17443"/>
                    <a:pt x="6603" y="17433"/>
                  </a:cubicBezTo>
                  <a:lnTo>
                    <a:pt x="6182" y="17375"/>
                  </a:lnTo>
                  <a:lnTo>
                    <a:pt x="6298" y="17317"/>
                  </a:lnTo>
                  <a:cubicBezTo>
                    <a:pt x="6967" y="16895"/>
                    <a:pt x="7578" y="16532"/>
                    <a:pt x="8116" y="16284"/>
                  </a:cubicBezTo>
                  <a:cubicBezTo>
                    <a:pt x="8744" y="16013"/>
                    <a:pt x="9094" y="15964"/>
                    <a:pt x="9264" y="15964"/>
                  </a:cubicBezTo>
                  <a:close/>
                  <a:moveTo>
                    <a:pt x="18330" y="0"/>
                  </a:moveTo>
                  <a:cubicBezTo>
                    <a:pt x="17343" y="0"/>
                    <a:pt x="16292" y="267"/>
                    <a:pt x="15213" y="766"/>
                  </a:cubicBezTo>
                  <a:cubicBezTo>
                    <a:pt x="13628" y="1493"/>
                    <a:pt x="12537" y="2526"/>
                    <a:pt x="11883" y="3864"/>
                  </a:cubicBezTo>
                  <a:cubicBezTo>
                    <a:pt x="11447" y="4766"/>
                    <a:pt x="11272" y="5740"/>
                    <a:pt x="11388" y="6714"/>
                  </a:cubicBezTo>
                  <a:lnTo>
                    <a:pt x="9876" y="3500"/>
                  </a:lnTo>
                  <a:lnTo>
                    <a:pt x="1" y="8096"/>
                  </a:lnTo>
                  <a:lnTo>
                    <a:pt x="4247" y="17128"/>
                  </a:lnTo>
                  <a:lnTo>
                    <a:pt x="3753" y="17128"/>
                  </a:lnTo>
                  <a:lnTo>
                    <a:pt x="6487" y="23004"/>
                  </a:lnTo>
                  <a:lnTo>
                    <a:pt x="7578" y="23004"/>
                  </a:lnTo>
                  <a:cubicBezTo>
                    <a:pt x="8785" y="22946"/>
                    <a:pt x="10123" y="22640"/>
                    <a:pt x="11519" y="21986"/>
                  </a:cubicBezTo>
                  <a:cubicBezTo>
                    <a:pt x="13395" y="21069"/>
                    <a:pt x="14661" y="19862"/>
                    <a:pt x="15330" y="18219"/>
                  </a:cubicBezTo>
                  <a:cubicBezTo>
                    <a:pt x="15577" y="17681"/>
                    <a:pt x="15693" y="17070"/>
                    <a:pt x="15752" y="16459"/>
                  </a:cubicBezTo>
                  <a:cubicBezTo>
                    <a:pt x="16362" y="16953"/>
                    <a:pt x="17031" y="17317"/>
                    <a:pt x="17817" y="17492"/>
                  </a:cubicBezTo>
                  <a:cubicBezTo>
                    <a:pt x="18254" y="17605"/>
                    <a:pt x="18709" y="17661"/>
                    <a:pt x="19177" y="17661"/>
                  </a:cubicBezTo>
                  <a:cubicBezTo>
                    <a:pt x="20204" y="17661"/>
                    <a:pt x="21299" y="17395"/>
                    <a:pt x="22427" y="16895"/>
                  </a:cubicBezTo>
                  <a:cubicBezTo>
                    <a:pt x="24173" y="16037"/>
                    <a:pt x="25452" y="14888"/>
                    <a:pt x="26180" y="13550"/>
                  </a:cubicBezTo>
                  <a:cubicBezTo>
                    <a:pt x="26907" y="12096"/>
                    <a:pt x="26907" y="10467"/>
                    <a:pt x="26180" y="8954"/>
                  </a:cubicBezTo>
                  <a:cubicBezTo>
                    <a:pt x="25700" y="7863"/>
                    <a:pt x="24900" y="7078"/>
                    <a:pt x="23809" y="6525"/>
                  </a:cubicBezTo>
                  <a:cubicBezTo>
                    <a:pt x="23576" y="6467"/>
                    <a:pt x="23387" y="6351"/>
                    <a:pt x="23213" y="6278"/>
                  </a:cubicBezTo>
                  <a:cubicBezTo>
                    <a:pt x="23634" y="4896"/>
                    <a:pt x="23329" y="3675"/>
                    <a:pt x="22907" y="2773"/>
                  </a:cubicBezTo>
                  <a:cubicBezTo>
                    <a:pt x="22296" y="1435"/>
                    <a:pt x="21147" y="461"/>
                    <a:pt x="19635" y="170"/>
                  </a:cubicBezTo>
                  <a:cubicBezTo>
                    <a:pt x="19216" y="56"/>
                    <a:pt x="18779" y="0"/>
                    <a:pt x="183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81"/>
            <p:cNvSpPr/>
            <p:nvPr/>
          </p:nvSpPr>
          <p:spPr>
            <a:xfrm>
              <a:off x="7363440" y="1639135"/>
              <a:ext cx="269126" cy="346544"/>
            </a:xfrm>
            <a:custGeom>
              <a:rect b="b" l="l" r="r" t="t"/>
              <a:pathLst>
                <a:path extrusionOk="0" h="15752" w="12233">
                  <a:moveTo>
                    <a:pt x="7026" y="1"/>
                  </a:moveTo>
                  <a:lnTo>
                    <a:pt x="1" y="3273"/>
                  </a:lnTo>
                  <a:lnTo>
                    <a:pt x="3273" y="10356"/>
                  </a:lnTo>
                  <a:cubicBezTo>
                    <a:pt x="4059" y="9876"/>
                    <a:pt x="4728" y="9512"/>
                    <a:pt x="5324" y="9207"/>
                  </a:cubicBezTo>
                  <a:cubicBezTo>
                    <a:pt x="6017" y="8875"/>
                    <a:pt x="6616" y="8709"/>
                    <a:pt x="7124" y="8709"/>
                  </a:cubicBezTo>
                  <a:cubicBezTo>
                    <a:pt x="7906" y="8709"/>
                    <a:pt x="8473" y="9100"/>
                    <a:pt x="8844" y="9876"/>
                  </a:cubicBezTo>
                  <a:cubicBezTo>
                    <a:pt x="9149" y="10414"/>
                    <a:pt x="9149" y="11025"/>
                    <a:pt x="8902" y="11563"/>
                  </a:cubicBezTo>
                  <a:cubicBezTo>
                    <a:pt x="8669" y="12116"/>
                    <a:pt x="8175" y="12538"/>
                    <a:pt x="7389" y="12901"/>
                  </a:cubicBezTo>
                  <a:cubicBezTo>
                    <a:pt x="6620" y="13234"/>
                    <a:pt x="5824" y="13422"/>
                    <a:pt x="4986" y="13422"/>
                  </a:cubicBezTo>
                  <a:cubicBezTo>
                    <a:pt x="4762" y="13422"/>
                    <a:pt x="4536" y="13409"/>
                    <a:pt x="4306" y="13381"/>
                  </a:cubicBezTo>
                  <a:lnTo>
                    <a:pt x="4306" y="13381"/>
                  </a:lnTo>
                  <a:lnTo>
                    <a:pt x="5397" y="15752"/>
                  </a:lnTo>
                  <a:cubicBezTo>
                    <a:pt x="6415" y="15752"/>
                    <a:pt x="7506" y="15446"/>
                    <a:pt x="8727" y="14908"/>
                  </a:cubicBezTo>
                  <a:cubicBezTo>
                    <a:pt x="10240" y="14181"/>
                    <a:pt x="11214" y="13207"/>
                    <a:pt x="11694" y="11999"/>
                  </a:cubicBezTo>
                  <a:cubicBezTo>
                    <a:pt x="12232" y="10778"/>
                    <a:pt x="12174" y="9571"/>
                    <a:pt x="11578" y="8233"/>
                  </a:cubicBezTo>
                  <a:cubicBezTo>
                    <a:pt x="11025" y="7084"/>
                    <a:pt x="10240" y="6356"/>
                    <a:pt x="9207" y="6051"/>
                  </a:cubicBezTo>
                  <a:cubicBezTo>
                    <a:pt x="8802" y="5916"/>
                    <a:pt x="8388" y="5849"/>
                    <a:pt x="7960" y="5849"/>
                  </a:cubicBezTo>
                  <a:cubicBezTo>
                    <a:pt x="7236" y="5849"/>
                    <a:pt x="6470" y="6040"/>
                    <a:pt x="5629" y="6415"/>
                  </a:cubicBezTo>
                  <a:cubicBezTo>
                    <a:pt x="5324" y="6604"/>
                    <a:pt x="4960" y="6778"/>
                    <a:pt x="4597" y="6967"/>
                  </a:cubicBezTo>
                  <a:lnTo>
                    <a:pt x="3448" y="4422"/>
                  </a:lnTo>
                  <a:lnTo>
                    <a:pt x="8058" y="2299"/>
                  </a:lnTo>
                  <a:lnTo>
                    <a:pt x="7026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81"/>
            <p:cNvSpPr/>
            <p:nvPr/>
          </p:nvSpPr>
          <p:spPr>
            <a:xfrm>
              <a:off x="7599258" y="1550101"/>
              <a:ext cx="273284" cy="318208"/>
            </a:xfrm>
            <a:custGeom>
              <a:rect b="b" l="l" r="r" t="t"/>
              <a:pathLst>
                <a:path extrusionOk="0" h="14464" w="12422">
                  <a:moveTo>
                    <a:pt x="4744" y="2445"/>
                  </a:moveTo>
                  <a:cubicBezTo>
                    <a:pt x="4914" y="2445"/>
                    <a:pt x="5074" y="2473"/>
                    <a:pt x="5222" y="2521"/>
                  </a:cubicBezTo>
                  <a:cubicBezTo>
                    <a:pt x="5644" y="2651"/>
                    <a:pt x="5949" y="2884"/>
                    <a:pt x="6124" y="3379"/>
                  </a:cubicBezTo>
                  <a:cubicBezTo>
                    <a:pt x="6487" y="4164"/>
                    <a:pt x="6313" y="4949"/>
                    <a:pt x="5455" y="5866"/>
                  </a:cubicBezTo>
                  <a:cubicBezTo>
                    <a:pt x="5372" y="5870"/>
                    <a:pt x="5290" y="5872"/>
                    <a:pt x="5211" y="5872"/>
                  </a:cubicBezTo>
                  <a:cubicBezTo>
                    <a:pt x="4141" y="5872"/>
                    <a:pt x="3437" y="5506"/>
                    <a:pt x="3099" y="4775"/>
                  </a:cubicBezTo>
                  <a:cubicBezTo>
                    <a:pt x="2910" y="4339"/>
                    <a:pt x="2910" y="3975"/>
                    <a:pt x="3040" y="3553"/>
                  </a:cubicBezTo>
                  <a:cubicBezTo>
                    <a:pt x="3215" y="3131"/>
                    <a:pt x="3520" y="2826"/>
                    <a:pt x="3942" y="2651"/>
                  </a:cubicBezTo>
                  <a:cubicBezTo>
                    <a:pt x="4227" y="2505"/>
                    <a:pt x="4496" y="2445"/>
                    <a:pt x="4744" y="2445"/>
                  </a:cubicBezTo>
                  <a:close/>
                  <a:moveTo>
                    <a:pt x="6876" y="8022"/>
                  </a:moveTo>
                  <a:cubicBezTo>
                    <a:pt x="8068" y="8022"/>
                    <a:pt x="8850" y="8407"/>
                    <a:pt x="9280" y="9254"/>
                  </a:cubicBezTo>
                  <a:cubicBezTo>
                    <a:pt x="9513" y="9734"/>
                    <a:pt x="9513" y="10229"/>
                    <a:pt x="9280" y="10651"/>
                  </a:cubicBezTo>
                  <a:cubicBezTo>
                    <a:pt x="9091" y="11131"/>
                    <a:pt x="8727" y="11494"/>
                    <a:pt x="8189" y="11741"/>
                  </a:cubicBezTo>
                  <a:cubicBezTo>
                    <a:pt x="7821" y="11897"/>
                    <a:pt x="7484" y="11981"/>
                    <a:pt x="7138" y="11981"/>
                  </a:cubicBezTo>
                  <a:cubicBezTo>
                    <a:pt x="6964" y="11981"/>
                    <a:pt x="6788" y="11960"/>
                    <a:pt x="6604" y="11916"/>
                  </a:cubicBezTo>
                  <a:cubicBezTo>
                    <a:pt x="6124" y="11800"/>
                    <a:pt x="5760" y="11494"/>
                    <a:pt x="5586" y="11014"/>
                  </a:cubicBezTo>
                  <a:cubicBezTo>
                    <a:pt x="5091" y="10040"/>
                    <a:pt x="5338" y="9065"/>
                    <a:pt x="6313" y="8047"/>
                  </a:cubicBezTo>
                  <a:cubicBezTo>
                    <a:pt x="6510" y="8030"/>
                    <a:pt x="6698" y="8022"/>
                    <a:pt x="6876" y="8022"/>
                  </a:cubicBezTo>
                  <a:close/>
                  <a:moveTo>
                    <a:pt x="5551" y="1"/>
                  </a:moveTo>
                  <a:cubicBezTo>
                    <a:pt x="4788" y="1"/>
                    <a:pt x="3944" y="219"/>
                    <a:pt x="3040" y="644"/>
                  </a:cubicBezTo>
                  <a:cubicBezTo>
                    <a:pt x="1819" y="1197"/>
                    <a:pt x="975" y="1982"/>
                    <a:pt x="495" y="3015"/>
                  </a:cubicBezTo>
                  <a:cubicBezTo>
                    <a:pt x="1" y="3975"/>
                    <a:pt x="1" y="4949"/>
                    <a:pt x="423" y="5924"/>
                  </a:cubicBezTo>
                  <a:cubicBezTo>
                    <a:pt x="988" y="7149"/>
                    <a:pt x="2064" y="7813"/>
                    <a:pt x="3570" y="7813"/>
                  </a:cubicBezTo>
                  <a:cubicBezTo>
                    <a:pt x="3691" y="7813"/>
                    <a:pt x="3815" y="7809"/>
                    <a:pt x="3942" y="7800"/>
                  </a:cubicBezTo>
                  <a:lnTo>
                    <a:pt x="4000" y="7858"/>
                  </a:lnTo>
                  <a:cubicBezTo>
                    <a:pt x="2604" y="9371"/>
                    <a:pt x="2313" y="10883"/>
                    <a:pt x="2968" y="12410"/>
                  </a:cubicBezTo>
                  <a:cubicBezTo>
                    <a:pt x="3462" y="13429"/>
                    <a:pt x="4248" y="14098"/>
                    <a:pt x="5338" y="14345"/>
                  </a:cubicBezTo>
                  <a:cubicBezTo>
                    <a:pt x="5683" y="14423"/>
                    <a:pt x="6032" y="14463"/>
                    <a:pt x="6390" y="14463"/>
                  </a:cubicBezTo>
                  <a:cubicBezTo>
                    <a:pt x="7167" y="14463"/>
                    <a:pt x="7982" y="14273"/>
                    <a:pt x="8858" y="13865"/>
                  </a:cubicBezTo>
                  <a:cubicBezTo>
                    <a:pt x="10371" y="13138"/>
                    <a:pt x="11331" y="12280"/>
                    <a:pt x="11883" y="11247"/>
                  </a:cubicBezTo>
                  <a:cubicBezTo>
                    <a:pt x="12421" y="10229"/>
                    <a:pt x="12421" y="9138"/>
                    <a:pt x="11883" y="8047"/>
                  </a:cubicBezTo>
                  <a:cubicBezTo>
                    <a:pt x="11578" y="7320"/>
                    <a:pt x="11040" y="6767"/>
                    <a:pt x="10240" y="6404"/>
                  </a:cubicBezTo>
                  <a:cubicBezTo>
                    <a:pt x="9736" y="6152"/>
                    <a:pt x="9176" y="6019"/>
                    <a:pt x="8556" y="6019"/>
                  </a:cubicBezTo>
                  <a:cubicBezTo>
                    <a:pt x="8281" y="6019"/>
                    <a:pt x="7994" y="6045"/>
                    <a:pt x="7695" y="6098"/>
                  </a:cubicBezTo>
                  <a:lnTo>
                    <a:pt x="7636" y="6040"/>
                  </a:lnTo>
                  <a:cubicBezTo>
                    <a:pt x="8974" y="4644"/>
                    <a:pt x="9280" y="3248"/>
                    <a:pt x="8669" y="1866"/>
                  </a:cubicBezTo>
                  <a:cubicBezTo>
                    <a:pt x="8189" y="950"/>
                    <a:pt x="7462" y="339"/>
                    <a:pt x="6429" y="106"/>
                  </a:cubicBezTo>
                  <a:cubicBezTo>
                    <a:pt x="6150" y="36"/>
                    <a:pt x="5857" y="1"/>
                    <a:pt x="5551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81"/>
            <p:cNvSpPr/>
            <p:nvPr/>
          </p:nvSpPr>
          <p:spPr>
            <a:xfrm>
              <a:off x="7183304" y="3617507"/>
              <a:ext cx="337260" cy="317416"/>
            </a:xfrm>
            <a:custGeom>
              <a:rect b="b" l="l" r="r" t="t"/>
              <a:pathLst>
                <a:path extrusionOk="0" h="14428" w="15330">
                  <a:moveTo>
                    <a:pt x="4553" y="0"/>
                  </a:moveTo>
                  <a:lnTo>
                    <a:pt x="1" y="4174"/>
                  </a:lnTo>
                  <a:cubicBezTo>
                    <a:pt x="1397" y="8974"/>
                    <a:pt x="5455" y="12784"/>
                    <a:pt x="10676" y="14428"/>
                  </a:cubicBezTo>
                  <a:lnTo>
                    <a:pt x="15330" y="8727"/>
                  </a:lnTo>
                  <a:lnTo>
                    <a:pt x="15330" y="8727"/>
                  </a:lnTo>
                  <a:cubicBezTo>
                    <a:pt x="15121" y="8742"/>
                    <a:pt x="14892" y="8751"/>
                    <a:pt x="14647" y="8751"/>
                  </a:cubicBezTo>
                  <a:cubicBezTo>
                    <a:pt x="13055" y="8751"/>
                    <a:pt x="10782" y="8358"/>
                    <a:pt x="8727" y="6720"/>
                  </a:cubicBezTo>
                  <a:cubicBezTo>
                    <a:pt x="6545" y="5032"/>
                    <a:pt x="5222" y="1935"/>
                    <a:pt x="4553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81"/>
            <p:cNvSpPr/>
            <p:nvPr/>
          </p:nvSpPr>
          <p:spPr>
            <a:xfrm>
              <a:off x="5703452" y="4065449"/>
              <a:ext cx="530860" cy="297286"/>
            </a:xfrm>
            <a:custGeom>
              <a:rect b="b" l="l" r="r" t="t"/>
              <a:pathLst>
                <a:path extrusionOk="0" h="13513" w="24130">
                  <a:moveTo>
                    <a:pt x="22122" y="1"/>
                  </a:moveTo>
                  <a:cubicBezTo>
                    <a:pt x="21642" y="612"/>
                    <a:pt x="21090" y="1150"/>
                    <a:pt x="20421" y="1630"/>
                  </a:cubicBezTo>
                  <a:cubicBezTo>
                    <a:pt x="16146" y="4854"/>
                    <a:pt x="9945" y="8490"/>
                    <a:pt x="3768" y="8490"/>
                  </a:cubicBezTo>
                  <a:cubicBezTo>
                    <a:pt x="2506" y="8490"/>
                    <a:pt x="1245" y="8338"/>
                    <a:pt x="1" y="8000"/>
                  </a:cubicBezTo>
                  <a:lnTo>
                    <a:pt x="1" y="8000"/>
                  </a:lnTo>
                  <a:cubicBezTo>
                    <a:pt x="859" y="9702"/>
                    <a:pt x="1877" y="11520"/>
                    <a:pt x="2910" y="13512"/>
                  </a:cubicBezTo>
                  <a:lnTo>
                    <a:pt x="3826" y="13512"/>
                  </a:lnTo>
                  <a:cubicBezTo>
                    <a:pt x="13091" y="13512"/>
                    <a:pt x="21032" y="8975"/>
                    <a:pt x="24129" y="2546"/>
                  </a:cubicBezTo>
                  <a:cubicBezTo>
                    <a:pt x="23460" y="1630"/>
                    <a:pt x="22791" y="786"/>
                    <a:pt x="22122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81"/>
            <p:cNvSpPr/>
            <p:nvPr/>
          </p:nvSpPr>
          <p:spPr>
            <a:xfrm>
              <a:off x="5263518" y="4225433"/>
              <a:ext cx="161282" cy="121396"/>
            </a:xfrm>
            <a:custGeom>
              <a:rect b="b" l="l" r="r" t="t"/>
              <a:pathLst>
                <a:path extrusionOk="0" h="5518" w="7331">
                  <a:moveTo>
                    <a:pt x="2371" y="1"/>
                  </a:moveTo>
                  <a:cubicBezTo>
                    <a:pt x="2371" y="1"/>
                    <a:pt x="0" y="786"/>
                    <a:pt x="247" y="2546"/>
                  </a:cubicBezTo>
                  <a:cubicBezTo>
                    <a:pt x="442" y="3978"/>
                    <a:pt x="1494" y="5518"/>
                    <a:pt x="3204" y="5518"/>
                  </a:cubicBezTo>
                  <a:cubicBezTo>
                    <a:pt x="3665" y="5518"/>
                    <a:pt x="4174" y="5406"/>
                    <a:pt x="4727" y="5149"/>
                  </a:cubicBezTo>
                  <a:cubicBezTo>
                    <a:pt x="7330" y="4000"/>
                    <a:pt x="6603" y="1993"/>
                    <a:pt x="5818" y="1033"/>
                  </a:cubicBezTo>
                  <a:cubicBezTo>
                    <a:pt x="4974" y="117"/>
                    <a:pt x="2371" y="1"/>
                    <a:pt x="2371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20" name="Google Shape;2220;p81"/>
            <p:cNvGrpSpPr/>
            <p:nvPr/>
          </p:nvGrpSpPr>
          <p:grpSpPr>
            <a:xfrm>
              <a:off x="4826444" y="4203983"/>
              <a:ext cx="818488" cy="910668"/>
              <a:chOff x="4826444" y="4203983"/>
              <a:chExt cx="818488" cy="910668"/>
            </a:xfrm>
          </p:grpSpPr>
          <p:sp>
            <p:nvSpPr>
              <p:cNvPr id="2221" name="Google Shape;2221;p81"/>
              <p:cNvSpPr/>
              <p:nvPr/>
            </p:nvSpPr>
            <p:spPr>
              <a:xfrm>
                <a:off x="4826444" y="4203983"/>
                <a:ext cx="818488" cy="910668"/>
              </a:xfrm>
              <a:custGeom>
                <a:rect b="b" l="l" r="r" t="t"/>
                <a:pathLst>
                  <a:path extrusionOk="0" h="41394" w="37204">
                    <a:moveTo>
                      <a:pt x="13572" y="0"/>
                    </a:moveTo>
                    <a:cubicBezTo>
                      <a:pt x="12032" y="0"/>
                      <a:pt x="8617" y="2362"/>
                      <a:pt x="5629" y="6314"/>
                    </a:cubicBezTo>
                    <a:cubicBezTo>
                      <a:pt x="4291" y="8059"/>
                      <a:pt x="3083" y="10066"/>
                      <a:pt x="2109" y="12306"/>
                    </a:cubicBezTo>
                    <a:cubicBezTo>
                      <a:pt x="1876" y="12786"/>
                      <a:pt x="1687" y="13338"/>
                      <a:pt x="1513" y="13818"/>
                    </a:cubicBezTo>
                    <a:cubicBezTo>
                      <a:pt x="1091" y="14851"/>
                      <a:pt x="785" y="15942"/>
                      <a:pt x="538" y="17032"/>
                    </a:cubicBezTo>
                    <a:cubicBezTo>
                      <a:pt x="233" y="18545"/>
                      <a:pt x="58" y="20188"/>
                      <a:pt x="0" y="21817"/>
                    </a:cubicBezTo>
                    <a:cubicBezTo>
                      <a:pt x="0" y="22181"/>
                      <a:pt x="58" y="22545"/>
                      <a:pt x="58" y="22908"/>
                    </a:cubicBezTo>
                    <a:cubicBezTo>
                      <a:pt x="116" y="24421"/>
                      <a:pt x="291" y="25948"/>
                      <a:pt x="596" y="27330"/>
                    </a:cubicBezTo>
                    <a:cubicBezTo>
                      <a:pt x="902" y="28609"/>
                      <a:pt x="1265" y="29817"/>
                      <a:pt x="1687" y="30966"/>
                    </a:cubicBezTo>
                    <a:cubicBezTo>
                      <a:pt x="3331" y="35576"/>
                      <a:pt x="5876" y="39154"/>
                      <a:pt x="7810" y="41394"/>
                    </a:cubicBezTo>
                    <a:lnTo>
                      <a:pt x="36782" y="41394"/>
                    </a:lnTo>
                    <a:cubicBezTo>
                      <a:pt x="36898" y="36492"/>
                      <a:pt x="37203" y="26239"/>
                      <a:pt x="36287" y="23766"/>
                    </a:cubicBezTo>
                    <a:cubicBezTo>
                      <a:pt x="36287" y="23766"/>
                      <a:pt x="33989" y="12058"/>
                      <a:pt x="25990" y="5092"/>
                    </a:cubicBezTo>
                    <a:cubicBezTo>
                      <a:pt x="25874" y="4975"/>
                      <a:pt x="25743" y="4859"/>
                      <a:pt x="25626" y="4728"/>
                    </a:cubicBezTo>
                    <a:cubicBezTo>
                      <a:pt x="24783" y="4001"/>
                      <a:pt x="23808" y="3332"/>
                      <a:pt x="22834" y="2736"/>
                    </a:cubicBezTo>
                    <a:cubicBezTo>
                      <a:pt x="22238" y="2372"/>
                      <a:pt x="21569" y="2067"/>
                      <a:pt x="20900" y="1761"/>
                    </a:cubicBezTo>
                    <a:cubicBezTo>
                      <a:pt x="18776" y="787"/>
                      <a:pt x="16362" y="132"/>
                      <a:pt x="13628" y="1"/>
                    </a:cubicBezTo>
                    <a:cubicBezTo>
                      <a:pt x="13610" y="1"/>
                      <a:pt x="13591" y="0"/>
                      <a:pt x="13572" y="0"/>
                    </a:cubicBezTo>
                    <a:close/>
                  </a:path>
                </a:pathLst>
              </a:custGeom>
              <a:solidFill>
                <a:srgbClr val="E33B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22" name="Google Shape;2222;p81"/>
              <p:cNvGrpSpPr/>
              <p:nvPr/>
            </p:nvGrpSpPr>
            <p:grpSpPr>
              <a:xfrm>
                <a:off x="4950260" y="4203983"/>
                <a:ext cx="551936" cy="810766"/>
                <a:chOff x="4950260" y="4203983"/>
                <a:chExt cx="551936" cy="810766"/>
              </a:xfrm>
            </p:grpSpPr>
            <p:sp>
              <p:nvSpPr>
                <p:cNvPr id="2223" name="Google Shape;2223;p81"/>
                <p:cNvSpPr/>
                <p:nvPr/>
              </p:nvSpPr>
              <p:spPr>
                <a:xfrm>
                  <a:off x="4950260" y="4203983"/>
                  <a:ext cx="439978" cy="252186"/>
                </a:xfrm>
                <a:custGeom>
                  <a:rect b="b" l="l" r="r" t="t"/>
                  <a:pathLst>
                    <a:path extrusionOk="0" h="11463" w="19999">
                      <a:moveTo>
                        <a:pt x="7944" y="0"/>
                      </a:moveTo>
                      <a:cubicBezTo>
                        <a:pt x="6404" y="0"/>
                        <a:pt x="2989" y="2362"/>
                        <a:pt x="1" y="6314"/>
                      </a:cubicBezTo>
                      <a:cubicBezTo>
                        <a:pt x="1702" y="9339"/>
                        <a:pt x="5396" y="11462"/>
                        <a:pt x="9643" y="11462"/>
                      </a:cubicBezTo>
                      <a:cubicBezTo>
                        <a:pt x="14603" y="11462"/>
                        <a:pt x="18791" y="8611"/>
                        <a:pt x="19998" y="4728"/>
                      </a:cubicBezTo>
                      <a:cubicBezTo>
                        <a:pt x="16915" y="2125"/>
                        <a:pt x="12974" y="249"/>
                        <a:pt x="8000" y="1"/>
                      </a:cubicBezTo>
                      <a:cubicBezTo>
                        <a:pt x="7982" y="1"/>
                        <a:pt x="7963" y="0"/>
                        <a:pt x="7944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4" name="Google Shape;2224;p81"/>
                <p:cNvSpPr/>
                <p:nvPr/>
              </p:nvSpPr>
              <p:spPr>
                <a:xfrm>
                  <a:off x="5185484" y="4356839"/>
                  <a:ext cx="262020" cy="657910"/>
                </a:xfrm>
                <a:custGeom>
                  <a:rect b="b" l="l" r="r" t="t"/>
                  <a:pathLst>
                    <a:path extrusionOk="0" h="29905" w="11910">
                      <a:moveTo>
                        <a:pt x="511" y="0"/>
                      </a:moveTo>
                      <a:cubicBezTo>
                        <a:pt x="243" y="0"/>
                        <a:pt x="1" y="257"/>
                        <a:pt x="217" y="514"/>
                      </a:cubicBezTo>
                      <a:cubicBezTo>
                        <a:pt x="2645" y="3845"/>
                        <a:pt x="4827" y="7365"/>
                        <a:pt x="6645" y="11059"/>
                      </a:cubicBezTo>
                      <a:cubicBezTo>
                        <a:pt x="8463" y="14753"/>
                        <a:pt x="9859" y="18636"/>
                        <a:pt x="10514" y="22694"/>
                      </a:cubicBezTo>
                      <a:cubicBezTo>
                        <a:pt x="10950" y="24934"/>
                        <a:pt x="11066" y="27232"/>
                        <a:pt x="11008" y="29544"/>
                      </a:cubicBezTo>
                      <a:cubicBezTo>
                        <a:pt x="11008" y="29784"/>
                        <a:pt x="11190" y="29904"/>
                        <a:pt x="11372" y="29904"/>
                      </a:cubicBezTo>
                      <a:cubicBezTo>
                        <a:pt x="11554" y="29904"/>
                        <a:pt x="11735" y="29784"/>
                        <a:pt x="11735" y="29544"/>
                      </a:cubicBezTo>
                      <a:cubicBezTo>
                        <a:pt x="11910" y="25414"/>
                        <a:pt x="11241" y="21298"/>
                        <a:pt x="9976" y="17356"/>
                      </a:cubicBezTo>
                      <a:cubicBezTo>
                        <a:pt x="8696" y="13357"/>
                        <a:pt x="6878" y="9604"/>
                        <a:pt x="4769" y="6027"/>
                      </a:cubicBezTo>
                      <a:cubicBezTo>
                        <a:pt x="3547" y="4020"/>
                        <a:pt x="2224" y="2027"/>
                        <a:pt x="827" y="151"/>
                      </a:cubicBezTo>
                      <a:cubicBezTo>
                        <a:pt x="738" y="44"/>
                        <a:pt x="622" y="0"/>
                        <a:pt x="511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5" name="Google Shape;2225;p81"/>
                <p:cNvSpPr/>
                <p:nvPr/>
              </p:nvSpPr>
              <p:spPr>
                <a:xfrm>
                  <a:off x="5158094" y="4490423"/>
                  <a:ext cx="299486" cy="109120"/>
                </a:xfrm>
                <a:custGeom>
                  <a:rect b="b" l="l" r="r" t="t"/>
                  <a:pathLst>
                    <a:path extrusionOk="0" h="4960" w="13613">
                      <a:moveTo>
                        <a:pt x="13071" y="0"/>
                      </a:moveTo>
                      <a:cubicBezTo>
                        <a:pt x="13042" y="0"/>
                        <a:pt x="13011" y="4"/>
                        <a:pt x="12980" y="13"/>
                      </a:cubicBezTo>
                      <a:cubicBezTo>
                        <a:pt x="8559" y="624"/>
                        <a:pt x="4254" y="2078"/>
                        <a:pt x="371" y="4260"/>
                      </a:cubicBezTo>
                      <a:cubicBezTo>
                        <a:pt x="0" y="4464"/>
                        <a:pt x="235" y="4960"/>
                        <a:pt x="584" y="4960"/>
                      </a:cubicBezTo>
                      <a:cubicBezTo>
                        <a:pt x="632" y="4960"/>
                        <a:pt x="683" y="4950"/>
                        <a:pt x="734" y="4929"/>
                      </a:cubicBezTo>
                      <a:cubicBezTo>
                        <a:pt x="4618" y="2747"/>
                        <a:pt x="8792" y="1351"/>
                        <a:pt x="13155" y="682"/>
                      </a:cubicBezTo>
                      <a:cubicBezTo>
                        <a:pt x="13613" y="628"/>
                        <a:pt x="13435" y="0"/>
                        <a:pt x="13071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6" name="Google Shape;2226;p81"/>
                <p:cNvSpPr/>
                <p:nvPr/>
              </p:nvSpPr>
              <p:spPr>
                <a:xfrm>
                  <a:off x="5238108" y="4662727"/>
                  <a:ext cx="264088" cy="89188"/>
                </a:xfrm>
                <a:custGeom>
                  <a:rect b="b" l="l" r="r" t="t"/>
                  <a:pathLst>
                    <a:path extrusionOk="0" h="4054" w="12004">
                      <a:moveTo>
                        <a:pt x="11590" y="0"/>
                      </a:moveTo>
                      <a:cubicBezTo>
                        <a:pt x="11569" y="0"/>
                        <a:pt x="11548" y="2"/>
                        <a:pt x="11525" y="6"/>
                      </a:cubicBezTo>
                      <a:cubicBezTo>
                        <a:pt x="7584" y="238"/>
                        <a:pt x="3758" y="1387"/>
                        <a:pt x="312" y="3394"/>
                      </a:cubicBezTo>
                      <a:cubicBezTo>
                        <a:pt x="1" y="3543"/>
                        <a:pt x="221" y="4054"/>
                        <a:pt x="519" y="4054"/>
                      </a:cubicBezTo>
                      <a:cubicBezTo>
                        <a:pt x="569" y="4054"/>
                        <a:pt x="622" y="4039"/>
                        <a:pt x="675" y="4005"/>
                      </a:cubicBezTo>
                      <a:cubicBezTo>
                        <a:pt x="4006" y="2114"/>
                        <a:pt x="7700" y="965"/>
                        <a:pt x="11525" y="733"/>
                      </a:cubicBezTo>
                      <a:cubicBezTo>
                        <a:pt x="11982" y="663"/>
                        <a:pt x="12004" y="0"/>
                        <a:pt x="11590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227" name="Google Shape;2227;p81"/>
            <p:cNvGrpSpPr/>
            <p:nvPr/>
          </p:nvGrpSpPr>
          <p:grpSpPr>
            <a:xfrm>
              <a:off x="5842338" y="505805"/>
              <a:ext cx="1267728" cy="1413192"/>
              <a:chOff x="5842338" y="505805"/>
              <a:chExt cx="1267728" cy="1413192"/>
            </a:xfrm>
          </p:grpSpPr>
          <p:sp>
            <p:nvSpPr>
              <p:cNvPr id="2228" name="Google Shape;2228;p81"/>
              <p:cNvSpPr/>
              <p:nvPr/>
            </p:nvSpPr>
            <p:spPr>
              <a:xfrm>
                <a:off x="6060864" y="995481"/>
                <a:ext cx="970486" cy="866052"/>
              </a:xfrm>
              <a:custGeom>
                <a:rect b="b" l="l" r="r" t="t"/>
                <a:pathLst>
                  <a:path extrusionOk="0" h="39366" w="44113">
                    <a:moveTo>
                      <a:pt x="40147" y="1"/>
                    </a:moveTo>
                    <a:cubicBezTo>
                      <a:pt x="39823" y="1"/>
                      <a:pt x="39500" y="128"/>
                      <a:pt x="39269" y="402"/>
                    </a:cubicBezTo>
                    <a:lnTo>
                      <a:pt x="37931" y="1988"/>
                    </a:lnTo>
                    <a:cubicBezTo>
                      <a:pt x="37815" y="2104"/>
                      <a:pt x="37698" y="2220"/>
                      <a:pt x="37568" y="2279"/>
                    </a:cubicBezTo>
                    <a:lnTo>
                      <a:pt x="6604" y="17317"/>
                    </a:lnTo>
                    <a:cubicBezTo>
                      <a:pt x="6487" y="17375"/>
                      <a:pt x="6298" y="17433"/>
                      <a:pt x="6124" y="17433"/>
                    </a:cubicBezTo>
                    <a:lnTo>
                      <a:pt x="1455" y="17433"/>
                    </a:lnTo>
                    <a:cubicBezTo>
                      <a:pt x="611" y="17433"/>
                      <a:pt x="1" y="18277"/>
                      <a:pt x="364" y="19077"/>
                    </a:cubicBezTo>
                    <a:cubicBezTo>
                      <a:pt x="1760" y="22102"/>
                      <a:pt x="4844" y="28400"/>
                      <a:pt x="8611" y="32166"/>
                    </a:cubicBezTo>
                    <a:cubicBezTo>
                      <a:pt x="12174" y="35730"/>
                      <a:pt x="15388" y="36646"/>
                      <a:pt x="17032" y="36821"/>
                    </a:cubicBezTo>
                    <a:cubicBezTo>
                      <a:pt x="17628" y="36951"/>
                      <a:pt x="18064" y="37490"/>
                      <a:pt x="18064" y="38100"/>
                    </a:cubicBezTo>
                    <a:lnTo>
                      <a:pt x="17933" y="39366"/>
                    </a:lnTo>
                    <a:lnTo>
                      <a:pt x="41204" y="28167"/>
                    </a:lnTo>
                    <a:lnTo>
                      <a:pt x="39938" y="26218"/>
                    </a:lnTo>
                    <a:cubicBezTo>
                      <a:pt x="39691" y="25854"/>
                      <a:pt x="39633" y="25433"/>
                      <a:pt x="39807" y="25069"/>
                    </a:cubicBezTo>
                    <a:lnTo>
                      <a:pt x="43996" y="15499"/>
                    </a:lnTo>
                    <a:cubicBezTo>
                      <a:pt x="44112" y="15310"/>
                      <a:pt x="44112" y="15077"/>
                      <a:pt x="44054" y="14830"/>
                    </a:cubicBezTo>
                    <a:lnTo>
                      <a:pt x="41334" y="955"/>
                    </a:lnTo>
                    <a:cubicBezTo>
                      <a:pt x="41217" y="348"/>
                      <a:pt x="40681" y="1"/>
                      <a:pt x="40147" y="1"/>
                    </a:cubicBezTo>
                    <a:close/>
                  </a:path>
                </a:pathLst>
              </a:custGeom>
              <a:solidFill>
                <a:srgbClr val="0B5C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81"/>
              <p:cNvSpPr/>
              <p:nvPr/>
            </p:nvSpPr>
            <p:spPr>
              <a:xfrm>
                <a:off x="6060864" y="995481"/>
                <a:ext cx="970486" cy="866052"/>
              </a:xfrm>
              <a:custGeom>
                <a:rect b="b" l="l" r="r" t="t"/>
                <a:pathLst>
                  <a:path extrusionOk="0" h="39366" w="44113">
                    <a:moveTo>
                      <a:pt x="40147" y="1"/>
                    </a:moveTo>
                    <a:cubicBezTo>
                      <a:pt x="39823" y="1"/>
                      <a:pt x="39500" y="128"/>
                      <a:pt x="39269" y="402"/>
                    </a:cubicBezTo>
                    <a:lnTo>
                      <a:pt x="37931" y="1988"/>
                    </a:lnTo>
                    <a:cubicBezTo>
                      <a:pt x="37815" y="2104"/>
                      <a:pt x="37698" y="2220"/>
                      <a:pt x="37568" y="2279"/>
                    </a:cubicBezTo>
                    <a:lnTo>
                      <a:pt x="6604" y="17317"/>
                    </a:lnTo>
                    <a:cubicBezTo>
                      <a:pt x="6487" y="17375"/>
                      <a:pt x="6298" y="17433"/>
                      <a:pt x="6124" y="17433"/>
                    </a:cubicBezTo>
                    <a:lnTo>
                      <a:pt x="1455" y="17433"/>
                    </a:lnTo>
                    <a:cubicBezTo>
                      <a:pt x="611" y="17433"/>
                      <a:pt x="1" y="18277"/>
                      <a:pt x="364" y="19077"/>
                    </a:cubicBezTo>
                    <a:cubicBezTo>
                      <a:pt x="1760" y="22102"/>
                      <a:pt x="4844" y="28400"/>
                      <a:pt x="8611" y="32166"/>
                    </a:cubicBezTo>
                    <a:cubicBezTo>
                      <a:pt x="12174" y="35730"/>
                      <a:pt x="15388" y="36646"/>
                      <a:pt x="17032" y="36821"/>
                    </a:cubicBezTo>
                    <a:cubicBezTo>
                      <a:pt x="17628" y="36951"/>
                      <a:pt x="18064" y="37490"/>
                      <a:pt x="18064" y="38100"/>
                    </a:cubicBezTo>
                    <a:lnTo>
                      <a:pt x="17933" y="39366"/>
                    </a:lnTo>
                    <a:lnTo>
                      <a:pt x="41204" y="28167"/>
                    </a:lnTo>
                    <a:lnTo>
                      <a:pt x="39938" y="26218"/>
                    </a:lnTo>
                    <a:cubicBezTo>
                      <a:pt x="39691" y="25854"/>
                      <a:pt x="39633" y="25433"/>
                      <a:pt x="39807" y="25069"/>
                    </a:cubicBezTo>
                    <a:lnTo>
                      <a:pt x="43996" y="15499"/>
                    </a:lnTo>
                    <a:cubicBezTo>
                      <a:pt x="44112" y="15310"/>
                      <a:pt x="44112" y="15077"/>
                      <a:pt x="44054" y="14830"/>
                    </a:cubicBezTo>
                    <a:lnTo>
                      <a:pt x="41334" y="955"/>
                    </a:lnTo>
                    <a:cubicBezTo>
                      <a:pt x="41217" y="348"/>
                      <a:pt x="40681" y="1"/>
                      <a:pt x="40147" y="1"/>
                    </a:cubicBezTo>
                    <a:close/>
                  </a:path>
                </a:pathLst>
              </a:custGeom>
              <a:solidFill>
                <a:srgbClr val="000000">
                  <a:alpha val="25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81"/>
              <p:cNvSpPr/>
              <p:nvPr/>
            </p:nvSpPr>
            <p:spPr>
              <a:xfrm>
                <a:off x="6115578" y="940327"/>
                <a:ext cx="887920" cy="909854"/>
              </a:xfrm>
              <a:custGeom>
                <a:rect b="b" l="l" r="r" t="t"/>
                <a:pathLst>
                  <a:path extrusionOk="0" h="41357" w="40360">
                    <a:moveTo>
                      <a:pt x="11330" y="1"/>
                    </a:moveTo>
                    <a:lnTo>
                      <a:pt x="1" y="16246"/>
                    </a:lnTo>
                    <a:cubicBezTo>
                      <a:pt x="6981" y="36627"/>
                      <a:pt x="16320" y="41357"/>
                      <a:pt x="23564" y="41357"/>
                    </a:cubicBezTo>
                    <a:cubicBezTo>
                      <a:pt x="27822" y="41357"/>
                      <a:pt x="31357" y="39723"/>
                      <a:pt x="33263" y="38673"/>
                    </a:cubicBezTo>
                    <a:cubicBezTo>
                      <a:pt x="38484" y="35881"/>
                      <a:pt x="40360" y="26907"/>
                      <a:pt x="38237" y="19824"/>
                    </a:cubicBezTo>
                    <a:cubicBezTo>
                      <a:pt x="36113" y="12727"/>
                      <a:pt x="29030" y="2124"/>
                      <a:pt x="28783" y="917"/>
                    </a:cubicBezTo>
                    <a:lnTo>
                      <a:pt x="11330" y="1"/>
                    </a:lnTo>
                    <a:close/>
                  </a:path>
                </a:pathLst>
              </a:custGeom>
              <a:solidFill>
                <a:srgbClr val="F67A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81"/>
              <p:cNvSpPr/>
              <p:nvPr/>
            </p:nvSpPr>
            <p:spPr>
              <a:xfrm>
                <a:off x="5975438" y="913773"/>
                <a:ext cx="1106776" cy="958694"/>
              </a:xfrm>
              <a:custGeom>
                <a:rect b="b" l="l" r="r" t="t"/>
                <a:pathLst>
                  <a:path extrusionOk="0" h="43577" w="50308">
                    <a:moveTo>
                      <a:pt x="45217" y="0"/>
                    </a:moveTo>
                    <a:lnTo>
                      <a:pt x="39400" y="3753"/>
                    </a:lnTo>
                    <a:cubicBezTo>
                      <a:pt x="39400" y="3753"/>
                      <a:pt x="46963" y="16057"/>
                      <a:pt x="44607" y="21031"/>
                    </a:cubicBezTo>
                    <a:cubicBezTo>
                      <a:pt x="42236" y="25991"/>
                      <a:pt x="36360" y="28783"/>
                      <a:pt x="38236" y="32841"/>
                    </a:cubicBezTo>
                    <a:cubicBezTo>
                      <a:pt x="39835" y="36222"/>
                      <a:pt x="32930" y="40861"/>
                      <a:pt x="29254" y="40861"/>
                    </a:cubicBezTo>
                    <a:cubicBezTo>
                      <a:pt x="28582" y="40861"/>
                      <a:pt x="28018" y="40706"/>
                      <a:pt x="27634" y="40360"/>
                    </a:cubicBezTo>
                    <a:cubicBezTo>
                      <a:pt x="25331" y="38286"/>
                      <a:pt x="24961" y="35015"/>
                      <a:pt x="21640" y="35015"/>
                    </a:cubicBezTo>
                    <a:cubicBezTo>
                      <a:pt x="21374" y="35015"/>
                      <a:pt x="21090" y="35036"/>
                      <a:pt x="20784" y="35081"/>
                    </a:cubicBezTo>
                    <a:cubicBezTo>
                      <a:pt x="20629" y="35101"/>
                      <a:pt x="20468" y="35111"/>
                      <a:pt x="20302" y="35111"/>
                    </a:cubicBezTo>
                    <a:cubicBezTo>
                      <a:pt x="15998" y="35111"/>
                      <a:pt x="8199" y="28282"/>
                      <a:pt x="6967" y="18297"/>
                    </a:cubicBezTo>
                    <a:cubicBezTo>
                      <a:pt x="6945" y="18293"/>
                      <a:pt x="6918" y="18292"/>
                      <a:pt x="6887" y="18292"/>
                    </a:cubicBezTo>
                    <a:cubicBezTo>
                      <a:pt x="5870" y="18292"/>
                      <a:pt x="0" y="20057"/>
                      <a:pt x="0" y="20057"/>
                    </a:cubicBezTo>
                    <a:lnTo>
                      <a:pt x="8974" y="36244"/>
                    </a:lnTo>
                    <a:cubicBezTo>
                      <a:pt x="8974" y="36244"/>
                      <a:pt x="21700" y="43443"/>
                      <a:pt x="23692" y="43574"/>
                    </a:cubicBezTo>
                    <a:cubicBezTo>
                      <a:pt x="23715" y="43576"/>
                      <a:pt x="23739" y="43576"/>
                      <a:pt x="23765" y="43576"/>
                    </a:cubicBezTo>
                    <a:cubicBezTo>
                      <a:pt x="26121" y="43576"/>
                      <a:pt x="44871" y="38445"/>
                      <a:pt x="46425" y="29757"/>
                    </a:cubicBezTo>
                    <a:lnTo>
                      <a:pt x="50308" y="19388"/>
                    </a:lnTo>
                    <a:lnTo>
                      <a:pt x="45217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81"/>
              <p:cNvSpPr/>
              <p:nvPr/>
            </p:nvSpPr>
            <p:spPr>
              <a:xfrm>
                <a:off x="5842338" y="505805"/>
                <a:ext cx="1267728" cy="1345454"/>
              </a:xfrm>
              <a:custGeom>
                <a:rect b="b" l="l" r="r" t="t"/>
                <a:pathLst>
                  <a:path extrusionOk="0" h="61157" w="57624">
                    <a:moveTo>
                      <a:pt x="27270" y="1"/>
                    </a:moveTo>
                    <a:cubicBezTo>
                      <a:pt x="26775" y="59"/>
                      <a:pt x="26295" y="59"/>
                      <a:pt x="25816" y="117"/>
                    </a:cubicBezTo>
                    <a:cubicBezTo>
                      <a:pt x="21627" y="481"/>
                      <a:pt x="17744" y="1761"/>
                      <a:pt x="14297" y="3811"/>
                    </a:cubicBezTo>
                    <a:cubicBezTo>
                      <a:pt x="13817" y="4117"/>
                      <a:pt x="13322" y="4422"/>
                      <a:pt x="12842" y="4728"/>
                    </a:cubicBezTo>
                    <a:cubicBezTo>
                      <a:pt x="9628" y="6909"/>
                      <a:pt x="6836" y="9818"/>
                      <a:pt x="4727" y="13149"/>
                    </a:cubicBezTo>
                    <a:cubicBezTo>
                      <a:pt x="4480" y="13570"/>
                      <a:pt x="4232" y="13992"/>
                      <a:pt x="4000" y="14428"/>
                    </a:cubicBezTo>
                    <a:cubicBezTo>
                      <a:pt x="1454" y="18850"/>
                      <a:pt x="0" y="24057"/>
                      <a:pt x="0" y="29569"/>
                    </a:cubicBezTo>
                    <a:cubicBezTo>
                      <a:pt x="0" y="40899"/>
                      <a:pt x="6050" y="50788"/>
                      <a:pt x="14966" y="55748"/>
                    </a:cubicBezTo>
                    <a:cubicBezTo>
                      <a:pt x="15024" y="55748"/>
                      <a:pt x="15082" y="55806"/>
                      <a:pt x="15082" y="55806"/>
                    </a:cubicBezTo>
                    <a:cubicBezTo>
                      <a:pt x="17875" y="57813"/>
                      <a:pt x="21380" y="59689"/>
                      <a:pt x="25932" y="61086"/>
                    </a:cubicBezTo>
                    <a:cubicBezTo>
                      <a:pt x="26094" y="61134"/>
                      <a:pt x="26255" y="61156"/>
                      <a:pt x="26411" y="61156"/>
                    </a:cubicBezTo>
                    <a:cubicBezTo>
                      <a:pt x="27245" y="61156"/>
                      <a:pt x="27936" y="60511"/>
                      <a:pt x="27997" y="59689"/>
                    </a:cubicBezTo>
                    <a:lnTo>
                      <a:pt x="28055" y="59151"/>
                    </a:lnTo>
                    <a:lnTo>
                      <a:pt x="27503" y="59151"/>
                    </a:lnTo>
                    <a:cubicBezTo>
                      <a:pt x="26179" y="59079"/>
                      <a:pt x="22543" y="58424"/>
                      <a:pt x="18544" y="54424"/>
                    </a:cubicBezTo>
                    <a:cubicBezTo>
                      <a:pt x="15024" y="50905"/>
                      <a:pt x="12057" y="45145"/>
                      <a:pt x="10603" y="41931"/>
                    </a:cubicBezTo>
                    <a:cubicBezTo>
                      <a:pt x="10108" y="40899"/>
                      <a:pt x="10908" y="39691"/>
                      <a:pt x="12057" y="39691"/>
                    </a:cubicBezTo>
                    <a:lnTo>
                      <a:pt x="15926" y="39691"/>
                    </a:lnTo>
                    <a:cubicBezTo>
                      <a:pt x="16173" y="39691"/>
                      <a:pt x="16420" y="39633"/>
                      <a:pt x="16653" y="39517"/>
                    </a:cubicBezTo>
                    <a:lnTo>
                      <a:pt x="47384" y="24609"/>
                    </a:lnTo>
                    <a:cubicBezTo>
                      <a:pt x="47631" y="24478"/>
                      <a:pt x="47806" y="24362"/>
                      <a:pt x="47922" y="24173"/>
                    </a:cubicBezTo>
                    <a:lnTo>
                      <a:pt x="48650" y="23329"/>
                    </a:lnTo>
                    <a:cubicBezTo>
                      <a:pt x="48977" y="22935"/>
                      <a:pt x="49418" y="22753"/>
                      <a:pt x="49854" y="22753"/>
                    </a:cubicBezTo>
                    <a:cubicBezTo>
                      <a:pt x="50559" y="22753"/>
                      <a:pt x="51253" y="23230"/>
                      <a:pt x="51442" y="24057"/>
                    </a:cubicBezTo>
                    <a:lnTo>
                      <a:pt x="53987" y="36972"/>
                    </a:lnTo>
                    <a:cubicBezTo>
                      <a:pt x="54045" y="37263"/>
                      <a:pt x="53987" y="37568"/>
                      <a:pt x="53871" y="37873"/>
                    </a:cubicBezTo>
                    <a:lnTo>
                      <a:pt x="49508" y="47938"/>
                    </a:lnTo>
                    <a:lnTo>
                      <a:pt x="49740" y="48360"/>
                    </a:lnTo>
                    <a:cubicBezTo>
                      <a:pt x="50064" y="48830"/>
                      <a:pt x="50556" y="49057"/>
                      <a:pt x="51055" y="49057"/>
                    </a:cubicBezTo>
                    <a:cubicBezTo>
                      <a:pt x="51589" y="49057"/>
                      <a:pt x="52129" y="48798"/>
                      <a:pt x="52475" y="48301"/>
                    </a:cubicBezTo>
                    <a:lnTo>
                      <a:pt x="57318" y="40244"/>
                    </a:lnTo>
                    <a:cubicBezTo>
                      <a:pt x="57507" y="39939"/>
                      <a:pt x="57623" y="39633"/>
                      <a:pt x="57565" y="39270"/>
                    </a:cubicBezTo>
                    <a:cubicBezTo>
                      <a:pt x="57318" y="36361"/>
                      <a:pt x="55921" y="22122"/>
                      <a:pt x="54409" y="19388"/>
                    </a:cubicBezTo>
                    <a:lnTo>
                      <a:pt x="54351" y="19388"/>
                    </a:lnTo>
                    <a:cubicBezTo>
                      <a:pt x="52053" y="12785"/>
                      <a:pt x="47631" y="7331"/>
                      <a:pt x="41930" y="3884"/>
                    </a:cubicBezTo>
                    <a:cubicBezTo>
                      <a:pt x="41508" y="3637"/>
                      <a:pt x="41087" y="3390"/>
                      <a:pt x="40650" y="3157"/>
                    </a:cubicBezTo>
                    <a:cubicBezTo>
                      <a:pt x="36840" y="1150"/>
                      <a:pt x="32593" y="1"/>
                      <a:pt x="28055" y="1"/>
                    </a:cubicBezTo>
                    <a:close/>
                  </a:path>
                </a:pathLst>
              </a:custGeom>
              <a:solidFill>
                <a:srgbClr val="E33B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81"/>
              <p:cNvSpPr/>
              <p:nvPr/>
            </p:nvSpPr>
            <p:spPr>
              <a:xfrm>
                <a:off x="5930316" y="795061"/>
                <a:ext cx="269104" cy="81334"/>
              </a:xfrm>
              <a:custGeom>
                <a:rect b="b" l="l" r="r" t="t"/>
                <a:pathLst>
                  <a:path extrusionOk="0" h="3697" w="12232">
                    <a:moveTo>
                      <a:pt x="728" y="1"/>
                    </a:moveTo>
                    <a:cubicBezTo>
                      <a:pt x="481" y="422"/>
                      <a:pt x="233" y="844"/>
                      <a:pt x="1" y="1280"/>
                    </a:cubicBezTo>
                    <a:cubicBezTo>
                      <a:pt x="3637" y="2662"/>
                      <a:pt x="7389" y="3462"/>
                      <a:pt x="11330" y="3695"/>
                    </a:cubicBezTo>
                    <a:cubicBezTo>
                      <a:pt x="11349" y="3696"/>
                      <a:pt x="11367" y="3697"/>
                      <a:pt x="11385" y="3697"/>
                    </a:cubicBezTo>
                    <a:cubicBezTo>
                      <a:pt x="12232" y="3697"/>
                      <a:pt x="12214" y="2370"/>
                      <a:pt x="11330" y="2299"/>
                    </a:cubicBezTo>
                    <a:cubicBezTo>
                      <a:pt x="7694" y="2066"/>
                      <a:pt x="4117" y="1280"/>
                      <a:pt x="728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81"/>
              <p:cNvSpPr/>
              <p:nvPr/>
            </p:nvSpPr>
            <p:spPr>
              <a:xfrm>
                <a:off x="6124862" y="505805"/>
                <a:ext cx="317416" cy="221738"/>
              </a:xfrm>
              <a:custGeom>
                <a:rect b="b" l="l" r="r" t="t"/>
                <a:pathLst>
                  <a:path extrusionOk="0" h="10079" w="14428">
                    <a:moveTo>
                      <a:pt x="14428" y="1"/>
                    </a:moveTo>
                    <a:cubicBezTo>
                      <a:pt x="13933" y="59"/>
                      <a:pt x="13453" y="59"/>
                      <a:pt x="12974" y="117"/>
                    </a:cubicBezTo>
                    <a:cubicBezTo>
                      <a:pt x="12246" y="2851"/>
                      <a:pt x="11577" y="5571"/>
                      <a:pt x="11083" y="8364"/>
                    </a:cubicBezTo>
                    <a:cubicBezTo>
                      <a:pt x="7883" y="6851"/>
                      <a:pt x="4669" y="5338"/>
                      <a:pt x="1455" y="3811"/>
                    </a:cubicBezTo>
                    <a:cubicBezTo>
                      <a:pt x="975" y="4117"/>
                      <a:pt x="480" y="4422"/>
                      <a:pt x="0" y="4728"/>
                    </a:cubicBezTo>
                    <a:cubicBezTo>
                      <a:pt x="3753" y="6487"/>
                      <a:pt x="7520" y="8247"/>
                      <a:pt x="11272" y="9993"/>
                    </a:cubicBezTo>
                    <a:cubicBezTo>
                      <a:pt x="11381" y="10049"/>
                      <a:pt x="11511" y="10078"/>
                      <a:pt x="11643" y="10078"/>
                    </a:cubicBezTo>
                    <a:cubicBezTo>
                      <a:pt x="11951" y="10078"/>
                      <a:pt x="12264" y="9917"/>
                      <a:pt x="12305" y="9571"/>
                    </a:cubicBezTo>
                    <a:cubicBezTo>
                      <a:pt x="12843" y="6357"/>
                      <a:pt x="13570" y="3157"/>
                      <a:pt x="14428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81"/>
              <p:cNvSpPr/>
              <p:nvPr/>
            </p:nvSpPr>
            <p:spPr>
              <a:xfrm>
                <a:off x="6621820" y="575237"/>
                <a:ext cx="143000" cy="250712"/>
              </a:xfrm>
              <a:custGeom>
                <a:rect b="b" l="l" r="r" t="t"/>
                <a:pathLst>
                  <a:path extrusionOk="0" h="11396" w="6500">
                    <a:moveTo>
                      <a:pt x="5219" y="1"/>
                    </a:moveTo>
                    <a:cubicBezTo>
                      <a:pt x="4318" y="3753"/>
                      <a:pt x="2674" y="7200"/>
                      <a:pt x="376" y="10356"/>
                    </a:cubicBezTo>
                    <a:cubicBezTo>
                      <a:pt x="1" y="10904"/>
                      <a:pt x="475" y="11395"/>
                      <a:pt x="979" y="11395"/>
                    </a:cubicBezTo>
                    <a:cubicBezTo>
                      <a:pt x="1197" y="11395"/>
                      <a:pt x="1421" y="11303"/>
                      <a:pt x="1583" y="11083"/>
                    </a:cubicBezTo>
                    <a:cubicBezTo>
                      <a:pt x="3896" y="7927"/>
                      <a:pt x="5525" y="4422"/>
                      <a:pt x="6499" y="728"/>
                    </a:cubicBezTo>
                    <a:cubicBezTo>
                      <a:pt x="6077" y="481"/>
                      <a:pt x="5656" y="234"/>
                      <a:pt x="5219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81"/>
              <p:cNvSpPr/>
              <p:nvPr/>
            </p:nvSpPr>
            <p:spPr>
              <a:xfrm>
                <a:off x="6496662" y="1591835"/>
                <a:ext cx="502678" cy="327162"/>
              </a:xfrm>
              <a:custGeom>
                <a:rect b="b" l="l" r="r" t="t"/>
                <a:pathLst>
                  <a:path extrusionOk="0" h="14871" w="22849">
                    <a:moveTo>
                      <a:pt x="16060" y="1"/>
                    </a:moveTo>
                    <a:cubicBezTo>
                      <a:pt x="15464" y="1"/>
                      <a:pt x="14868" y="170"/>
                      <a:pt x="14370" y="507"/>
                    </a:cubicBezTo>
                    <a:cubicBezTo>
                      <a:pt x="11883" y="2078"/>
                      <a:pt x="6676" y="5234"/>
                      <a:pt x="2255" y="6805"/>
                    </a:cubicBezTo>
                    <a:cubicBezTo>
                      <a:pt x="800" y="7357"/>
                      <a:pt x="0" y="8812"/>
                      <a:pt x="364" y="10266"/>
                    </a:cubicBezTo>
                    <a:lnTo>
                      <a:pt x="917" y="12564"/>
                    </a:lnTo>
                    <a:cubicBezTo>
                      <a:pt x="1253" y="13967"/>
                      <a:pt x="2550" y="14870"/>
                      <a:pt x="3953" y="14870"/>
                    </a:cubicBezTo>
                    <a:cubicBezTo>
                      <a:pt x="4311" y="14870"/>
                      <a:pt x="4675" y="14812"/>
                      <a:pt x="5033" y="14688"/>
                    </a:cubicBezTo>
                    <a:cubicBezTo>
                      <a:pt x="9338" y="13175"/>
                      <a:pt x="16799" y="10208"/>
                      <a:pt x="21162" y="6630"/>
                    </a:cubicBezTo>
                    <a:cubicBezTo>
                      <a:pt x="22849" y="5234"/>
                      <a:pt x="22485" y="2631"/>
                      <a:pt x="20493" y="1714"/>
                    </a:cubicBezTo>
                    <a:lnTo>
                      <a:pt x="17453" y="333"/>
                    </a:lnTo>
                    <a:cubicBezTo>
                      <a:pt x="17024" y="111"/>
                      <a:pt x="16542" y="1"/>
                      <a:pt x="16060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81"/>
              <p:cNvSpPr/>
              <p:nvPr/>
            </p:nvSpPr>
            <p:spPr>
              <a:xfrm>
                <a:off x="6058312" y="988287"/>
                <a:ext cx="981024" cy="886688"/>
              </a:xfrm>
              <a:custGeom>
                <a:rect b="b" l="l" r="r" t="t"/>
                <a:pathLst>
                  <a:path extrusionOk="0" h="40304" w="44592">
                    <a:moveTo>
                      <a:pt x="40308" y="707"/>
                    </a:moveTo>
                    <a:cubicBezTo>
                      <a:pt x="40379" y="707"/>
                      <a:pt x="40454" y="714"/>
                      <a:pt x="40534" y="729"/>
                    </a:cubicBezTo>
                    <a:cubicBezTo>
                      <a:pt x="40781" y="788"/>
                      <a:pt x="40956" y="977"/>
                      <a:pt x="41014" y="1224"/>
                    </a:cubicBezTo>
                    <a:cubicBezTo>
                      <a:pt x="41087" y="1282"/>
                      <a:pt x="41087" y="1340"/>
                      <a:pt x="41087" y="1398"/>
                    </a:cubicBezTo>
                    <a:cubicBezTo>
                      <a:pt x="41320" y="2547"/>
                      <a:pt x="41567" y="3696"/>
                      <a:pt x="41814" y="4918"/>
                    </a:cubicBezTo>
                    <a:cubicBezTo>
                      <a:pt x="41989" y="5762"/>
                      <a:pt x="42105" y="6605"/>
                      <a:pt x="42294" y="7463"/>
                    </a:cubicBezTo>
                    <a:cubicBezTo>
                      <a:pt x="42410" y="8060"/>
                      <a:pt x="42541" y="8729"/>
                      <a:pt x="42658" y="9339"/>
                    </a:cubicBezTo>
                    <a:cubicBezTo>
                      <a:pt x="41989" y="9950"/>
                      <a:pt x="41320" y="10547"/>
                      <a:pt x="40592" y="11099"/>
                    </a:cubicBezTo>
                    <a:cubicBezTo>
                      <a:pt x="40112" y="11463"/>
                      <a:pt x="39632" y="11826"/>
                      <a:pt x="39138" y="12132"/>
                    </a:cubicBezTo>
                    <a:cubicBezTo>
                      <a:pt x="38469" y="11157"/>
                      <a:pt x="37873" y="10183"/>
                      <a:pt x="37145" y="9223"/>
                    </a:cubicBezTo>
                    <a:cubicBezTo>
                      <a:pt x="36840" y="8729"/>
                      <a:pt x="36535" y="8307"/>
                      <a:pt x="36229" y="7885"/>
                    </a:cubicBezTo>
                    <a:cubicBezTo>
                      <a:pt x="36171" y="7769"/>
                      <a:pt x="36113" y="7696"/>
                      <a:pt x="36055" y="7638"/>
                    </a:cubicBezTo>
                    <a:cubicBezTo>
                      <a:pt x="35386" y="6678"/>
                      <a:pt x="34658" y="5762"/>
                      <a:pt x="33931" y="4860"/>
                    </a:cubicBezTo>
                    <a:cubicBezTo>
                      <a:pt x="34106" y="4729"/>
                      <a:pt x="34353" y="4613"/>
                      <a:pt x="34600" y="4554"/>
                    </a:cubicBezTo>
                    <a:cubicBezTo>
                      <a:pt x="35197" y="4249"/>
                      <a:pt x="35807" y="3944"/>
                      <a:pt x="36476" y="3638"/>
                    </a:cubicBezTo>
                    <a:cubicBezTo>
                      <a:pt x="36724" y="3522"/>
                      <a:pt x="36956" y="3405"/>
                      <a:pt x="37262" y="3216"/>
                    </a:cubicBezTo>
                    <a:cubicBezTo>
                      <a:pt x="37451" y="3158"/>
                      <a:pt x="37625" y="3042"/>
                      <a:pt x="37873" y="2969"/>
                    </a:cubicBezTo>
                    <a:cubicBezTo>
                      <a:pt x="38178" y="2795"/>
                      <a:pt x="38353" y="2547"/>
                      <a:pt x="38600" y="2242"/>
                    </a:cubicBezTo>
                    <a:cubicBezTo>
                      <a:pt x="38905" y="1878"/>
                      <a:pt x="39196" y="1515"/>
                      <a:pt x="39502" y="1151"/>
                    </a:cubicBezTo>
                    <a:cubicBezTo>
                      <a:pt x="39560" y="1035"/>
                      <a:pt x="39691" y="977"/>
                      <a:pt x="39807" y="860"/>
                    </a:cubicBezTo>
                    <a:cubicBezTo>
                      <a:pt x="39946" y="764"/>
                      <a:pt x="40109" y="707"/>
                      <a:pt x="40308" y="707"/>
                    </a:cubicBezTo>
                    <a:close/>
                    <a:moveTo>
                      <a:pt x="33262" y="5151"/>
                    </a:moveTo>
                    <a:cubicBezTo>
                      <a:pt x="33989" y="6067"/>
                      <a:pt x="34717" y="7041"/>
                      <a:pt x="35386" y="7943"/>
                    </a:cubicBezTo>
                    <a:cubicBezTo>
                      <a:pt x="35996" y="8729"/>
                      <a:pt x="36535" y="9587"/>
                      <a:pt x="37087" y="10372"/>
                    </a:cubicBezTo>
                    <a:cubicBezTo>
                      <a:pt x="37567" y="11099"/>
                      <a:pt x="38047" y="11826"/>
                      <a:pt x="38542" y="12554"/>
                    </a:cubicBezTo>
                    <a:cubicBezTo>
                      <a:pt x="36535" y="13877"/>
                      <a:pt x="34411" y="15041"/>
                      <a:pt x="32288" y="16190"/>
                    </a:cubicBezTo>
                    <a:cubicBezTo>
                      <a:pt x="31866" y="15041"/>
                      <a:pt x="31386" y="13877"/>
                      <a:pt x="30833" y="12728"/>
                    </a:cubicBezTo>
                    <a:cubicBezTo>
                      <a:pt x="30237" y="11405"/>
                      <a:pt x="29626" y="10125"/>
                      <a:pt x="28957" y="8859"/>
                    </a:cubicBezTo>
                    <a:cubicBezTo>
                      <a:pt x="28783" y="8423"/>
                      <a:pt x="28535" y="8001"/>
                      <a:pt x="28288" y="7580"/>
                    </a:cubicBezTo>
                    <a:cubicBezTo>
                      <a:pt x="29873" y="6794"/>
                      <a:pt x="31444" y="6067"/>
                      <a:pt x="32957" y="5340"/>
                    </a:cubicBezTo>
                    <a:cubicBezTo>
                      <a:pt x="33088" y="5282"/>
                      <a:pt x="33146" y="5223"/>
                      <a:pt x="33262" y="5151"/>
                    </a:cubicBezTo>
                    <a:close/>
                    <a:moveTo>
                      <a:pt x="42832" y="10125"/>
                    </a:moveTo>
                    <a:cubicBezTo>
                      <a:pt x="42905" y="10430"/>
                      <a:pt x="42963" y="10677"/>
                      <a:pt x="42963" y="10910"/>
                    </a:cubicBezTo>
                    <a:cubicBezTo>
                      <a:pt x="43268" y="12248"/>
                      <a:pt x="43501" y="13644"/>
                      <a:pt x="43807" y="15041"/>
                    </a:cubicBezTo>
                    <a:cubicBezTo>
                      <a:pt x="43865" y="15332"/>
                      <a:pt x="43865" y="15579"/>
                      <a:pt x="43748" y="15884"/>
                    </a:cubicBezTo>
                    <a:cubicBezTo>
                      <a:pt x="43443" y="16422"/>
                      <a:pt x="43196" y="16975"/>
                      <a:pt x="42963" y="17586"/>
                    </a:cubicBezTo>
                    <a:cubicBezTo>
                      <a:pt x="42716" y="18124"/>
                      <a:pt x="42469" y="18677"/>
                      <a:pt x="42236" y="19273"/>
                    </a:cubicBezTo>
                    <a:cubicBezTo>
                      <a:pt x="42178" y="18066"/>
                      <a:pt x="41814" y="16975"/>
                      <a:pt x="41261" y="15884"/>
                    </a:cubicBezTo>
                    <a:cubicBezTo>
                      <a:pt x="40840" y="14968"/>
                      <a:pt x="40360" y="14124"/>
                      <a:pt x="39807" y="13281"/>
                    </a:cubicBezTo>
                    <a:cubicBezTo>
                      <a:pt x="39691" y="13092"/>
                      <a:pt x="39632" y="12917"/>
                      <a:pt x="39502" y="12728"/>
                    </a:cubicBezTo>
                    <a:cubicBezTo>
                      <a:pt x="39923" y="12423"/>
                      <a:pt x="40360" y="12132"/>
                      <a:pt x="40781" y="11826"/>
                    </a:cubicBezTo>
                    <a:cubicBezTo>
                      <a:pt x="41509" y="11274"/>
                      <a:pt x="42178" y="10736"/>
                      <a:pt x="42832" y="10125"/>
                    </a:cubicBezTo>
                    <a:close/>
                    <a:moveTo>
                      <a:pt x="27692" y="7885"/>
                    </a:moveTo>
                    <a:lnTo>
                      <a:pt x="28230" y="8976"/>
                    </a:lnTo>
                    <a:cubicBezTo>
                      <a:pt x="29510" y="11405"/>
                      <a:pt x="30659" y="13950"/>
                      <a:pt x="31691" y="16495"/>
                    </a:cubicBezTo>
                    <a:cubicBezTo>
                      <a:pt x="30833" y="16917"/>
                      <a:pt x="29990" y="17339"/>
                      <a:pt x="29146" y="17760"/>
                    </a:cubicBezTo>
                    <a:cubicBezTo>
                      <a:pt x="27692" y="18488"/>
                      <a:pt x="26179" y="19215"/>
                      <a:pt x="24725" y="19942"/>
                    </a:cubicBezTo>
                    <a:cubicBezTo>
                      <a:pt x="24230" y="18968"/>
                      <a:pt x="23750" y="18008"/>
                      <a:pt x="23198" y="17033"/>
                    </a:cubicBezTo>
                    <a:cubicBezTo>
                      <a:pt x="22238" y="15157"/>
                      <a:pt x="21263" y="13339"/>
                      <a:pt x="20289" y="11521"/>
                    </a:cubicBezTo>
                    <a:cubicBezTo>
                      <a:pt x="20289" y="11521"/>
                      <a:pt x="20231" y="11521"/>
                      <a:pt x="20231" y="11463"/>
                    </a:cubicBezTo>
                    <a:cubicBezTo>
                      <a:pt x="21016" y="11099"/>
                      <a:pt x="21816" y="10736"/>
                      <a:pt x="22543" y="10372"/>
                    </a:cubicBezTo>
                    <a:cubicBezTo>
                      <a:pt x="22834" y="10241"/>
                      <a:pt x="23081" y="10125"/>
                      <a:pt x="23387" y="9950"/>
                    </a:cubicBezTo>
                    <a:cubicBezTo>
                      <a:pt x="24783" y="9281"/>
                      <a:pt x="26237" y="8554"/>
                      <a:pt x="27692" y="7885"/>
                    </a:cubicBezTo>
                    <a:close/>
                    <a:moveTo>
                      <a:pt x="19635" y="11768"/>
                    </a:moveTo>
                    <a:lnTo>
                      <a:pt x="19635" y="11885"/>
                    </a:lnTo>
                    <a:cubicBezTo>
                      <a:pt x="21147" y="14677"/>
                      <a:pt x="22660" y="17397"/>
                      <a:pt x="24056" y="20247"/>
                    </a:cubicBezTo>
                    <a:cubicBezTo>
                      <a:pt x="23925" y="20306"/>
                      <a:pt x="23750" y="20364"/>
                      <a:pt x="23634" y="20422"/>
                    </a:cubicBezTo>
                    <a:cubicBezTo>
                      <a:pt x="21932" y="21222"/>
                      <a:pt x="20231" y="22007"/>
                      <a:pt x="18544" y="22734"/>
                    </a:cubicBezTo>
                    <a:cubicBezTo>
                      <a:pt x="17017" y="23403"/>
                      <a:pt x="15504" y="24058"/>
                      <a:pt x="13933" y="24669"/>
                    </a:cubicBezTo>
                    <a:cubicBezTo>
                      <a:pt x="13744" y="24785"/>
                      <a:pt x="13570" y="24858"/>
                      <a:pt x="13322" y="24916"/>
                    </a:cubicBezTo>
                    <a:cubicBezTo>
                      <a:pt x="13148" y="24611"/>
                      <a:pt x="13017" y="24247"/>
                      <a:pt x="12843" y="23942"/>
                    </a:cubicBezTo>
                    <a:cubicBezTo>
                      <a:pt x="12726" y="23636"/>
                      <a:pt x="12595" y="23403"/>
                      <a:pt x="12479" y="23098"/>
                    </a:cubicBezTo>
                    <a:cubicBezTo>
                      <a:pt x="12232" y="22604"/>
                      <a:pt x="11999" y="22124"/>
                      <a:pt x="11810" y="21585"/>
                    </a:cubicBezTo>
                    <a:cubicBezTo>
                      <a:pt x="11083" y="19942"/>
                      <a:pt x="10472" y="18182"/>
                      <a:pt x="9934" y="16495"/>
                    </a:cubicBezTo>
                    <a:cubicBezTo>
                      <a:pt x="10661" y="16131"/>
                      <a:pt x="11330" y="15826"/>
                      <a:pt x="12057" y="15462"/>
                    </a:cubicBezTo>
                    <a:cubicBezTo>
                      <a:pt x="13686" y="14677"/>
                      <a:pt x="15330" y="13877"/>
                      <a:pt x="16958" y="13092"/>
                    </a:cubicBezTo>
                    <a:cubicBezTo>
                      <a:pt x="17875" y="12670"/>
                      <a:pt x="18718" y="12248"/>
                      <a:pt x="19635" y="11768"/>
                    </a:cubicBezTo>
                    <a:close/>
                    <a:moveTo>
                      <a:pt x="9265" y="16786"/>
                    </a:moveTo>
                    <a:cubicBezTo>
                      <a:pt x="9992" y="18968"/>
                      <a:pt x="10777" y="21091"/>
                      <a:pt x="11694" y="23156"/>
                    </a:cubicBezTo>
                    <a:cubicBezTo>
                      <a:pt x="11868" y="23520"/>
                      <a:pt x="11999" y="23825"/>
                      <a:pt x="12173" y="24189"/>
                    </a:cubicBezTo>
                    <a:cubicBezTo>
                      <a:pt x="12363" y="24494"/>
                      <a:pt x="12479" y="24858"/>
                      <a:pt x="12653" y="25221"/>
                    </a:cubicBezTo>
                    <a:cubicBezTo>
                      <a:pt x="11272" y="25760"/>
                      <a:pt x="9876" y="26240"/>
                      <a:pt x="8421" y="26734"/>
                    </a:cubicBezTo>
                    <a:cubicBezTo>
                      <a:pt x="8421" y="26792"/>
                      <a:pt x="8363" y="26792"/>
                      <a:pt x="8290" y="26792"/>
                    </a:cubicBezTo>
                    <a:cubicBezTo>
                      <a:pt x="7868" y="26909"/>
                      <a:pt x="7447" y="27098"/>
                      <a:pt x="7025" y="27214"/>
                    </a:cubicBezTo>
                    <a:cubicBezTo>
                      <a:pt x="6909" y="26909"/>
                      <a:pt x="6778" y="26603"/>
                      <a:pt x="6661" y="26312"/>
                    </a:cubicBezTo>
                    <a:cubicBezTo>
                      <a:pt x="6240" y="25091"/>
                      <a:pt x="5876" y="23883"/>
                      <a:pt x="5629" y="22604"/>
                    </a:cubicBezTo>
                    <a:cubicBezTo>
                      <a:pt x="5571" y="22371"/>
                      <a:pt x="5571" y="22124"/>
                      <a:pt x="5512" y="21876"/>
                    </a:cubicBezTo>
                    <a:cubicBezTo>
                      <a:pt x="5512" y="21702"/>
                      <a:pt x="5454" y="21455"/>
                      <a:pt x="5454" y="21280"/>
                    </a:cubicBezTo>
                    <a:cubicBezTo>
                      <a:pt x="5323" y="20247"/>
                      <a:pt x="5265" y="19273"/>
                      <a:pt x="5265" y="18240"/>
                    </a:cubicBezTo>
                    <a:lnTo>
                      <a:pt x="5265" y="18124"/>
                    </a:lnTo>
                    <a:cubicBezTo>
                      <a:pt x="5449" y="18124"/>
                      <a:pt x="5638" y="18130"/>
                      <a:pt x="5829" y="18130"/>
                    </a:cubicBezTo>
                    <a:cubicBezTo>
                      <a:pt x="6210" y="18130"/>
                      <a:pt x="6598" y="18105"/>
                      <a:pt x="6967" y="17949"/>
                    </a:cubicBezTo>
                    <a:cubicBezTo>
                      <a:pt x="7447" y="17702"/>
                      <a:pt x="7999" y="17455"/>
                      <a:pt x="8479" y="17222"/>
                    </a:cubicBezTo>
                    <a:cubicBezTo>
                      <a:pt x="8727" y="17033"/>
                      <a:pt x="9017" y="16917"/>
                      <a:pt x="9265" y="16786"/>
                    </a:cubicBezTo>
                    <a:close/>
                    <a:moveTo>
                      <a:pt x="4596" y="18124"/>
                    </a:moveTo>
                    <a:cubicBezTo>
                      <a:pt x="4596" y="18124"/>
                      <a:pt x="4538" y="18182"/>
                      <a:pt x="4538" y="18240"/>
                    </a:cubicBezTo>
                    <a:lnTo>
                      <a:pt x="4538" y="19273"/>
                    </a:lnTo>
                    <a:cubicBezTo>
                      <a:pt x="4596" y="19637"/>
                      <a:pt x="4596" y="20058"/>
                      <a:pt x="4596" y="20422"/>
                    </a:cubicBezTo>
                    <a:cubicBezTo>
                      <a:pt x="4785" y="22604"/>
                      <a:pt x="5265" y="24727"/>
                      <a:pt x="6050" y="26792"/>
                    </a:cubicBezTo>
                    <a:cubicBezTo>
                      <a:pt x="6181" y="27039"/>
                      <a:pt x="6240" y="27214"/>
                      <a:pt x="6356" y="27461"/>
                    </a:cubicBezTo>
                    <a:cubicBezTo>
                      <a:pt x="6181" y="27461"/>
                      <a:pt x="6050" y="27519"/>
                      <a:pt x="5934" y="27578"/>
                    </a:cubicBezTo>
                    <a:cubicBezTo>
                      <a:pt x="5745" y="27578"/>
                      <a:pt x="5571" y="27636"/>
                      <a:pt x="5381" y="27694"/>
                    </a:cubicBezTo>
                    <a:cubicBezTo>
                      <a:pt x="4233" y="26007"/>
                      <a:pt x="3273" y="24189"/>
                      <a:pt x="2298" y="22371"/>
                    </a:cubicBezTo>
                    <a:cubicBezTo>
                      <a:pt x="2051" y="21818"/>
                      <a:pt x="1745" y="21222"/>
                      <a:pt x="1455" y="20611"/>
                    </a:cubicBezTo>
                    <a:cubicBezTo>
                      <a:pt x="1266" y="20247"/>
                      <a:pt x="1018" y="19826"/>
                      <a:pt x="844" y="19404"/>
                    </a:cubicBezTo>
                    <a:cubicBezTo>
                      <a:pt x="844" y="19331"/>
                      <a:pt x="786" y="19273"/>
                      <a:pt x="786" y="19157"/>
                    </a:cubicBezTo>
                    <a:cubicBezTo>
                      <a:pt x="597" y="18604"/>
                      <a:pt x="1018" y="18124"/>
                      <a:pt x="1571" y="18124"/>
                    </a:cubicBezTo>
                    <a:close/>
                    <a:moveTo>
                      <a:pt x="6603" y="28130"/>
                    </a:moveTo>
                    <a:cubicBezTo>
                      <a:pt x="7083" y="29090"/>
                      <a:pt x="7563" y="30006"/>
                      <a:pt x="8174" y="30908"/>
                    </a:cubicBezTo>
                    <a:cubicBezTo>
                      <a:pt x="8596" y="31577"/>
                      <a:pt x="9017" y="32188"/>
                      <a:pt x="9512" y="32726"/>
                    </a:cubicBezTo>
                    <a:cubicBezTo>
                      <a:pt x="8785" y="32057"/>
                      <a:pt x="8058" y="31272"/>
                      <a:pt x="7389" y="30486"/>
                    </a:cubicBezTo>
                    <a:cubicBezTo>
                      <a:pt x="7025" y="30006"/>
                      <a:pt x="6661" y="29585"/>
                      <a:pt x="6356" y="29090"/>
                    </a:cubicBezTo>
                    <a:cubicBezTo>
                      <a:pt x="6181" y="28857"/>
                      <a:pt x="5992" y="28610"/>
                      <a:pt x="5818" y="28363"/>
                    </a:cubicBezTo>
                    <a:cubicBezTo>
                      <a:pt x="6050" y="28305"/>
                      <a:pt x="6240" y="28247"/>
                      <a:pt x="6414" y="28188"/>
                    </a:cubicBezTo>
                    <a:cubicBezTo>
                      <a:pt x="6472" y="28130"/>
                      <a:pt x="6545" y="28130"/>
                      <a:pt x="6603" y="28130"/>
                    </a:cubicBezTo>
                    <a:close/>
                    <a:moveTo>
                      <a:pt x="38905" y="13150"/>
                    </a:moveTo>
                    <a:cubicBezTo>
                      <a:pt x="39196" y="13586"/>
                      <a:pt x="39443" y="14008"/>
                      <a:pt x="39691" y="14430"/>
                    </a:cubicBezTo>
                    <a:cubicBezTo>
                      <a:pt x="39996" y="14968"/>
                      <a:pt x="40229" y="15462"/>
                      <a:pt x="40476" y="15942"/>
                    </a:cubicBezTo>
                    <a:cubicBezTo>
                      <a:pt x="40723" y="16364"/>
                      <a:pt x="40898" y="16728"/>
                      <a:pt x="41014" y="17150"/>
                    </a:cubicBezTo>
                    <a:cubicBezTo>
                      <a:pt x="41320" y="17877"/>
                      <a:pt x="41509" y="18604"/>
                      <a:pt x="41509" y="19331"/>
                    </a:cubicBezTo>
                    <a:cubicBezTo>
                      <a:pt x="41509" y="19581"/>
                      <a:pt x="41714" y="19714"/>
                      <a:pt x="41916" y="19714"/>
                    </a:cubicBezTo>
                    <a:cubicBezTo>
                      <a:pt x="41960" y="19714"/>
                      <a:pt x="42005" y="19708"/>
                      <a:pt x="42047" y="19695"/>
                    </a:cubicBezTo>
                    <a:lnTo>
                      <a:pt x="42047" y="19695"/>
                    </a:lnTo>
                    <a:cubicBezTo>
                      <a:pt x="41872" y="20058"/>
                      <a:pt x="41683" y="20495"/>
                      <a:pt x="41509" y="20858"/>
                    </a:cubicBezTo>
                    <a:cubicBezTo>
                      <a:pt x="41203" y="21585"/>
                      <a:pt x="40898" y="22313"/>
                      <a:pt x="40592" y="23040"/>
                    </a:cubicBezTo>
                    <a:cubicBezTo>
                      <a:pt x="40287" y="23636"/>
                      <a:pt x="40054" y="24305"/>
                      <a:pt x="39749" y="24916"/>
                    </a:cubicBezTo>
                    <a:cubicBezTo>
                      <a:pt x="39691" y="25032"/>
                      <a:pt x="39691" y="25149"/>
                      <a:pt x="39632" y="25221"/>
                    </a:cubicBezTo>
                    <a:cubicBezTo>
                      <a:pt x="39385" y="25760"/>
                      <a:pt x="39443" y="26312"/>
                      <a:pt x="39749" y="26850"/>
                    </a:cubicBezTo>
                    <a:cubicBezTo>
                      <a:pt x="40112" y="27403"/>
                      <a:pt x="40534" y="27941"/>
                      <a:pt x="40898" y="28494"/>
                    </a:cubicBezTo>
                    <a:cubicBezTo>
                      <a:pt x="40840" y="28610"/>
                      <a:pt x="40781" y="28668"/>
                      <a:pt x="40723" y="28785"/>
                    </a:cubicBezTo>
                    <a:cubicBezTo>
                      <a:pt x="40651" y="28916"/>
                      <a:pt x="40592" y="29032"/>
                      <a:pt x="40476" y="29148"/>
                    </a:cubicBezTo>
                    <a:lnTo>
                      <a:pt x="40476" y="29221"/>
                    </a:lnTo>
                    <a:cubicBezTo>
                      <a:pt x="40360" y="29337"/>
                      <a:pt x="40287" y="29454"/>
                      <a:pt x="40229" y="29585"/>
                    </a:cubicBezTo>
                    <a:cubicBezTo>
                      <a:pt x="39502" y="30675"/>
                      <a:pt x="38716" y="31635"/>
                      <a:pt x="37742" y="32610"/>
                    </a:cubicBezTo>
                    <a:cubicBezTo>
                      <a:pt x="37684" y="32668"/>
                      <a:pt x="37567" y="32784"/>
                      <a:pt x="37509" y="32857"/>
                    </a:cubicBezTo>
                    <a:cubicBezTo>
                      <a:pt x="37378" y="32973"/>
                      <a:pt x="37320" y="33032"/>
                      <a:pt x="37204" y="33148"/>
                    </a:cubicBezTo>
                    <a:cubicBezTo>
                      <a:pt x="37087" y="32304"/>
                      <a:pt x="36898" y="31519"/>
                      <a:pt x="36724" y="30734"/>
                    </a:cubicBezTo>
                    <a:cubicBezTo>
                      <a:pt x="36476" y="29585"/>
                      <a:pt x="36229" y="28494"/>
                      <a:pt x="35996" y="27461"/>
                    </a:cubicBezTo>
                    <a:cubicBezTo>
                      <a:pt x="35807" y="26792"/>
                      <a:pt x="35633" y="26181"/>
                      <a:pt x="35502" y="25585"/>
                    </a:cubicBezTo>
                    <a:cubicBezTo>
                      <a:pt x="35444" y="25338"/>
                      <a:pt x="35327" y="25091"/>
                      <a:pt x="35269" y="24858"/>
                    </a:cubicBezTo>
                    <a:cubicBezTo>
                      <a:pt x="35022" y="23825"/>
                      <a:pt x="34658" y="22851"/>
                      <a:pt x="34353" y="21818"/>
                    </a:cubicBezTo>
                    <a:cubicBezTo>
                      <a:pt x="33815" y="20131"/>
                      <a:pt x="33204" y="18488"/>
                      <a:pt x="32593" y="16859"/>
                    </a:cubicBezTo>
                    <a:cubicBezTo>
                      <a:pt x="33684" y="16248"/>
                      <a:pt x="34833" y="15637"/>
                      <a:pt x="35924" y="14968"/>
                    </a:cubicBezTo>
                    <a:cubicBezTo>
                      <a:pt x="36956" y="14372"/>
                      <a:pt x="37931" y="13819"/>
                      <a:pt x="38905" y="13150"/>
                    </a:cubicBezTo>
                    <a:close/>
                    <a:moveTo>
                      <a:pt x="31924" y="17150"/>
                    </a:moveTo>
                    <a:cubicBezTo>
                      <a:pt x="32535" y="18735"/>
                      <a:pt x="33088" y="20247"/>
                      <a:pt x="33626" y="21818"/>
                    </a:cubicBezTo>
                    <a:cubicBezTo>
                      <a:pt x="33931" y="22909"/>
                      <a:pt x="34295" y="24000"/>
                      <a:pt x="34600" y="25149"/>
                    </a:cubicBezTo>
                    <a:cubicBezTo>
                      <a:pt x="34658" y="25338"/>
                      <a:pt x="34717" y="25512"/>
                      <a:pt x="34775" y="25701"/>
                    </a:cubicBezTo>
                    <a:cubicBezTo>
                      <a:pt x="34964" y="26312"/>
                      <a:pt x="35080" y="26909"/>
                      <a:pt x="35269" y="27519"/>
                    </a:cubicBezTo>
                    <a:cubicBezTo>
                      <a:pt x="35269" y="27636"/>
                      <a:pt x="35327" y="27767"/>
                      <a:pt x="35327" y="27825"/>
                    </a:cubicBezTo>
                    <a:cubicBezTo>
                      <a:pt x="35560" y="28916"/>
                      <a:pt x="35807" y="29948"/>
                      <a:pt x="36055" y="31039"/>
                    </a:cubicBezTo>
                    <a:lnTo>
                      <a:pt x="36593" y="33759"/>
                    </a:lnTo>
                    <a:cubicBezTo>
                      <a:pt x="36418" y="33875"/>
                      <a:pt x="36287" y="34006"/>
                      <a:pt x="36171" y="34122"/>
                    </a:cubicBezTo>
                    <a:cubicBezTo>
                      <a:pt x="35327" y="34850"/>
                      <a:pt x="34469" y="35519"/>
                      <a:pt x="33568" y="36057"/>
                    </a:cubicBezTo>
                    <a:cubicBezTo>
                      <a:pt x="32724" y="36609"/>
                      <a:pt x="31924" y="37031"/>
                      <a:pt x="31081" y="37453"/>
                    </a:cubicBezTo>
                    <a:cubicBezTo>
                      <a:pt x="31022" y="37278"/>
                      <a:pt x="30964" y="37031"/>
                      <a:pt x="30964" y="36857"/>
                    </a:cubicBezTo>
                    <a:cubicBezTo>
                      <a:pt x="30833" y="36420"/>
                      <a:pt x="30775" y="36057"/>
                      <a:pt x="30659" y="35635"/>
                    </a:cubicBezTo>
                    <a:cubicBezTo>
                      <a:pt x="30542" y="35039"/>
                      <a:pt x="30353" y="34428"/>
                      <a:pt x="30237" y="33817"/>
                    </a:cubicBezTo>
                    <a:cubicBezTo>
                      <a:pt x="29932" y="32857"/>
                      <a:pt x="29684" y="31883"/>
                      <a:pt x="29321" y="30908"/>
                    </a:cubicBezTo>
                    <a:cubicBezTo>
                      <a:pt x="28361" y="27941"/>
                      <a:pt x="27197" y="25091"/>
                      <a:pt x="25874" y="22313"/>
                    </a:cubicBezTo>
                    <a:cubicBezTo>
                      <a:pt x="25685" y="21876"/>
                      <a:pt x="25452" y="21455"/>
                      <a:pt x="25263" y="21033"/>
                    </a:cubicBezTo>
                    <a:cubicBezTo>
                      <a:pt x="25205" y="20858"/>
                      <a:pt x="25089" y="20727"/>
                      <a:pt x="25016" y="20553"/>
                    </a:cubicBezTo>
                    <a:cubicBezTo>
                      <a:pt x="27328" y="19462"/>
                      <a:pt x="29626" y="18371"/>
                      <a:pt x="31924" y="17150"/>
                    </a:cubicBezTo>
                    <a:close/>
                    <a:moveTo>
                      <a:pt x="24361" y="20858"/>
                    </a:moveTo>
                    <a:cubicBezTo>
                      <a:pt x="24594" y="21338"/>
                      <a:pt x="24841" y="21876"/>
                      <a:pt x="25089" y="22371"/>
                    </a:cubicBezTo>
                    <a:cubicBezTo>
                      <a:pt x="26470" y="25280"/>
                      <a:pt x="27692" y="28188"/>
                      <a:pt x="28724" y="31272"/>
                    </a:cubicBezTo>
                    <a:cubicBezTo>
                      <a:pt x="28783" y="31403"/>
                      <a:pt x="28783" y="31577"/>
                      <a:pt x="28841" y="31766"/>
                    </a:cubicBezTo>
                    <a:cubicBezTo>
                      <a:pt x="29088" y="32552"/>
                      <a:pt x="29321" y="33337"/>
                      <a:pt x="29568" y="34181"/>
                    </a:cubicBezTo>
                    <a:cubicBezTo>
                      <a:pt x="29743" y="34791"/>
                      <a:pt x="29873" y="35402"/>
                      <a:pt x="29990" y="35999"/>
                    </a:cubicBezTo>
                    <a:cubicBezTo>
                      <a:pt x="30106" y="36420"/>
                      <a:pt x="30179" y="36784"/>
                      <a:pt x="30237" y="37148"/>
                    </a:cubicBezTo>
                    <a:cubicBezTo>
                      <a:pt x="30295" y="37337"/>
                      <a:pt x="30353" y="37511"/>
                      <a:pt x="30353" y="37700"/>
                    </a:cubicBezTo>
                    <a:lnTo>
                      <a:pt x="30353" y="37758"/>
                    </a:lnTo>
                    <a:cubicBezTo>
                      <a:pt x="29379" y="38180"/>
                      <a:pt x="28419" y="38544"/>
                      <a:pt x="27386" y="38791"/>
                    </a:cubicBezTo>
                    <a:cubicBezTo>
                      <a:pt x="26834" y="38966"/>
                      <a:pt x="26237" y="39096"/>
                      <a:pt x="25685" y="39213"/>
                    </a:cubicBezTo>
                    <a:cubicBezTo>
                      <a:pt x="24958" y="39329"/>
                      <a:pt x="24289" y="39402"/>
                      <a:pt x="23561" y="39460"/>
                    </a:cubicBezTo>
                    <a:cubicBezTo>
                      <a:pt x="23271" y="39518"/>
                      <a:pt x="23023" y="39518"/>
                      <a:pt x="22718" y="39518"/>
                    </a:cubicBezTo>
                    <a:lnTo>
                      <a:pt x="22718" y="39329"/>
                    </a:lnTo>
                    <a:cubicBezTo>
                      <a:pt x="22601" y="39155"/>
                      <a:pt x="22543" y="38907"/>
                      <a:pt x="22412" y="38733"/>
                    </a:cubicBezTo>
                    <a:cubicBezTo>
                      <a:pt x="22296" y="38427"/>
                      <a:pt x="22107" y="38122"/>
                      <a:pt x="21932" y="37817"/>
                    </a:cubicBezTo>
                    <a:cubicBezTo>
                      <a:pt x="21453" y="37148"/>
                      <a:pt x="20958" y="36493"/>
                      <a:pt x="20478" y="35824"/>
                    </a:cubicBezTo>
                    <a:cubicBezTo>
                      <a:pt x="20231" y="35519"/>
                      <a:pt x="20056" y="35213"/>
                      <a:pt x="19809" y="34966"/>
                    </a:cubicBezTo>
                    <a:cubicBezTo>
                      <a:pt x="18966" y="33875"/>
                      <a:pt x="18107" y="32784"/>
                      <a:pt x="17322" y="31635"/>
                    </a:cubicBezTo>
                    <a:cubicBezTo>
                      <a:pt x="17148" y="31330"/>
                      <a:pt x="16900" y="31039"/>
                      <a:pt x="16726" y="30734"/>
                    </a:cubicBezTo>
                    <a:cubicBezTo>
                      <a:pt x="15635" y="29090"/>
                      <a:pt x="14602" y="27330"/>
                      <a:pt x="13686" y="25585"/>
                    </a:cubicBezTo>
                    <a:cubicBezTo>
                      <a:pt x="15999" y="24669"/>
                      <a:pt x="18296" y="23636"/>
                      <a:pt x="20536" y="22604"/>
                    </a:cubicBezTo>
                    <a:cubicBezTo>
                      <a:pt x="20725" y="22545"/>
                      <a:pt x="20842" y="22487"/>
                      <a:pt x="21016" y="22429"/>
                    </a:cubicBezTo>
                    <a:cubicBezTo>
                      <a:pt x="22107" y="21876"/>
                      <a:pt x="23271" y="21396"/>
                      <a:pt x="24361" y="20858"/>
                    </a:cubicBezTo>
                    <a:close/>
                    <a:moveTo>
                      <a:pt x="13017" y="25876"/>
                    </a:moveTo>
                    <a:cubicBezTo>
                      <a:pt x="14050" y="27883"/>
                      <a:pt x="15199" y="29817"/>
                      <a:pt x="16478" y="31694"/>
                    </a:cubicBezTo>
                    <a:cubicBezTo>
                      <a:pt x="17206" y="32726"/>
                      <a:pt x="17933" y="33759"/>
                      <a:pt x="18660" y="34733"/>
                    </a:cubicBezTo>
                    <a:cubicBezTo>
                      <a:pt x="19198" y="35402"/>
                      <a:pt x="19693" y="35999"/>
                      <a:pt x="20231" y="36668"/>
                    </a:cubicBezTo>
                    <a:cubicBezTo>
                      <a:pt x="20594" y="37148"/>
                      <a:pt x="20900" y="37642"/>
                      <a:pt x="21263" y="38180"/>
                    </a:cubicBezTo>
                    <a:cubicBezTo>
                      <a:pt x="21322" y="38238"/>
                      <a:pt x="21380" y="38369"/>
                      <a:pt x="21453" y="38486"/>
                    </a:cubicBezTo>
                    <a:cubicBezTo>
                      <a:pt x="21627" y="38849"/>
                      <a:pt x="21874" y="39213"/>
                      <a:pt x="21991" y="39576"/>
                    </a:cubicBezTo>
                    <a:lnTo>
                      <a:pt x="20725" y="39576"/>
                    </a:lnTo>
                    <a:cubicBezTo>
                      <a:pt x="20231" y="39518"/>
                      <a:pt x="19751" y="39518"/>
                      <a:pt x="19198" y="39460"/>
                    </a:cubicBezTo>
                    <a:cubicBezTo>
                      <a:pt x="19024" y="39460"/>
                      <a:pt x="18835" y="39460"/>
                      <a:pt x="18660" y="39402"/>
                    </a:cubicBezTo>
                    <a:lnTo>
                      <a:pt x="18471" y="39402"/>
                    </a:lnTo>
                    <a:cubicBezTo>
                      <a:pt x="18544" y="38733"/>
                      <a:pt x="18602" y="37947"/>
                      <a:pt x="18238" y="37395"/>
                    </a:cubicBezTo>
                    <a:cubicBezTo>
                      <a:pt x="18180" y="37337"/>
                      <a:pt x="18107" y="37278"/>
                      <a:pt x="18049" y="37220"/>
                    </a:cubicBezTo>
                    <a:cubicBezTo>
                      <a:pt x="17991" y="37148"/>
                      <a:pt x="17875" y="37089"/>
                      <a:pt x="17817" y="37031"/>
                    </a:cubicBezTo>
                    <a:cubicBezTo>
                      <a:pt x="17380" y="36784"/>
                      <a:pt x="16842" y="36784"/>
                      <a:pt x="16420" y="36668"/>
                    </a:cubicBezTo>
                    <a:cubicBezTo>
                      <a:pt x="15868" y="36551"/>
                      <a:pt x="15388" y="36362"/>
                      <a:pt x="14908" y="36188"/>
                    </a:cubicBezTo>
                    <a:cubicBezTo>
                      <a:pt x="13453" y="35693"/>
                      <a:pt x="12115" y="34908"/>
                      <a:pt x="10908" y="33948"/>
                    </a:cubicBezTo>
                    <a:cubicBezTo>
                      <a:pt x="11083" y="33817"/>
                      <a:pt x="11199" y="33584"/>
                      <a:pt x="11025" y="33395"/>
                    </a:cubicBezTo>
                    <a:cubicBezTo>
                      <a:pt x="9512" y="31766"/>
                      <a:pt x="8290" y="29876"/>
                      <a:pt x="7330" y="27883"/>
                    </a:cubicBezTo>
                    <a:cubicBezTo>
                      <a:pt x="7810" y="27767"/>
                      <a:pt x="8232" y="27578"/>
                      <a:pt x="8727" y="27461"/>
                    </a:cubicBezTo>
                    <a:cubicBezTo>
                      <a:pt x="8785" y="27403"/>
                      <a:pt x="8901" y="27403"/>
                      <a:pt x="8959" y="27330"/>
                    </a:cubicBezTo>
                    <a:cubicBezTo>
                      <a:pt x="10355" y="26909"/>
                      <a:pt x="11694" y="26370"/>
                      <a:pt x="13017" y="25876"/>
                    </a:cubicBezTo>
                    <a:close/>
                    <a:moveTo>
                      <a:pt x="40278" y="0"/>
                    </a:moveTo>
                    <a:cubicBezTo>
                      <a:pt x="39846" y="0"/>
                      <a:pt x="39407" y="177"/>
                      <a:pt x="39080" y="555"/>
                    </a:cubicBezTo>
                    <a:cubicBezTo>
                      <a:pt x="38774" y="860"/>
                      <a:pt x="38542" y="1224"/>
                      <a:pt x="38236" y="1515"/>
                    </a:cubicBezTo>
                    <a:cubicBezTo>
                      <a:pt x="38047" y="1820"/>
                      <a:pt x="37814" y="2126"/>
                      <a:pt x="37509" y="2315"/>
                    </a:cubicBezTo>
                    <a:cubicBezTo>
                      <a:pt x="37378" y="2373"/>
                      <a:pt x="37262" y="2431"/>
                      <a:pt x="37145" y="2489"/>
                    </a:cubicBezTo>
                    <a:cubicBezTo>
                      <a:pt x="37015" y="2547"/>
                      <a:pt x="36956" y="2547"/>
                      <a:pt x="36898" y="2606"/>
                    </a:cubicBezTo>
                    <a:cubicBezTo>
                      <a:pt x="36113" y="2969"/>
                      <a:pt x="35386" y="3333"/>
                      <a:pt x="34600" y="3696"/>
                    </a:cubicBezTo>
                    <a:cubicBezTo>
                      <a:pt x="34469" y="3769"/>
                      <a:pt x="34353" y="3827"/>
                      <a:pt x="34237" y="3885"/>
                    </a:cubicBezTo>
                    <a:cubicBezTo>
                      <a:pt x="32957" y="4554"/>
                      <a:pt x="31633" y="5151"/>
                      <a:pt x="30353" y="5762"/>
                    </a:cubicBezTo>
                    <a:cubicBezTo>
                      <a:pt x="29510" y="6183"/>
                      <a:pt x="28652" y="6605"/>
                      <a:pt x="27866" y="6969"/>
                    </a:cubicBezTo>
                    <a:cubicBezTo>
                      <a:pt x="27692" y="6969"/>
                      <a:pt x="27561" y="7041"/>
                      <a:pt x="27503" y="7158"/>
                    </a:cubicBezTo>
                    <a:cubicBezTo>
                      <a:pt x="26659" y="7580"/>
                      <a:pt x="25816" y="8001"/>
                      <a:pt x="24958" y="8365"/>
                    </a:cubicBezTo>
                    <a:cubicBezTo>
                      <a:pt x="23271" y="9223"/>
                      <a:pt x="21511" y="10067"/>
                      <a:pt x="19751" y="10910"/>
                    </a:cubicBezTo>
                    <a:cubicBezTo>
                      <a:pt x="19635" y="10968"/>
                      <a:pt x="19445" y="11099"/>
                      <a:pt x="19271" y="11157"/>
                    </a:cubicBezTo>
                    <a:cubicBezTo>
                      <a:pt x="17511" y="12001"/>
                      <a:pt x="15693" y="12859"/>
                      <a:pt x="13933" y="13761"/>
                    </a:cubicBezTo>
                    <a:cubicBezTo>
                      <a:pt x="12479" y="14430"/>
                      <a:pt x="11025" y="15157"/>
                      <a:pt x="9570" y="15826"/>
                    </a:cubicBezTo>
                    <a:lnTo>
                      <a:pt x="9570" y="15884"/>
                    </a:lnTo>
                    <a:cubicBezTo>
                      <a:pt x="9535" y="15874"/>
                      <a:pt x="9501" y="15869"/>
                      <a:pt x="9468" y="15869"/>
                    </a:cubicBezTo>
                    <a:cubicBezTo>
                      <a:pt x="9321" y="15869"/>
                      <a:pt x="9196" y="15964"/>
                      <a:pt x="9148" y="16059"/>
                    </a:cubicBezTo>
                    <a:cubicBezTo>
                      <a:pt x="8421" y="16422"/>
                      <a:pt x="7694" y="16728"/>
                      <a:pt x="6967" y="17091"/>
                    </a:cubicBezTo>
                    <a:cubicBezTo>
                      <a:pt x="6836" y="17150"/>
                      <a:pt x="6720" y="17280"/>
                      <a:pt x="6545" y="17339"/>
                    </a:cubicBezTo>
                    <a:cubicBezTo>
                      <a:pt x="6356" y="17397"/>
                      <a:pt x="6181" y="17397"/>
                      <a:pt x="5992" y="17397"/>
                    </a:cubicBezTo>
                    <a:lnTo>
                      <a:pt x="1935" y="17397"/>
                    </a:lnTo>
                    <a:cubicBezTo>
                      <a:pt x="1811" y="17397"/>
                      <a:pt x="1673" y="17382"/>
                      <a:pt x="1529" y="17382"/>
                    </a:cubicBezTo>
                    <a:cubicBezTo>
                      <a:pt x="1386" y="17382"/>
                      <a:pt x="1236" y="17397"/>
                      <a:pt x="1091" y="17455"/>
                    </a:cubicBezTo>
                    <a:cubicBezTo>
                      <a:pt x="422" y="17702"/>
                      <a:pt x="0" y="18371"/>
                      <a:pt x="58" y="19040"/>
                    </a:cubicBezTo>
                    <a:cubicBezTo>
                      <a:pt x="58" y="19273"/>
                      <a:pt x="117" y="19578"/>
                      <a:pt x="233" y="19826"/>
                    </a:cubicBezTo>
                    <a:cubicBezTo>
                      <a:pt x="364" y="20131"/>
                      <a:pt x="538" y="20422"/>
                      <a:pt x="655" y="20669"/>
                    </a:cubicBezTo>
                    <a:cubicBezTo>
                      <a:pt x="960" y="21280"/>
                      <a:pt x="1207" y="21818"/>
                      <a:pt x="1513" y="22371"/>
                    </a:cubicBezTo>
                    <a:cubicBezTo>
                      <a:pt x="2182" y="23767"/>
                      <a:pt x="2967" y="25091"/>
                      <a:pt x="3753" y="26429"/>
                    </a:cubicBezTo>
                    <a:cubicBezTo>
                      <a:pt x="4291" y="27403"/>
                      <a:pt x="4960" y="28363"/>
                      <a:pt x="5629" y="29279"/>
                    </a:cubicBezTo>
                    <a:cubicBezTo>
                      <a:pt x="5818" y="29585"/>
                      <a:pt x="5992" y="29876"/>
                      <a:pt x="6240" y="30123"/>
                    </a:cubicBezTo>
                    <a:cubicBezTo>
                      <a:pt x="7389" y="31635"/>
                      <a:pt x="8654" y="33032"/>
                      <a:pt x="10108" y="34239"/>
                    </a:cubicBezTo>
                    <a:cubicBezTo>
                      <a:pt x="12115" y="35824"/>
                      <a:pt x="14413" y="37089"/>
                      <a:pt x="16958" y="37511"/>
                    </a:cubicBezTo>
                    <a:cubicBezTo>
                      <a:pt x="17569" y="37584"/>
                      <a:pt x="17817" y="37947"/>
                      <a:pt x="17817" y="38544"/>
                    </a:cubicBezTo>
                    <a:cubicBezTo>
                      <a:pt x="17744" y="38602"/>
                      <a:pt x="17744" y="38675"/>
                      <a:pt x="17744" y="38733"/>
                    </a:cubicBezTo>
                    <a:lnTo>
                      <a:pt x="17744" y="39402"/>
                    </a:lnTo>
                    <a:cubicBezTo>
                      <a:pt x="17686" y="39518"/>
                      <a:pt x="17686" y="39576"/>
                      <a:pt x="17686" y="39693"/>
                    </a:cubicBezTo>
                    <a:cubicBezTo>
                      <a:pt x="17686" y="39940"/>
                      <a:pt x="17817" y="39998"/>
                      <a:pt x="17991" y="40056"/>
                    </a:cubicBezTo>
                    <a:lnTo>
                      <a:pt x="18049" y="40056"/>
                    </a:lnTo>
                    <a:cubicBezTo>
                      <a:pt x="19024" y="40187"/>
                      <a:pt x="19925" y="40245"/>
                      <a:pt x="20900" y="40304"/>
                    </a:cubicBezTo>
                    <a:cubicBezTo>
                      <a:pt x="22834" y="40304"/>
                      <a:pt x="24783" y="40129"/>
                      <a:pt x="26659" y="39765"/>
                    </a:cubicBezTo>
                    <a:cubicBezTo>
                      <a:pt x="27692" y="39518"/>
                      <a:pt x="28652" y="39213"/>
                      <a:pt x="29684" y="38849"/>
                    </a:cubicBezTo>
                    <a:cubicBezTo>
                      <a:pt x="30906" y="38369"/>
                      <a:pt x="32055" y="37817"/>
                      <a:pt x="33204" y="37148"/>
                    </a:cubicBezTo>
                    <a:cubicBezTo>
                      <a:pt x="34775" y="36188"/>
                      <a:pt x="36287" y="35039"/>
                      <a:pt x="37625" y="33759"/>
                    </a:cubicBezTo>
                    <a:lnTo>
                      <a:pt x="37814" y="33584"/>
                    </a:lnTo>
                    <a:cubicBezTo>
                      <a:pt x="38658" y="32726"/>
                      <a:pt x="39443" y="31824"/>
                      <a:pt x="40171" y="30850"/>
                    </a:cubicBezTo>
                    <a:cubicBezTo>
                      <a:pt x="40287" y="30675"/>
                      <a:pt x="40476" y="30486"/>
                      <a:pt x="40592" y="30312"/>
                    </a:cubicBezTo>
                    <a:lnTo>
                      <a:pt x="40651" y="30239"/>
                    </a:lnTo>
                    <a:cubicBezTo>
                      <a:pt x="40723" y="30123"/>
                      <a:pt x="40781" y="30065"/>
                      <a:pt x="40840" y="29948"/>
                    </a:cubicBezTo>
                    <a:cubicBezTo>
                      <a:pt x="40898" y="29817"/>
                      <a:pt x="41014" y="29701"/>
                      <a:pt x="41087" y="29585"/>
                    </a:cubicBezTo>
                    <a:cubicBezTo>
                      <a:pt x="41261" y="29279"/>
                      <a:pt x="41450" y="28974"/>
                      <a:pt x="41625" y="28668"/>
                    </a:cubicBezTo>
                    <a:cubicBezTo>
                      <a:pt x="41683" y="28552"/>
                      <a:pt x="41683" y="28421"/>
                      <a:pt x="41625" y="28305"/>
                    </a:cubicBezTo>
                    <a:cubicBezTo>
                      <a:pt x="41509" y="28130"/>
                      <a:pt x="41378" y="27999"/>
                      <a:pt x="41320" y="27825"/>
                    </a:cubicBezTo>
                    <a:cubicBezTo>
                      <a:pt x="41145" y="27578"/>
                      <a:pt x="40956" y="27272"/>
                      <a:pt x="40781" y="27039"/>
                    </a:cubicBezTo>
                    <a:cubicBezTo>
                      <a:pt x="40651" y="26850"/>
                      <a:pt x="40534" y="26603"/>
                      <a:pt x="40360" y="26429"/>
                    </a:cubicBezTo>
                    <a:cubicBezTo>
                      <a:pt x="40054" y="25876"/>
                      <a:pt x="40287" y="25454"/>
                      <a:pt x="40476" y="24974"/>
                    </a:cubicBezTo>
                    <a:cubicBezTo>
                      <a:pt x="40898" y="24131"/>
                      <a:pt x="41261" y="23214"/>
                      <a:pt x="41683" y="22371"/>
                    </a:cubicBezTo>
                    <a:cubicBezTo>
                      <a:pt x="41989" y="21585"/>
                      <a:pt x="42352" y="20786"/>
                      <a:pt x="42716" y="20000"/>
                    </a:cubicBezTo>
                    <a:cubicBezTo>
                      <a:pt x="43268" y="18677"/>
                      <a:pt x="43865" y="17397"/>
                      <a:pt x="44417" y="16059"/>
                    </a:cubicBezTo>
                    <a:cubicBezTo>
                      <a:pt x="44592" y="15579"/>
                      <a:pt x="44592" y="15157"/>
                      <a:pt x="44476" y="14677"/>
                    </a:cubicBezTo>
                    <a:cubicBezTo>
                      <a:pt x="44359" y="14124"/>
                      <a:pt x="44228" y="13514"/>
                      <a:pt x="44112" y="12975"/>
                    </a:cubicBezTo>
                    <a:cubicBezTo>
                      <a:pt x="43923" y="11768"/>
                      <a:pt x="43690" y="10605"/>
                      <a:pt x="43443" y="9456"/>
                    </a:cubicBezTo>
                    <a:lnTo>
                      <a:pt x="43443" y="9339"/>
                    </a:lnTo>
                    <a:cubicBezTo>
                      <a:pt x="43268" y="8729"/>
                      <a:pt x="43138" y="8060"/>
                      <a:pt x="43021" y="7463"/>
                    </a:cubicBezTo>
                    <a:cubicBezTo>
                      <a:pt x="43021" y="7332"/>
                      <a:pt x="43021" y="7216"/>
                      <a:pt x="42963" y="7158"/>
                    </a:cubicBezTo>
                    <a:cubicBezTo>
                      <a:pt x="42658" y="5456"/>
                      <a:pt x="42294" y="3769"/>
                      <a:pt x="41989" y="2067"/>
                    </a:cubicBezTo>
                    <a:cubicBezTo>
                      <a:pt x="41930" y="1762"/>
                      <a:pt x="41872" y="1457"/>
                      <a:pt x="41814" y="1224"/>
                    </a:cubicBezTo>
                    <a:cubicBezTo>
                      <a:pt x="41627" y="440"/>
                      <a:pt x="40960" y="0"/>
                      <a:pt x="40278" y="0"/>
                    </a:cubicBezTo>
                    <a:close/>
                  </a:path>
                </a:pathLst>
              </a:custGeom>
              <a:solidFill>
                <a:srgbClr val="0B5C5E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merican Football Day by Slidesgo">
  <a:themeElements>
    <a:clrScheme name="Simple Light">
      <a:dk1>
        <a:srgbClr val="FFFAE1"/>
      </a:dk1>
      <a:lt1>
        <a:srgbClr val="FFD34E"/>
      </a:lt1>
      <a:dk2>
        <a:srgbClr val="DBAA44"/>
      </a:dk2>
      <a:lt2>
        <a:srgbClr val="E33B1A"/>
      </a:lt2>
      <a:accent1>
        <a:srgbClr val="0B5C5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B5C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